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1"/>
  </p:notesMasterIdLst>
  <p:sldIdLst>
    <p:sldId id="256" r:id="rId2"/>
    <p:sldId id="257" r:id="rId3"/>
    <p:sldId id="259" r:id="rId4"/>
    <p:sldId id="260" r:id="rId5"/>
    <p:sldId id="261" r:id="rId6"/>
    <p:sldId id="262" r:id="rId7"/>
    <p:sldId id="263" r:id="rId8"/>
    <p:sldId id="266" r:id="rId9"/>
    <p:sldId id="267" r:id="rId10"/>
    <p:sldId id="264" r:id="rId11"/>
    <p:sldId id="268" r:id="rId12"/>
    <p:sldId id="265" r:id="rId13"/>
    <p:sldId id="269" r:id="rId14"/>
    <p:sldId id="270" r:id="rId15"/>
    <p:sldId id="271" r:id="rId16"/>
    <p:sldId id="272" r:id="rId17"/>
    <p:sldId id="273" r:id="rId18"/>
    <p:sldId id="275" r:id="rId19"/>
    <p:sldId id="276" r:id="rId20"/>
    <p:sldId id="274" r:id="rId21"/>
    <p:sldId id="277" r:id="rId22"/>
    <p:sldId id="278" r:id="rId23"/>
    <p:sldId id="279" r:id="rId24"/>
    <p:sldId id="280" r:id="rId25"/>
    <p:sldId id="281" r:id="rId26"/>
    <p:sldId id="282" r:id="rId27"/>
    <p:sldId id="315" r:id="rId28"/>
    <p:sldId id="316" r:id="rId29"/>
    <p:sldId id="283" r:id="rId30"/>
    <p:sldId id="317" r:id="rId31"/>
    <p:sldId id="318" r:id="rId32"/>
    <p:sldId id="319" r:id="rId33"/>
    <p:sldId id="284" r:id="rId34"/>
    <p:sldId id="322" r:id="rId35"/>
    <p:sldId id="285" r:id="rId36"/>
    <p:sldId id="286" r:id="rId37"/>
    <p:sldId id="287" r:id="rId38"/>
    <p:sldId id="288" r:id="rId39"/>
    <p:sldId id="289" r:id="rId40"/>
    <p:sldId id="290" r:id="rId41"/>
    <p:sldId id="291" r:id="rId42"/>
    <p:sldId id="292" r:id="rId43"/>
    <p:sldId id="293" r:id="rId44"/>
    <p:sldId id="294" r:id="rId45"/>
    <p:sldId id="295" r:id="rId46"/>
    <p:sldId id="314"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20" r:id="rId60"/>
    <p:sldId id="308" r:id="rId61"/>
    <p:sldId id="309" r:id="rId62"/>
    <p:sldId id="310" r:id="rId63"/>
    <p:sldId id="311" r:id="rId64"/>
    <p:sldId id="312" r:id="rId65"/>
    <p:sldId id="313" r:id="rId66"/>
    <p:sldId id="326" r:id="rId67"/>
    <p:sldId id="327" r:id="rId68"/>
    <p:sldId id="323" r:id="rId69"/>
    <p:sldId id="324" r:id="rId70"/>
    <p:sldId id="325" r:id="rId71"/>
    <p:sldId id="329" r:id="rId72"/>
    <p:sldId id="330" r:id="rId73"/>
    <p:sldId id="331" r:id="rId74"/>
    <p:sldId id="332" r:id="rId75"/>
    <p:sldId id="334" r:id="rId76"/>
    <p:sldId id="335" r:id="rId77"/>
    <p:sldId id="336" r:id="rId78"/>
    <p:sldId id="337" r:id="rId79"/>
    <p:sldId id="340" r:id="rId80"/>
    <p:sldId id="338" r:id="rId81"/>
    <p:sldId id="339" r:id="rId82"/>
    <p:sldId id="341" r:id="rId83"/>
    <p:sldId id="342" r:id="rId84"/>
    <p:sldId id="343" r:id="rId85"/>
    <p:sldId id="344" r:id="rId86"/>
    <p:sldId id="321" r:id="rId87"/>
    <p:sldId id="328" r:id="rId88"/>
    <p:sldId id="346" r:id="rId89"/>
    <p:sldId id="347" r:id="rId90"/>
    <p:sldId id="348" r:id="rId91"/>
    <p:sldId id="349" r:id="rId92"/>
    <p:sldId id="350" r:id="rId93"/>
    <p:sldId id="351" r:id="rId94"/>
    <p:sldId id="352" r:id="rId95"/>
    <p:sldId id="356" r:id="rId96"/>
    <p:sldId id="357" r:id="rId97"/>
    <p:sldId id="358" r:id="rId98"/>
    <p:sldId id="359" r:id="rId99"/>
    <p:sldId id="360" r:id="rId10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E460183-1B5E-477F-A5FD-F75CBE684935}" v="4" dt="2025-01-03T09:43:27.2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033" autoAdjust="0"/>
  </p:normalViewPr>
  <p:slideViewPr>
    <p:cSldViewPr snapToGrid="0">
      <p:cViewPr varScale="1">
        <p:scale>
          <a:sx n="82" d="100"/>
          <a:sy n="82" d="100"/>
        </p:scale>
        <p:origin x="691"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microsoft.com/office/2015/10/relationships/revisionInfo" Target="revisionInfo.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microsoft.com/office/2016/11/relationships/changesInfo" Target="changesInfos/changesInfo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ravani Sarisa" userId="1792e130adcbd0ce" providerId="LiveId" clId="{3E460183-1B5E-477F-A5FD-F75CBE684935}"/>
    <pc:docChg chg="undo custSel addSld delSld modSld">
      <pc:chgData name="Sravani Sarisa" userId="1792e130adcbd0ce" providerId="LiveId" clId="{3E460183-1B5E-477F-A5FD-F75CBE684935}" dt="2025-01-03T11:07:05.960" v="276" actId="1076"/>
      <pc:docMkLst>
        <pc:docMk/>
      </pc:docMkLst>
      <pc:sldChg chg="modSp mod">
        <pc:chgData name="Sravani Sarisa" userId="1792e130adcbd0ce" providerId="LiveId" clId="{3E460183-1B5E-477F-A5FD-F75CBE684935}" dt="2025-01-03T09:46:07.650" v="35" actId="1076"/>
        <pc:sldMkLst>
          <pc:docMk/>
          <pc:sldMk cId="942373016" sldId="314"/>
        </pc:sldMkLst>
        <pc:spChg chg="mod">
          <ac:chgData name="Sravani Sarisa" userId="1792e130adcbd0ce" providerId="LiveId" clId="{3E460183-1B5E-477F-A5FD-F75CBE684935}" dt="2025-01-03T09:46:07.650" v="35" actId="1076"/>
          <ac:spMkLst>
            <pc:docMk/>
            <pc:sldMk cId="942373016" sldId="314"/>
            <ac:spMk id="2" creationId="{00D1B744-D71E-B523-B605-730D99495BE9}"/>
          </ac:spMkLst>
        </pc:spChg>
        <pc:spChg chg="mod">
          <ac:chgData name="Sravani Sarisa" userId="1792e130adcbd0ce" providerId="LiveId" clId="{3E460183-1B5E-477F-A5FD-F75CBE684935}" dt="2025-01-03T09:46:02.376" v="34" actId="27636"/>
          <ac:spMkLst>
            <pc:docMk/>
            <pc:sldMk cId="942373016" sldId="314"/>
            <ac:spMk id="3" creationId="{6DCBEB9F-2608-9155-A337-D46E6AE8BD6D}"/>
          </ac:spMkLst>
        </pc:spChg>
      </pc:sldChg>
      <pc:sldChg chg="modSp mod">
        <pc:chgData name="Sravani Sarisa" userId="1792e130adcbd0ce" providerId="LiveId" clId="{3E460183-1B5E-477F-A5FD-F75CBE684935}" dt="2025-01-03T10:57:10.045" v="230" actId="27636"/>
        <pc:sldMkLst>
          <pc:docMk/>
          <pc:sldMk cId="1450949464" sldId="321"/>
        </pc:sldMkLst>
        <pc:spChg chg="mod">
          <ac:chgData name="Sravani Sarisa" userId="1792e130adcbd0ce" providerId="LiveId" clId="{3E460183-1B5E-477F-A5FD-F75CBE684935}" dt="2025-01-03T10:57:10.045" v="230" actId="27636"/>
          <ac:spMkLst>
            <pc:docMk/>
            <pc:sldMk cId="1450949464" sldId="321"/>
            <ac:spMk id="3" creationId="{88F26393-9249-377F-996F-17D759134447}"/>
          </ac:spMkLst>
        </pc:spChg>
      </pc:sldChg>
      <pc:sldChg chg="addSp delSp modSp new mod">
        <pc:chgData name="Sravani Sarisa" userId="1792e130adcbd0ce" providerId="LiveId" clId="{3E460183-1B5E-477F-A5FD-F75CBE684935}" dt="2025-01-03T09:43:27.219" v="6" actId="14100"/>
        <pc:sldMkLst>
          <pc:docMk/>
          <pc:sldMk cId="136944144" sldId="322"/>
        </pc:sldMkLst>
        <pc:spChg chg="del mod">
          <ac:chgData name="Sravani Sarisa" userId="1792e130adcbd0ce" providerId="LiveId" clId="{3E460183-1B5E-477F-A5FD-F75CBE684935}" dt="2025-01-03T09:43:17.932" v="3" actId="21"/>
          <ac:spMkLst>
            <pc:docMk/>
            <pc:sldMk cId="136944144" sldId="322"/>
            <ac:spMk id="2" creationId="{FAB39CDD-3B41-C66B-2E0C-70AD11180FF3}"/>
          </ac:spMkLst>
        </pc:spChg>
        <pc:spChg chg="del">
          <ac:chgData name="Sravani Sarisa" userId="1792e130adcbd0ce" providerId="LiveId" clId="{3E460183-1B5E-477F-A5FD-F75CBE684935}" dt="2025-01-03T09:43:15.149" v="1"/>
          <ac:spMkLst>
            <pc:docMk/>
            <pc:sldMk cId="136944144" sldId="322"/>
            <ac:spMk id="3" creationId="{E73015DD-8AF7-8D20-F1A3-99E129864765}"/>
          </ac:spMkLst>
        </pc:spChg>
        <pc:picChg chg="add mod">
          <ac:chgData name="Sravani Sarisa" userId="1792e130adcbd0ce" providerId="LiveId" clId="{3E460183-1B5E-477F-A5FD-F75CBE684935}" dt="2025-01-03T09:43:27.219" v="6" actId="14100"/>
          <ac:picMkLst>
            <pc:docMk/>
            <pc:sldMk cId="136944144" sldId="322"/>
            <ac:picMk id="1026" creationId="{96CE83F5-2674-19C9-6792-E49E4E5007B8}"/>
          </ac:picMkLst>
        </pc:picChg>
      </pc:sldChg>
      <pc:sldChg chg="modSp new mod">
        <pc:chgData name="Sravani Sarisa" userId="1792e130adcbd0ce" providerId="LiveId" clId="{3E460183-1B5E-477F-A5FD-F75CBE684935}" dt="2025-01-03T10:18:50.322" v="130" actId="20577"/>
        <pc:sldMkLst>
          <pc:docMk/>
          <pc:sldMk cId="1306324226" sldId="323"/>
        </pc:sldMkLst>
        <pc:spChg chg="mod">
          <ac:chgData name="Sravani Sarisa" userId="1792e130adcbd0ce" providerId="LiveId" clId="{3E460183-1B5E-477F-A5FD-F75CBE684935}" dt="2025-01-03T10:18:50.322" v="130" actId="20577"/>
          <ac:spMkLst>
            <pc:docMk/>
            <pc:sldMk cId="1306324226" sldId="323"/>
            <ac:spMk id="2" creationId="{9F2A8287-7E73-E5EE-669B-F6A46BBC6C21}"/>
          </ac:spMkLst>
        </pc:spChg>
        <pc:spChg chg="mod">
          <ac:chgData name="Sravani Sarisa" userId="1792e130adcbd0ce" providerId="LiveId" clId="{3E460183-1B5E-477F-A5FD-F75CBE684935}" dt="2025-01-03T10:16:42.583" v="77" actId="14100"/>
          <ac:spMkLst>
            <pc:docMk/>
            <pc:sldMk cId="1306324226" sldId="323"/>
            <ac:spMk id="3" creationId="{A6EC372F-015C-E6DB-8D50-2814B4CB1711}"/>
          </ac:spMkLst>
        </pc:spChg>
      </pc:sldChg>
      <pc:sldChg chg="delSp modSp new mod">
        <pc:chgData name="Sravani Sarisa" userId="1792e130adcbd0ce" providerId="LiveId" clId="{3E460183-1B5E-477F-A5FD-F75CBE684935}" dt="2025-01-03T10:18:12.406" v="120" actId="255"/>
        <pc:sldMkLst>
          <pc:docMk/>
          <pc:sldMk cId="3326801870" sldId="324"/>
        </pc:sldMkLst>
        <pc:spChg chg="del mod">
          <ac:chgData name="Sravani Sarisa" userId="1792e130adcbd0ce" providerId="LiveId" clId="{3E460183-1B5E-477F-A5FD-F75CBE684935}" dt="2025-01-03T10:16:51.410" v="80" actId="21"/>
          <ac:spMkLst>
            <pc:docMk/>
            <pc:sldMk cId="3326801870" sldId="324"/>
            <ac:spMk id="2" creationId="{5EC54FE7-4E69-01F9-EB44-E30BDF9F358F}"/>
          </ac:spMkLst>
        </pc:spChg>
        <pc:spChg chg="mod">
          <ac:chgData name="Sravani Sarisa" userId="1792e130adcbd0ce" providerId="LiveId" clId="{3E460183-1B5E-477F-A5FD-F75CBE684935}" dt="2025-01-03T10:18:12.406" v="120" actId="255"/>
          <ac:spMkLst>
            <pc:docMk/>
            <pc:sldMk cId="3326801870" sldId="324"/>
            <ac:spMk id="3" creationId="{D79167FA-3132-3902-B92E-6FDEFBD17052}"/>
          </ac:spMkLst>
        </pc:spChg>
      </pc:sldChg>
      <pc:sldChg chg="delSp modSp new mod">
        <pc:chgData name="Sravani Sarisa" userId="1792e130adcbd0ce" providerId="LiveId" clId="{3E460183-1B5E-477F-A5FD-F75CBE684935}" dt="2025-01-03T10:18:33.536" v="121" actId="11"/>
        <pc:sldMkLst>
          <pc:docMk/>
          <pc:sldMk cId="2151776180" sldId="325"/>
        </pc:sldMkLst>
        <pc:spChg chg="del mod">
          <ac:chgData name="Sravani Sarisa" userId="1792e130adcbd0ce" providerId="LiveId" clId="{3E460183-1B5E-477F-A5FD-F75CBE684935}" dt="2025-01-03T10:17:54.508" v="99" actId="21"/>
          <ac:spMkLst>
            <pc:docMk/>
            <pc:sldMk cId="2151776180" sldId="325"/>
            <ac:spMk id="2" creationId="{F210415D-2B25-9A21-9D11-5D947A440ADE}"/>
          </ac:spMkLst>
        </pc:spChg>
        <pc:spChg chg="mod">
          <ac:chgData name="Sravani Sarisa" userId="1792e130adcbd0ce" providerId="LiveId" clId="{3E460183-1B5E-477F-A5FD-F75CBE684935}" dt="2025-01-03T10:18:33.536" v="121" actId="11"/>
          <ac:spMkLst>
            <pc:docMk/>
            <pc:sldMk cId="2151776180" sldId="325"/>
            <ac:spMk id="3" creationId="{9EE26115-6D1D-695B-9DAE-B564C3423A28}"/>
          </ac:spMkLst>
        </pc:spChg>
      </pc:sldChg>
      <pc:sldChg chg="modSp new mod">
        <pc:chgData name="Sravani Sarisa" userId="1792e130adcbd0ce" providerId="LiveId" clId="{3E460183-1B5E-477F-A5FD-F75CBE684935}" dt="2025-01-03T10:19:53.722" v="194" actId="113"/>
        <pc:sldMkLst>
          <pc:docMk/>
          <pc:sldMk cId="3991841449" sldId="326"/>
        </pc:sldMkLst>
        <pc:spChg chg="mod">
          <ac:chgData name="Sravani Sarisa" userId="1792e130adcbd0ce" providerId="LiveId" clId="{3E460183-1B5E-477F-A5FD-F75CBE684935}" dt="2025-01-03T10:19:05.752" v="163" actId="20577"/>
          <ac:spMkLst>
            <pc:docMk/>
            <pc:sldMk cId="3991841449" sldId="326"/>
            <ac:spMk id="2" creationId="{412F4D20-DB61-D5B4-CB46-1BC4731F05B9}"/>
          </ac:spMkLst>
        </pc:spChg>
        <pc:spChg chg="mod">
          <ac:chgData name="Sravani Sarisa" userId="1792e130adcbd0ce" providerId="LiveId" clId="{3E460183-1B5E-477F-A5FD-F75CBE684935}" dt="2025-01-03T10:19:53.722" v="194" actId="113"/>
          <ac:spMkLst>
            <pc:docMk/>
            <pc:sldMk cId="3991841449" sldId="326"/>
            <ac:spMk id="3" creationId="{1AB0E059-5D27-53AF-EAD6-D8E8DB0FCE0D}"/>
          </ac:spMkLst>
        </pc:spChg>
      </pc:sldChg>
      <pc:sldChg chg="modSp new mod">
        <pc:chgData name="Sravani Sarisa" userId="1792e130adcbd0ce" providerId="LiveId" clId="{3E460183-1B5E-477F-A5FD-F75CBE684935}" dt="2025-01-03T10:20:25.586" v="213" actId="5793"/>
        <pc:sldMkLst>
          <pc:docMk/>
          <pc:sldMk cId="642048073" sldId="327"/>
        </pc:sldMkLst>
        <pc:spChg chg="mod">
          <ac:chgData name="Sravani Sarisa" userId="1792e130adcbd0ce" providerId="LiveId" clId="{3E460183-1B5E-477F-A5FD-F75CBE684935}" dt="2025-01-03T10:20:05.244" v="206" actId="20577"/>
          <ac:spMkLst>
            <pc:docMk/>
            <pc:sldMk cId="642048073" sldId="327"/>
            <ac:spMk id="2" creationId="{12FBCC53-0C14-8D0B-C3E3-0F06D6E670B1}"/>
          </ac:spMkLst>
        </pc:spChg>
        <pc:spChg chg="mod">
          <ac:chgData name="Sravani Sarisa" userId="1792e130adcbd0ce" providerId="LiveId" clId="{3E460183-1B5E-477F-A5FD-F75CBE684935}" dt="2025-01-03T10:20:25.586" v="213" actId="5793"/>
          <ac:spMkLst>
            <pc:docMk/>
            <pc:sldMk cId="642048073" sldId="327"/>
            <ac:spMk id="3" creationId="{0672972A-E486-0E08-2458-DA79235B85E9}"/>
          </ac:spMkLst>
        </pc:spChg>
      </pc:sldChg>
      <pc:sldChg chg="modSp new mod">
        <pc:chgData name="Sravani Sarisa" userId="1792e130adcbd0ce" providerId="LiveId" clId="{3E460183-1B5E-477F-A5FD-F75CBE684935}" dt="2025-01-03T10:59:35.251" v="245" actId="12"/>
        <pc:sldMkLst>
          <pc:docMk/>
          <pc:sldMk cId="4264524004" sldId="328"/>
        </pc:sldMkLst>
        <pc:spChg chg="mod">
          <ac:chgData name="Sravani Sarisa" userId="1792e130adcbd0ce" providerId="LiveId" clId="{3E460183-1B5E-477F-A5FD-F75CBE684935}" dt="2025-01-03T10:59:22.233" v="241" actId="2711"/>
          <ac:spMkLst>
            <pc:docMk/>
            <pc:sldMk cId="4264524004" sldId="328"/>
            <ac:spMk id="2" creationId="{F02BCC17-DDA3-DE50-ADB7-1F79CE43D7D3}"/>
          </ac:spMkLst>
        </pc:spChg>
        <pc:spChg chg="mod">
          <ac:chgData name="Sravani Sarisa" userId="1792e130adcbd0ce" providerId="LiveId" clId="{3E460183-1B5E-477F-A5FD-F75CBE684935}" dt="2025-01-03T10:59:35.251" v="245" actId="12"/>
          <ac:spMkLst>
            <pc:docMk/>
            <pc:sldMk cId="4264524004" sldId="328"/>
            <ac:spMk id="3" creationId="{2962CFD3-EE01-5C1E-C747-B05BCDC76051}"/>
          </ac:spMkLst>
        </pc:spChg>
      </pc:sldChg>
      <pc:sldChg chg="modSp new mod">
        <pc:chgData name="Sravani Sarisa" userId="1792e130adcbd0ce" providerId="LiveId" clId="{3E460183-1B5E-477F-A5FD-F75CBE684935}" dt="2025-01-03T11:06:38.135" v="269"/>
        <pc:sldMkLst>
          <pc:docMk/>
          <pc:sldMk cId="1673175111" sldId="329"/>
        </pc:sldMkLst>
        <pc:spChg chg="mod">
          <ac:chgData name="Sravani Sarisa" userId="1792e130adcbd0ce" providerId="LiveId" clId="{3E460183-1B5E-477F-A5FD-F75CBE684935}" dt="2025-01-03T11:06:24.676" v="268" actId="2711"/>
          <ac:spMkLst>
            <pc:docMk/>
            <pc:sldMk cId="1673175111" sldId="329"/>
            <ac:spMk id="2" creationId="{1A15D4D7-D353-6C2A-EF12-37939689DA5B}"/>
          </ac:spMkLst>
        </pc:spChg>
        <pc:spChg chg="mod">
          <ac:chgData name="Sravani Sarisa" userId="1792e130adcbd0ce" providerId="LiveId" clId="{3E460183-1B5E-477F-A5FD-F75CBE684935}" dt="2025-01-03T11:06:38.135" v="269"/>
          <ac:spMkLst>
            <pc:docMk/>
            <pc:sldMk cId="1673175111" sldId="329"/>
            <ac:spMk id="3" creationId="{C65B8FAE-8D45-02DE-BA77-8CA1F479DE8B}"/>
          </ac:spMkLst>
        </pc:spChg>
      </pc:sldChg>
      <pc:sldChg chg="delSp modSp new mod">
        <pc:chgData name="Sravani Sarisa" userId="1792e130adcbd0ce" providerId="LiveId" clId="{3E460183-1B5E-477F-A5FD-F75CBE684935}" dt="2025-01-03T11:07:05.960" v="276" actId="1076"/>
        <pc:sldMkLst>
          <pc:docMk/>
          <pc:sldMk cId="2582442376" sldId="330"/>
        </pc:sldMkLst>
        <pc:spChg chg="del mod">
          <ac:chgData name="Sravani Sarisa" userId="1792e130adcbd0ce" providerId="LiveId" clId="{3E460183-1B5E-477F-A5FD-F75CBE684935}" dt="2025-01-03T11:07:02.626" v="275" actId="21"/>
          <ac:spMkLst>
            <pc:docMk/>
            <pc:sldMk cId="2582442376" sldId="330"/>
            <ac:spMk id="2" creationId="{C64A9F4B-9559-D85B-17A6-0BF91B30A625}"/>
          </ac:spMkLst>
        </pc:spChg>
        <pc:spChg chg="mod">
          <ac:chgData name="Sravani Sarisa" userId="1792e130adcbd0ce" providerId="LiveId" clId="{3E460183-1B5E-477F-A5FD-F75CBE684935}" dt="2025-01-03T11:07:05.960" v="276" actId="1076"/>
          <ac:spMkLst>
            <pc:docMk/>
            <pc:sldMk cId="2582442376" sldId="330"/>
            <ac:spMk id="3" creationId="{D81AC864-E730-1F1C-74C4-ABE568D057E1}"/>
          </ac:spMkLst>
        </pc:spChg>
      </pc:sldChg>
      <pc:sldChg chg="add del">
        <pc:chgData name="Sravani Sarisa" userId="1792e130adcbd0ce" providerId="LiveId" clId="{3E460183-1B5E-477F-A5FD-F75CBE684935}" dt="2025-01-03T11:06:43.702" v="271" actId="2890"/>
        <pc:sldMkLst>
          <pc:docMk/>
          <pc:sldMk cId="2931536316" sldId="33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E621E2-F0F1-4C30-8845-81BAFEF800A3}" type="datetimeFigureOut">
              <a:rPr lang="en-IN" smtClean="0"/>
              <a:t>23-01-2025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611421-F3EB-48CA-8287-D202428397D2}" type="slidenum">
              <a:rPr lang="en-IN" smtClean="0"/>
              <a:t>‹#›</a:t>
            </a:fld>
            <a:endParaRPr lang="en-IN"/>
          </a:p>
        </p:txBody>
      </p:sp>
    </p:spTree>
    <p:extLst>
      <p:ext uri="{BB962C8B-B14F-4D97-AF65-F5344CB8AC3E}">
        <p14:creationId xmlns:p14="http://schemas.microsoft.com/office/powerpoint/2010/main" val="20753326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dirty="0">
              <a:solidFill>
                <a:schemeClr val="tx1"/>
              </a:solidFill>
              <a:latin typeface="Nunito Sans" panose="020B0604020202020204" charset="0"/>
            </a:endParaRPr>
          </a:p>
        </p:txBody>
      </p:sp>
      <p:sp>
        <p:nvSpPr>
          <p:cNvPr id="4" name="Slide Number Placeholder 3"/>
          <p:cNvSpPr>
            <a:spLocks noGrp="1"/>
          </p:cNvSpPr>
          <p:nvPr>
            <p:ph type="sldNum" sz="quarter" idx="5"/>
          </p:nvPr>
        </p:nvSpPr>
        <p:spPr/>
        <p:txBody>
          <a:bodyPr/>
          <a:lstStyle/>
          <a:p>
            <a:fld id="{0AAB6876-1BF1-4B88-890A-0B4E46201506}" type="slidenum">
              <a:rPr lang="en-US" smtClean="0"/>
              <a:pPr/>
              <a:t>88</a:t>
            </a:fld>
            <a:endParaRPr lang="en-US" dirty="0"/>
          </a:p>
        </p:txBody>
      </p:sp>
    </p:spTree>
    <p:extLst>
      <p:ext uri="{BB962C8B-B14F-4D97-AF65-F5344CB8AC3E}">
        <p14:creationId xmlns:p14="http://schemas.microsoft.com/office/powerpoint/2010/main" val="7819766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dirty="0">
              <a:solidFill>
                <a:schemeClr val="tx1"/>
              </a:solidFill>
              <a:latin typeface="Nunito Sans" panose="020B0604020202020204" charset="0"/>
            </a:endParaRPr>
          </a:p>
        </p:txBody>
      </p:sp>
      <p:sp>
        <p:nvSpPr>
          <p:cNvPr id="4" name="Slide Number Placeholder 3"/>
          <p:cNvSpPr>
            <a:spLocks noGrp="1"/>
          </p:cNvSpPr>
          <p:nvPr>
            <p:ph type="sldNum" sz="quarter" idx="5"/>
          </p:nvPr>
        </p:nvSpPr>
        <p:spPr/>
        <p:txBody>
          <a:bodyPr/>
          <a:lstStyle/>
          <a:p>
            <a:fld id="{0AAB6876-1BF1-4B88-890A-0B4E46201506}" type="slidenum">
              <a:rPr lang="en-US" smtClean="0"/>
              <a:pPr/>
              <a:t>89</a:t>
            </a:fld>
            <a:endParaRPr lang="en-US" dirty="0"/>
          </a:p>
        </p:txBody>
      </p:sp>
    </p:spTree>
    <p:extLst>
      <p:ext uri="{BB962C8B-B14F-4D97-AF65-F5344CB8AC3E}">
        <p14:creationId xmlns:p14="http://schemas.microsoft.com/office/powerpoint/2010/main" val="27171375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10"/>
          </p:nvPr>
        </p:nvSpPr>
        <p:spPr/>
        <p:txBody>
          <a:bodyPr/>
          <a:lstStyle/>
          <a:p>
            <a:fld id="{0AAB6876-1BF1-4B88-890A-0B4E46201506}" type="slidenum">
              <a:rPr lang="en-US" smtClean="0"/>
              <a:pPr/>
              <a:t>90</a:t>
            </a:fld>
            <a:endParaRPr lang="en-US"/>
          </a:p>
        </p:txBody>
      </p:sp>
    </p:spTree>
    <p:extLst>
      <p:ext uri="{BB962C8B-B14F-4D97-AF65-F5344CB8AC3E}">
        <p14:creationId xmlns:p14="http://schemas.microsoft.com/office/powerpoint/2010/main" val="28255769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baseline="0" dirty="0"/>
          </a:p>
        </p:txBody>
      </p:sp>
      <p:sp>
        <p:nvSpPr>
          <p:cNvPr id="4" name="Slide Number Placeholder 3"/>
          <p:cNvSpPr>
            <a:spLocks noGrp="1"/>
          </p:cNvSpPr>
          <p:nvPr>
            <p:ph type="sldNum" sz="quarter" idx="10"/>
          </p:nvPr>
        </p:nvSpPr>
        <p:spPr/>
        <p:txBody>
          <a:bodyPr/>
          <a:lstStyle/>
          <a:p>
            <a:fld id="{0AAB6876-1BF1-4B88-890A-0B4E46201506}" type="slidenum">
              <a:rPr lang="en-US" smtClean="0"/>
              <a:pPr/>
              <a:t>91</a:t>
            </a:fld>
            <a:endParaRPr lang="en-US"/>
          </a:p>
        </p:txBody>
      </p:sp>
    </p:spTree>
    <p:extLst>
      <p:ext uri="{BB962C8B-B14F-4D97-AF65-F5344CB8AC3E}">
        <p14:creationId xmlns:p14="http://schemas.microsoft.com/office/powerpoint/2010/main" val="42875599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baseline="0" dirty="0"/>
          </a:p>
        </p:txBody>
      </p:sp>
      <p:sp>
        <p:nvSpPr>
          <p:cNvPr id="4" name="Slide Number Placeholder 3"/>
          <p:cNvSpPr>
            <a:spLocks noGrp="1"/>
          </p:cNvSpPr>
          <p:nvPr>
            <p:ph type="sldNum" sz="quarter" idx="10"/>
          </p:nvPr>
        </p:nvSpPr>
        <p:spPr/>
        <p:txBody>
          <a:bodyPr/>
          <a:lstStyle/>
          <a:p>
            <a:fld id="{0AAB6876-1BF1-4B88-890A-0B4E46201506}" type="slidenum">
              <a:rPr lang="en-US" smtClean="0"/>
              <a:pPr/>
              <a:t>92</a:t>
            </a:fld>
            <a:endParaRPr lang="en-US"/>
          </a:p>
        </p:txBody>
      </p:sp>
    </p:spTree>
    <p:extLst>
      <p:ext uri="{BB962C8B-B14F-4D97-AF65-F5344CB8AC3E}">
        <p14:creationId xmlns:p14="http://schemas.microsoft.com/office/powerpoint/2010/main" val="9863590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baseline="0" dirty="0"/>
          </a:p>
        </p:txBody>
      </p:sp>
      <p:sp>
        <p:nvSpPr>
          <p:cNvPr id="4" name="Slide Number Placeholder 3"/>
          <p:cNvSpPr>
            <a:spLocks noGrp="1"/>
          </p:cNvSpPr>
          <p:nvPr>
            <p:ph type="sldNum" sz="quarter" idx="10"/>
          </p:nvPr>
        </p:nvSpPr>
        <p:spPr/>
        <p:txBody>
          <a:bodyPr/>
          <a:lstStyle/>
          <a:p>
            <a:fld id="{0AAB6876-1BF1-4B88-890A-0B4E46201506}" type="slidenum">
              <a:rPr lang="en-US" smtClean="0"/>
              <a:pPr/>
              <a:t>93</a:t>
            </a:fld>
            <a:endParaRPr lang="en-US"/>
          </a:p>
        </p:txBody>
      </p:sp>
    </p:spTree>
    <p:extLst>
      <p:ext uri="{BB962C8B-B14F-4D97-AF65-F5344CB8AC3E}">
        <p14:creationId xmlns:p14="http://schemas.microsoft.com/office/powerpoint/2010/main" val="19241611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baseline="0" dirty="0"/>
          </a:p>
        </p:txBody>
      </p:sp>
      <p:sp>
        <p:nvSpPr>
          <p:cNvPr id="4" name="Slide Number Placeholder 3"/>
          <p:cNvSpPr>
            <a:spLocks noGrp="1"/>
          </p:cNvSpPr>
          <p:nvPr>
            <p:ph type="sldNum" sz="quarter" idx="10"/>
          </p:nvPr>
        </p:nvSpPr>
        <p:spPr/>
        <p:txBody>
          <a:bodyPr/>
          <a:lstStyle/>
          <a:p>
            <a:fld id="{0AAB6876-1BF1-4B88-890A-0B4E46201506}" type="slidenum">
              <a:rPr lang="en-US" smtClean="0"/>
              <a:pPr/>
              <a:t>94</a:t>
            </a:fld>
            <a:endParaRPr lang="en-US"/>
          </a:p>
        </p:txBody>
      </p:sp>
    </p:spTree>
    <p:extLst>
      <p:ext uri="{BB962C8B-B14F-4D97-AF65-F5344CB8AC3E}">
        <p14:creationId xmlns:p14="http://schemas.microsoft.com/office/powerpoint/2010/main" val="34663306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dirty="0">
              <a:solidFill>
                <a:schemeClr val="tx1"/>
              </a:solidFill>
              <a:latin typeface="Nunito Sans" pitchFamily="2" charset="0"/>
            </a:endParaRPr>
          </a:p>
        </p:txBody>
      </p:sp>
      <p:sp>
        <p:nvSpPr>
          <p:cNvPr id="4" name="Slide Number Placeholder 3"/>
          <p:cNvSpPr>
            <a:spLocks noGrp="1"/>
          </p:cNvSpPr>
          <p:nvPr>
            <p:ph type="sldNum" sz="quarter" idx="5"/>
          </p:nvPr>
        </p:nvSpPr>
        <p:spPr/>
        <p:txBody>
          <a:bodyPr/>
          <a:lstStyle/>
          <a:p>
            <a:fld id="{0AAB6876-1BF1-4B88-890A-0B4E46201506}" type="slidenum">
              <a:rPr lang="en-US" smtClean="0"/>
              <a:pPr/>
              <a:t>95</a:t>
            </a:fld>
            <a:endParaRPr lang="en-US" dirty="0"/>
          </a:p>
        </p:txBody>
      </p:sp>
    </p:spTree>
    <p:extLst>
      <p:ext uri="{BB962C8B-B14F-4D97-AF65-F5344CB8AC3E}">
        <p14:creationId xmlns:p14="http://schemas.microsoft.com/office/powerpoint/2010/main" val="7819766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CAA91-CAD4-0339-619B-F786DDDDA9B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45E951D-09D8-DFBE-35C1-8E6E75AE041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D52C724-408C-FB60-CDA4-6E22D438DA41}"/>
              </a:ext>
            </a:extLst>
          </p:cNvPr>
          <p:cNvSpPr>
            <a:spLocks noGrp="1"/>
          </p:cNvSpPr>
          <p:nvPr>
            <p:ph type="dt" sz="half" idx="10"/>
          </p:nvPr>
        </p:nvSpPr>
        <p:spPr/>
        <p:txBody>
          <a:bodyPr/>
          <a:lstStyle/>
          <a:p>
            <a:fld id="{543AD8F5-07B9-4DE5-BDD8-0410836CD216}" type="datetimeFigureOut">
              <a:rPr lang="en-IN" smtClean="0"/>
              <a:t>23-01-2025</a:t>
            </a:fld>
            <a:endParaRPr lang="en-IN"/>
          </a:p>
        </p:txBody>
      </p:sp>
      <p:sp>
        <p:nvSpPr>
          <p:cNvPr id="5" name="Footer Placeholder 4">
            <a:extLst>
              <a:ext uri="{FF2B5EF4-FFF2-40B4-BE49-F238E27FC236}">
                <a16:creationId xmlns:a16="http://schemas.microsoft.com/office/drawing/2014/main" id="{55B33657-0EB4-CA97-2206-DD9C320B335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DCEBC2A-0838-9110-BE51-D1E100C9AEF9}"/>
              </a:ext>
            </a:extLst>
          </p:cNvPr>
          <p:cNvSpPr>
            <a:spLocks noGrp="1"/>
          </p:cNvSpPr>
          <p:nvPr>
            <p:ph type="sldNum" sz="quarter" idx="12"/>
          </p:nvPr>
        </p:nvSpPr>
        <p:spPr/>
        <p:txBody>
          <a:bodyPr/>
          <a:lstStyle/>
          <a:p>
            <a:fld id="{D0373F24-AD9A-420B-A47D-1405E5F3C370}" type="slidenum">
              <a:rPr lang="en-IN" smtClean="0"/>
              <a:t>‹#›</a:t>
            </a:fld>
            <a:endParaRPr lang="en-IN"/>
          </a:p>
        </p:txBody>
      </p:sp>
    </p:spTree>
    <p:extLst>
      <p:ext uri="{BB962C8B-B14F-4D97-AF65-F5344CB8AC3E}">
        <p14:creationId xmlns:p14="http://schemas.microsoft.com/office/powerpoint/2010/main" val="1914672844"/>
      </p:ext>
    </p:extLst>
  </p:cSld>
  <p:clrMapOvr>
    <a:masterClrMapping/>
  </p:clrMapOvr>
  <p:transition spd="slow">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9FD52B-2E38-8DCC-3A5A-4095EA621DD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0DB4631-92A8-800E-B4B0-DDD6D022CAC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ECF806A-457C-9979-3240-13F1183AA036}"/>
              </a:ext>
            </a:extLst>
          </p:cNvPr>
          <p:cNvSpPr>
            <a:spLocks noGrp="1"/>
          </p:cNvSpPr>
          <p:nvPr>
            <p:ph type="dt" sz="half" idx="10"/>
          </p:nvPr>
        </p:nvSpPr>
        <p:spPr/>
        <p:txBody>
          <a:bodyPr/>
          <a:lstStyle/>
          <a:p>
            <a:fld id="{543AD8F5-07B9-4DE5-BDD8-0410836CD216}" type="datetimeFigureOut">
              <a:rPr lang="en-IN" smtClean="0"/>
              <a:t>23-01-2025</a:t>
            </a:fld>
            <a:endParaRPr lang="en-IN"/>
          </a:p>
        </p:txBody>
      </p:sp>
      <p:sp>
        <p:nvSpPr>
          <p:cNvPr id="5" name="Footer Placeholder 4">
            <a:extLst>
              <a:ext uri="{FF2B5EF4-FFF2-40B4-BE49-F238E27FC236}">
                <a16:creationId xmlns:a16="http://schemas.microsoft.com/office/drawing/2014/main" id="{23D27BEC-2446-5D63-1DD0-9A292B03C2F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74174E0-7CC3-6284-7A32-9502E4AEE5D1}"/>
              </a:ext>
            </a:extLst>
          </p:cNvPr>
          <p:cNvSpPr>
            <a:spLocks noGrp="1"/>
          </p:cNvSpPr>
          <p:nvPr>
            <p:ph type="sldNum" sz="quarter" idx="12"/>
          </p:nvPr>
        </p:nvSpPr>
        <p:spPr/>
        <p:txBody>
          <a:bodyPr/>
          <a:lstStyle/>
          <a:p>
            <a:fld id="{D0373F24-AD9A-420B-A47D-1405E5F3C370}" type="slidenum">
              <a:rPr lang="en-IN" smtClean="0"/>
              <a:t>‹#›</a:t>
            </a:fld>
            <a:endParaRPr lang="en-IN"/>
          </a:p>
        </p:txBody>
      </p:sp>
    </p:spTree>
    <p:extLst>
      <p:ext uri="{BB962C8B-B14F-4D97-AF65-F5344CB8AC3E}">
        <p14:creationId xmlns:p14="http://schemas.microsoft.com/office/powerpoint/2010/main" val="1377360777"/>
      </p:ext>
    </p:extLst>
  </p:cSld>
  <p:clrMapOvr>
    <a:masterClrMapping/>
  </p:clrMapOvr>
  <p:transition spd="slow">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829CC-6BA3-1C42-8D64-A3D5AE67E78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103D144-AC9D-FF63-295B-881CF7280E4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F711875-CFB7-065B-31AE-4D3E3D02AB31}"/>
              </a:ext>
            </a:extLst>
          </p:cNvPr>
          <p:cNvSpPr>
            <a:spLocks noGrp="1"/>
          </p:cNvSpPr>
          <p:nvPr>
            <p:ph type="dt" sz="half" idx="10"/>
          </p:nvPr>
        </p:nvSpPr>
        <p:spPr/>
        <p:txBody>
          <a:bodyPr/>
          <a:lstStyle/>
          <a:p>
            <a:fld id="{543AD8F5-07B9-4DE5-BDD8-0410836CD216}" type="datetimeFigureOut">
              <a:rPr lang="en-IN" smtClean="0"/>
              <a:t>23-01-2025</a:t>
            </a:fld>
            <a:endParaRPr lang="en-IN"/>
          </a:p>
        </p:txBody>
      </p:sp>
      <p:sp>
        <p:nvSpPr>
          <p:cNvPr id="5" name="Footer Placeholder 4">
            <a:extLst>
              <a:ext uri="{FF2B5EF4-FFF2-40B4-BE49-F238E27FC236}">
                <a16:creationId xmlns:a16="http://schemas.microsoft.com/office/drawing/2014/main" id="{6137A90C-A868-50BA-80A1-530BCA504B2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2E366E2-71FF-734C-9C55-579937BE9083}"/>
              </a:ext>
            </a:extLst>
          </p:cNvPr>
          <p:cNvSpPr>
            <a:spLocks noGrp="1"/>
          </p:cNvSpPr>
          <p:nvPr>
            <p:ph type="sldNum" sz="quarter" idx="12"/>
          </p:nvPr>
        </p:nvSpPr>
        <p:spPr/>
        <p:txBody>
          <a:bodyPr/>
          <a:lstStyle/>
          <a:p>
            <a:fld id="{D0373F24-AD9A-420B-A47D-1405E5F3C370}" type="slidenum">
              <a:rPr lang="en-IN" smtClean="0"/>
              <a:t>‹#›</a:t>
            </a:fld>
            <a:endParaRPr lang="en-IN"/>
          </a:p>
        </p:txBody>
      </p:sp>
    </p:spTree>
    <p:extLst>
      <p:ext uri="{BB962C8B-B14F-4D97-AF65-F5344CB8AC3E}">
        <p14:creationId xmlns:p14="http://schemas.microsoft.com/office/powerpoint/2010/main" val="2973356799"/>
      </p:ext>
    </p:extLst>
  </p:cSld>
  <p:clrMapOvr>
    <a:masterClrMapping/>
  </p:clrMapOvr>
  <p:transition spd="slow">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BD4006-2A74-64A8-D3DF-7544E1F2359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E9D7A81-08C6-5C21-BD08-4D184EA20DF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8FF518D-39AE-276F-2151-9B36A65E540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B1987A1-E34D-AEBB-A587-D2D51F5F809E}"/>
              </a:ext>
            </a:extLst>
          </p:cNvPr>
          <p:cNvSpPr>
            <a:spLocks noGrp="1"/>
          </p:cNvSpPr>
          <p:nvPr>
            <p:ph type="dt" sz="half" idx="10"/>
          </p:nvPr>
        </p:nvSpPr>
        <p:spPr/>
        <p:txBody>
          <a:bodyPr/>
          <a:lstStyle/>
          <a:p>
            <a:fld id="{543AD8F5-07B9-4DE5-BDD8-0410836CD216}" type="datetimeFigureOut">
              <a:rPr lang="en-IN" smtClean="0"/>
              <a:t>23-01-2025</a:t>
            </a:fld>
            <a:endParaRPr lang="en-IN"/>
          </a:p>
        </p:txBody>
      </p:sp>
      <p:sp>
        <p:nvSpPr>
          <p:cNvPr id="6" name="Footer Placeholder 5">
            <a:extLst>
              <a:ext uri="{FF2B5EF4-FFF2-40B4-BE49-F238E27FC236}">
                <a16:creationId xmlns:a16="http://schemas.microsoft.com/office/drawing/2014/main" id="{6AC2C617-C44E-EAF6-5C6F-B4CDCDD7005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600A364-3F24-F84A-EE3C-B007A9BADEF4}"/>
              </a:ext>
            </a:extLst>
          </p:cNvPr>
          <p:cNvSpPr>
            <a:spLocks noGrp="1"/>
          </p:cNvSpPr>
          <p:nvPr>
            <p:ph type="sldNum" sz="quarter" idx="12"/>
          </p:nvPr>
        </p:nvSpPr>
        <p:spPr/>
        <p:txBody>
          <a:bodyPr/>
          <a:lstStyle/>
          <a:p>
            <a:fld id="{D0373F24-AD9A-420B-A47D-1405E5F3C370}" type="slidenum">
              <a:rPr lang="en-IN" smtClean="0"/>
              <a:t>‹#›</a:t>
            </a:fld>
            <a:endParaRPr lang="en-IN"/>
          </a:p>
        </p:txBody>
      </p:sp>
    </p:spTree>
    <p:extLst>
      <p:ext uri="{BB962C8B-B14F-4D97-AF65-F5344CB8AC3E}">
        <p14:creationId xmlns:p14="http://schemas.microsoft.com/office/powerpoint/2010/main" val="1999545799"/>
      </p:ext>
    </p:extLst>
  </p:cSld>
  <p:clrMapOvr>
    <a:masterClrMapping/>
  </p:clrMapOvr>
  <p:transition spd="slow">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39FB7-0AFE-8B79-558F-C2DD5A8E92F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011BE60-40B1-B136-9816-973C4D4566A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729ABFA-B586-71BD-C200-ADE647E2AF1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9786355-2F0B-F3B9-6966-861AA9F5AB2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5CC5FC8-12B6-6410-6B09-2B0A4BADC59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8CAD6CF-3323-8B80-7D3B-FEAAF075C529}"/>
              </a:ext>
            </a:extLst>
          </p:cNvPr>
          <p:cNvSpPr>
            <a:spLocks noGrp="1"/>
          </p:cNvSpPr>
          <p:nvPr>
            <p:ph type="dt" sz="half" idx="10"/>
          </p:nvPr>
        </p:nvSpPr>
        <p:spPr/>
        <p:txBody>
          <a:bodyPr/>
          <a:lstStyle/>
          <a:p>
            <a:fld id="{543AD8F5-07B9-4DE5-BDD8-0410836CD216}" type="datetimeFigureOut">
              <a:rPr lang="en-IN" smtClean="0"/>
              <a:t>23-01-2025</a:t>
            </a:fld>
            <a:endParaRPr lang="en-IN"/>
          </a:p>
        </p:txBody>
      </p:sp>
      <p:sp>
        <p:nvSpPr>
          <p:cNvPr id="8" name="Footer Placeholder 7">
            <a:extLst>
              <a:ext uri="{FF2B5EF4-FFF2-40B4-BE49-F238E27FC236}">
                <a16:creationId xmlns:a16="http://schemas.microsoft.com/office/drawing/2014/main" id="{661A423A-909E-922F-2E03-69D050E8C03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88DAF21-7860-3D2D-BB15-34F80D5795CB}"/>
              </a:ext>
            </a:extLst>
          </p:cNvPr>
          <p:cNvSpPr>
            <a:spLocks noGrp="1"/>
          </p:cNvSpPr>
          <p:nvPr>
            <p:ph type="sldNum" sz="quarter" idx="12"/>
          </p:nvPr>
        </p:nvSpPr>
        <p:spPr/>
        <p:txBody>
          <a:bodyPr/>
          <a:lstStyle/>
          <a:p>
            <a:fld id="{D0373F24-AD9A-420B-A47D-1405E5F3C370}" type="slidenum">
              <a:rPr lang="en-IN" smtClean="0"/>
              <a:t>‹#›</a:t>
            </a:fld>
            <a:endParaRPr lang="en-IN"/>
          </a:p>
        </p:txBody>
      </p:sp>
    </p:spTree>
    <p:extLst>
      <p:ext uri="{BB962C8B-B14F-4D97-AF65-F5344CB8AC3E}">
        <p14:creationId xmlns:p14="http://schemas.microsoft.com/office/powerpoint/2010/main" val="817824538"/>
      </p:ext>
    </p:extLst>
  </p:cSld>
  <p:clrMapOvr>
    <a:masterClrMapping/>
  </p:clrMapOvr>
  <p:transition spd="slow">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D0028-14D3-C141-0795-6B58FA48EA6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D829FBA-5D52-9A6F-CDC0-59A3E3B4D6BA}"/>
              </a:ext>
            </a:extLst>
          </p:cNvPr>
          <p:cNvSpPr>
            <a:spLocks noGrp="1"/>
          </p:cNvSpPr>
          <p:nvPr>
            <p:ph type="dt" sz="half" idx="10"/>
          </p:nvPr>
        </p:nvSpPr>
        <p:spPr/>
        <p:txBody>
          <a:bodyPr/>
          <a:lstStyle/>
          <a:p>
            <a:fld id="{543AD8F5-07B9-4DE5-BDD8-0410836CD216}" type="datetimeFigureOut">
              <a:rPr lang="en-IN" smtClean="0"/>
              <a:t>23-01-2025</a:t>
            </a:fld>
            <a:endParaRPr lang="en-IN"/>
          </a:p>
        </p:txBody>
      </p:sp>
      <p:sp>
        <p:nvSpPr>
          <p:cNvPr id="4" name="Footer Placeholder 3">
            <a:extLst>
              <a:ext uri="{FF2B5EF4-FFF2-40B4-BE49-F238E27FC236}">
                <a16:creationId xmlns:a16="http://schemas.microsoft.com/office/drawing/2014/main" id="{63335819-7C5D-C17F-BDF6-8E923B6EFB7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C6A900D-36F7-3D76-78ED-A2CF97E4BA73}"/>
              </a:ext>
            </a:extLst>
          </p:cNvPr>
          <p:cNvSpPr>
            <a:spLocks noGrp="1"/>
          </p:cNvSpPr>
          <p:nvPr>
            <p:ph type="sldNum" sz="quarter" idx="12"/>
          </p:nvPr>
        </p:nvSpPr>
        <p:spPr/>
        <p:txBody>
          <a:bodyPr/>
          <a:lstStyle/>
          <a:p>
            <a:fld id="{D0373F24-AD9A-420B-A47D-1405E5F3C370}" type="slidenum">
              <a:rPr lang="en-IN" smtClean="0"/>
              <a:t>‹#›</a:t>
            </a:fld>
            <a:endParaRPr lang="en-IN"/>
          </a:p>
        </p:txBody>
      </p:sp>
    </p:spTree>
    <p:extLst>
      <p:ext uri="{BB962C8B-B14F-4D97-AF65-F5344CB8AC3E}">
        <p14:creationId xmlns:p14="http://schemas.microsoft.com/office/powerpoint/2010/main" val="3355924516"/>
      </p:ext>
    </p:extLst>
  </p:cSld>
  <p:clrMapOvr>
    <a:masterClrMapping/>
  </p:clrMapOvr>
  <p:transition spd="slow">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AA5D3E7-135A-5086-B8E5-35D2FCFB399D}"/>
              </a:ext>
            </a:extLst>
          </p:cNvPr>
          <p:cNvSpPr>
            <a:spLocks noGrp="1"/>
          </p:cNvSpPr>
          <p:nvPr>
            <p:ph type="dt" sz="half" idx="10"/>
          </p:nvPr>
        </p:nvSpPr>
        <p:spPr/>
        <p:txBody>
          <a:bodyPr/>
          <a:lstStyle/>
          <a:p>
            <a:fld id="{543AD8F5-07B9-4DE5-BDD8-0410836CD216}" type="datetimeFigureOut">
              <a:rPr lang="en-IN" smtClean="0"/>
              <a:t>23-01-2025</a:t>
            </a:fld>
            <a:endParaRPr lang="en-IN"/>
          </a:p>
        </p:txBody>
      </p:sp>
      <p:sp>
        <p:nvSpPr>
          <p:cNvPr id="3" name="Footer Placeholder 2">
            <a:extLst>
              <a:ext uri="{FF2B5EF4-FFF2-40B4-BE49-F238E27FC236}">
                <a16:creationId xmlns:a16="http://schemas.microsoft.com/office/drawing/2014/main" id="{2B7FA48F-08B0-417A-B45F-64717D9FF81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C1651E9-DB2A-1789-022C-F20F8C160C34}"/>
              </a:ext>
            </a:extLst>
          </p:cNvPr>
          <p:cNvSpPr>
            <a:spLocks noGrp="1"/>
          </p:cNvSpPr>
          <p:nvPr>
            <p:ph type="sldNum" sz="quarter" idx="12"/>
          </p:nvPr>
        </p:nvSpPr>
        <p:spPr/>
        <p:txBody>
          <a:bodyPr/>
          <a:lstStyle/>
          <a:p>
            <a:fld id="{D0373F24-AD9A-420B-A47D-1405E5F3C370}" type="slidenum">
              <a:rPr lang="en-IN" smtClean="0"/>
              <a:t>‹#›</a:t>
            </a:fld>
            <a:endParaRPr lang="en-IN"/>
          </a:p>
        </p:txBody>
      </p:sp>
    </p:spTree>
    <p:extLst>
      <p:ext uri="{BB962C8B-B14F-4D97-AF65-F5344CB8AC3E}">
        <p14:creationId xmlns:p14="http://schemas.microsoft.com/office/powerpoint/2010/main" val="2207229123"/>
      </p:ext>
    </p:extLst>
  </p:cSld>
  <p:clrMapOvr>
    <a:masterClrMapping/>
  </p:clrMapOvr>
  <p:transition spd="slow">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BA6EB-D26C-2711-4D47-3A64F85EF9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26A62CF-870C-50B7-6CDF-7AFB85CDDE3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F54A733-F93D-3596-6078-65DF810777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58D610C-5257-86AA-FA91-8D690BE4F1B9}"/>
              </a:ext>
            </a:extLst>
          </p:cNvPr>
          <p:cNvSpPr>
            <a:spLocks noGrp="1"/>
          </p:cNvSpPr>
          <p:nvPr>
            <p:ph type="dt" sz="half" idx="10"/>
          </p:nvPr>
        </p:nvSpPr>
        <p:spPr/>
        <p:txBody>
          <a:bodyPr/>
          <a:lstStyle/>
          <a:p>
            <a:fld id="{543AD8F5-07B9-4DE5-BDD8-0410836CD216}" type="datetimeFigureOut">
              <a:rPr lang="en-IN" smtClean="0"/>
              <a:t>23-01-2025</a:t>
            </a:fld>
            <a:endParaRPr lang="en-IN"/>
          </a:p>
        </p:txBody>
      </p:sp>
      <p:sp>
        <p:nvSpPr>
          <p:cNvPr id="6" name="Footer Placeholder 5">
            <a:extLst>
              <a:ext uri="{FF2B5EF4-FFF2-40B4-BE49-F238E27FC236}">
                <a16:creationId xmlns:a16="http://schemas.microsoft.com/office/drawing/2014/main" id="{F9F0F6FD-D76A-F71F-045E-B14A37BD8B9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9750066-8B49-206C-6CE4-B4DCAA940B4E}"/>
              </a:ext>
            </a:extLst>
          </p:cNvPr>
          <p:cNvSpPr>
            <a:spLocks noGrp="1"/>
          </p:cNvSpPr>
          <p:nvPr>
            <p:ph type="sldNum" sz="quarter" idx="12"/>
          </p:nvPr>
        </p:nvSpPr>
        <p:spPr/>
        <p:txBody>
          <a:bodyPr/>
          <a:lstStyle/>
          <a:p>
            <a:fld id="{D0373F24-AD9A-420B-A47D-1405E5F3C370}" type="slidenum">
              <a:rPr lang="en-IN" smtClean="0"/>
              <a:t>‹#›</a:t>
            </a:fld>
            <a:endParaRPr lang="en-IN"/>
          </a:p>
        </p:txBody>
      </p:sp>
    </p:spTree>
    <p:extLst>
      <p:ext uri="{BB962C8B-B14F-4D97-AF65-F5344CB8AC3E}">
        <p14:creationId xmlns:p14="http://schemas.microsoft.com/office/powerpoint/2010/main" val="4002919298"/>
      </p:ext>
    </p:extLst>
  </p:cSld>
  <p:clrMapOvr>
    <a:masterClrMapping/>
  </p:clrMapOvr>
  <p:transition spd="slow">
    <p:push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1B34F-738A-01B9-FC5B-89DAA731365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0826E3A-769F-5751-D8B1-4D742172B5B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51551C6-8536-D8E4-9173-DD28D7AB93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3FEDF4A-5F32-53B9-57F3-6B9B21DA5E75}"/>
              </a:ext>
            </a:extLst>
          </p:cNvPr>
          <p:cNvSpPr>
            <a:spLocks noGrp="1"/>
          </p:cNvSpPr>
          <p:nvPr>
            <p:ph type="dt" sz="half" idx="10"/>
          </p:nvPr>
        </p:nvSpPr>
        <p:spPr/>
        <p:txBody>
          <a:bodyPr/>
          <a:lstStyle/>
          <a:p>
            <a:fld id="{543AD8F5-07B9-4DE5-BDD8-0410836CD216}" type="datetimeFigureOut">
              <a:rPr lang="en-IN" smtClean="0"/>
              <a:t>23-01-2025</a:t>
            </a:fld>
            <a:endParaRPr lang="en-IN"/>
          </a:p>
        </p:txBody>
      </p:sp>
      <p:sp>
        <p:nvSpPr>
          <p:cNvPr id="6" name="Footer Placeholder 5">
            <a:extLst>
              <a:ext uri="{FF2B5EF4-FFF2-40B4-BE49-F238E27FC236}">
                <a16:creationId xmlns:a16="http://schemas.microsoft.com/office/drawing/2014/main" id="{B446F9AE-726D-93CA-1E71-E5C9EF5BA9A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C4C5DC9-B520-0AFA-A88F-CC4018B87CC9}"/>
              </a:ext>
            </a:extLst>
          </p:cNvPr>
          <p:cNvSpPr>
            <a:spLocks noGrp="1"/>
          </p:cNvSpPr>
          <p:nvPr>
            <p:ph type="sldNum" sz="quarter" idx="12"/>
          </p:nvPr>
        </p:nvSpPr>
        <p:spPr/>
        <p:txBody>
          <a:bodyPr/>
          <a:lstStyle/>
          <a:p>
            <a:fld id="{D0373F24-AD9A-420B-A47D-1405E5F3C370}" type="slidenum">
              <a:rPr lang="en-IN" smtClean="0"/>
              <a:t>‹#›</a:t>
            </a:fld>
            <a:endParaRPr lang="en-IN"/>
          </a:p>
        </p:txBody>
      </p:sp>
    </p:spTree>
    <p:extLst>
      <p:ext uri="{BB962C8B-B14F-4D97-AF65-F5344CB8AC3E}">
        <p14:creationId xmlns:p14="http://schemas.microsoft.com/office/powerpoint/2010/main" val="3394103669"/>
      </p:ext>
    </p:extLst>
  </p:cSld>
  <p:clrMapOvr>
    <a:masterClrMapping/>
  </p:clrMapOvr>
  <p:transition spd="slow">
    <p:push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8E97F-6141-84F9-940F-0A5738ED712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C9C91F1-8C65-6C22-520E-6D319752120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E45DE35-8091-07FF-10DA-3D59A2BC81DF}"/>
              </a:ext>
            </a:extLst>
          </p:cNvPr>
          <p:cNvSpPr>
            <a:spLocks noGrp="1"/>
          </p:cNvSpPr>
          <p:nvPr>
            <p:ph type="dt" sz="half" idx="10"/>
          </p:nvPr>
        </p:nvSpPr>
        <p:spPr/>
        <p:txBody>
          <a:bodyPr/>
          <a:lstStyle/>
          <a:p>
            <a:fld id="{543AD8F5-07B9-4DE5-BDD8-0410836CD216}" type="datetimeFigureOut">
              <a:rPr lang="en-IN" smtClean="0"/>
              <a:t>23-01-2025</a:t>
            </a:fld>
            <a:endParaRPr lang="en-IN"/>
          </a:p>
        </p:txBody>
      </p:sp>
      <p:sp>
        <p:nvSpPr>
          <p:cNvPr id="5" name="Footer Placeholder 4">
            <a:extLst>
              <a:ext uri="{FF2B5EF4-FFF2-40B4-BE49-F238E27FC236}">
                <a16:creationId xmlns:a16="http://schemas.microsoft.com/office/drawing/2014/main" id="{95CFEA0D-3E80-9F84-5BF5-78FED563175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2724700-128A-6FD5-AAE9-B5CB5F136A3F}"/>
              </a:ext>
            </a:extLst>
          </p:cNvPr>
          <p:cNvSpPr>
            <a:spLocks noGrp="1"/>
          </p:cNvSpPr>
          <p:nvPr>
            <p:ph type="sldNum" sz="quarter" idx="12"/>
          </p:nvPr>
        </p:nvSpPr>
        <p:spPr/>
        <p:txBody>
          <a:bodyPr/>
          <a:lstStyle/>
          <a:p>
            <a:fld id="{D0373F24-AD9A-420B-A47D-1405E5F3C370}" type="slidenum">
              <a:rPr lang="en-IN" smtClean="0"/>
              <a:t>‹#›</a:t>
            </a:fld>
            <a:endParaRPr lang="en-IN"/>
          </a:p>
        </p:txBody>
      </p:sp>
    </p:spTree>
    <p:extLst>
      <p:ext uri="{BB962C8B-B14F-4D97-AF65-F5344CB8AC3E}">
        <p14:creationId xmlns:p14="http://schemas.microsoft.com/office/powerpoint/2010/main" val="34437985"/>
      </p:ext>
    </p:extLst>
  </p:cSld>
  <p:clrMapOvr>
    <a:masterClrMapping/>
  </p:clrMapOvr>
  <p:transition spd="slow">
    <p:push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FF7EC2E-5113-DE3C-2D56-B5657E5B43A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E144F10-26F1-0408-9D20-6DBDCE85D58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E5DBF13-39E1-5223-F394-351967204AD4}"/>
              </a:ext>
            </a:extLst>
          </p:cNvPr>
          <p:cNvSpPr>
            <a:spLocks noGrp="1"/>
          </p:cNvSpPr>
          <p:nvPr>
            <p:ph type="dt" sz="half" idx="10"/>
          </p:nvPr>
        </p:nvSpPr>
        <p:spPr/>
        <p:txBody>
          <a:bodyPr/>
          <a:lstStyle/>
          <a:p>
            <a:fld id="{543AD8F5-07B9-4DE5-BDD8-0410836CD216}" type="datetimeFigureOut">
              <a:rPr lang="en-IN" smtClean="0"/>
              <a:t>23-01-2025</a:t>
            </a:fld>
            <a:endParaRPr lang="en-IN"/>
          </a:p>
        </p:txBody>
      </p:sp>
      <p:sp>
        <p:nvSpPr>
          <p:cNvPr id="5" name="Footer Placeholder 4">
            <a:extLst>
              <a:ext uri="{FF2B5EF4-FFF2-40B4-BE49-F238E27FC236}">
                <a16:creationId xmlns:a16="http://schemas.microsoft.com/office/drawing/2014/main" id="{483808EB-28AB-E9A8-EF63-D2513DA7D50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652B262-E24F-02F7-39DF-8DD3CC704C00}"/>
              </a:ext>
            </a:extLst>
          </p:cNvPr>
          <p:cNvSpPr>
            <a:spLocks noGrp="1"/>
          </p:cNvSpPr>
          <p:nvPr>
            <p:ph type="sldNum" sz="quarter" idx="12"/>
          </p:nvPr>
        </p:nvSpPr>
        <p:spPr/>
        <p:txBody>
          <a:bodyPr/>
          <a:lstStyle/>
          <a:p>
            <a:fld id="{D0373F24-AD9A-420B-A47D-1405E5F3C370}" type="slidenum">
              <a:rPr lang="en-IN" smtClean="0"/>
              <a:t>‹#›</a:t>
            </a:fld>
            <a:endParaRPr lang="en-IN"/>
          </a:p>
        </p:txBody>
      </p:sp>
    </p:spTree>
    <p:extLst>
      <p:ext uri="{BB962C8B-B14F-4D97-AF65-F5344CB8AC3E}">
        <p14:creationId xmlns:p14="http://schemas.microsoft.com/office/powerpoint/2010/main" val="4265925190"/>
      </p:ext>
    </p:extLst>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0016D27-E294-5E50-DA5C-E20DCD59EB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88F7B5D-FAA9-E3F4-0124-5E3675DEDE0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D04F6D7-4434-02FF-3B81-DDD28D62E4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3AD8F5-07B9-4DE5-BDD8-0410836CD216}" type="datetimeFigureOut">
              <a:rPr lang="en-IN" smtClean="0"/>
              <a:t>23-01-2025</a:t>
            </a:fld>
            <a:endParaRPr lang="en-IN"/>
          </a:p>
        </p:txBody>
      </p:sp>
      <p:sp>
        <p:nvSpPr>
          <p:cNvPr id="5" name="Footer Placeholder 4">
            <a:extLst>
              <a:ext uri="{FF2B5EF4-FFF2-40B4-BE49-F238E27FC236}">
                <a16:creationId xmlns:a16="http://schemas.microsoft.com/office/drawing/2014/main" id="{88FBEC12-6A4D-FE33-F3A7-1ADEEF3B60E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2AF581F-CD9D-88A1-53C2-588BA9F82D0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373F24-AD9A-420B-A47D-1405E5F3C370}" type="slidenum">
              <a:rPr lang="en-IN" smtClean="0"/>
              <a:t>‹#›</a:t>
            </a:fld>
            <a:endParaRPr lang="en-IN"/>
          </a:p>
        </p:txBody>
      </p:sp>
    </p:spTree>
    <p:extLst>
      <p:ext uri="{BB962C8B-B14F-4D97-AF65-F5344CB8AC3E}">
        <p14:creationId xmlns:p14="http://schemas.microsoft.com/office/powerpoint/2010/main" val="15990941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push dir="u"/>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8E128-C0E9-B612-7784-85CB89A39975}"/>
              </a:ext>
            </a:extLst>
          </p:cNvPr>
          <p:cNvSpPr>
            <a:spLocks noGrp="1"/>
          </p:cNvSpPr>
          <p:nvPr>
            <p:ph type="ctrTitle"/>
          </p:nvPr>
        </p:nvSpPr>
        <p:spPr/>
        <p:txBody>
          <a:bodyPr/>
          <a:lstStyle/>
          <a:p>
            <a:r>
              <a:rPr lang="en-IN" dirty="0"/>
              <a:t>Module-01</a:t>
            </a:r>
          </a:p>
        </p:txBody>
      </p:sp>
      <p:sp>
        <p:nvSpPr>
          <p:cNvPr id="3" name="Subtitle 2">
            <a:extLst>
              <a:ext uri="{FF2B5EF4-FFF2-40B4-BE49-F238E27FC236}">
                <a16:creationId xmlns:a16="http://schemas.microsoft.com/office/drawing/2014/main" id="{8285EEBB-67D0-0F48-0518-333724E633B1}"/>
              </a:ext>
            </a:extLst>
          </p:cNvPr>
          <p:cNvSpPr>
            <a:spLocks noGrp="1"/>
          </p:cNvSpPr>
          <p:nvPr>
            <p:ph type="subTitle" idx="1"/>
          </p:nvPr>
        </p:nvSpPr>
        <p:spPr/>
        <p:txBody>
          <a:bodyPr/>
          <a:lstStyle/>
          <a:p>
            <a:r>
              <a:rPr lang="en-IN" dirty="0"/>
              <a:t>Linked List , Stack , Queue</a:t>
            </a:r>
          </a:p>
        </p:txBody>
      </p:sp>
    </p:spTree>
    <p:extLst>
      <p:ext uri="{BB962C8B-B14F-4D97-AF65-F5344CB8AC3E}">
        <p14:creationId xmlns:p14="http://schemas.microsoft.com/office/powerpoint/2010/main" val="3177797581"/>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AB031-1A1E-3391-F760-814E43CD6960}"/>
              </a:ext>
            </a:extLst>
          </p:cNvPr>
          <p:cNvSpPr>
            <a:spLocks noGrp="1"/>
          </p:cNvSpPr>
          <p:nvPr>
            <p:ph type="title"/>
          </p:nvPr>
        </p:nvSpPr>
        <p:spPr/>
        <p:txBody>
          <a:bodyPr/>
          <a:lstStyle/>
          <a:p>
            <a:r>
              <a:rPr lang="en-IN" b="1" u="sng" dirty="0">
                <a:solidFill>
                  <a:srgbClr val="FF0000"/>
                </a:solidFill>
              </a:rPr>
              <a:t>Data Structures</a:t>
            </a:r>
          </a:p>
        </p:txBody>
      </p:sp>
      <p:sp>
        <p:nvSpPr>
          <p:cNvPr id="3" name="Content Placeholder 2">
            <a:extLst>
              <a:ext uri="{FF2B5EF4-FFF2-40B4-BE49-F238E27FC236}">
                <a16:creationId xmlns:a16="http://schemas.microsoft.com/office/drawing/2014/main" id="{FA2EF685-0BAC-A622-15D7-144197CC15CE}"/>
              </a:ext>
            </a:extLst>
          </p:cNvPr>
          <p:cNvSpPr>
            <a:spLocks noGrp="1"/>
          </p:cNvSpPr>
          <p:nvPr>
            <p:ph idx="1"/>
          </p:nvPr>
        </p:nvSpPr>
        <p:spPr/>
        <p:txBody>
          <a:bodyPr>
            <a:normAutofit/>
          </a:bodyPr>
          <a:lstStyle/>
          <a:p>
            <a:r>
              <a:rPr lang="en-IN" sz="2200" dirty="0">
                <a:effectLst/>
                <a:latin typeface="Calibri" panose="020F0502020204030204" pitchFamily="34" charset="0"/>
                <a:ea typeface="Calibri" panose="020F0502020204030204" pitchFamily="34" charset="0"/>
                <a:cs typeface="Times New Roman" panose="02020603050405020304" pitchFamily="18" charset="0"/>
              </a:rPr>
              <a:t>Organized ways to store and manipulate data.</a:t>
            </a:r>
          </a:p>
          <a:p>
            <a:pPr marL="0" indent="0">
              <a:buNone/>
            </a:pPr>
            <a:endParaRPr lang="en-IN" sz="2200" dirty="0">
              <a:latin typeface="Calibri" panose="020F0502020204030204" pitchFamily="34" charset="0"/>
              <a:ea typeface="Calibri" panose="020F0502020204030204" pitchFamily="34" charset="0"/>
              <a:cs typeface="Times New Roman" panose="02020603050405020304" pitchFamily="18" charset="0"/>
            </a:endParaRPr>
          </a:p>
          <a:p>
            <a:endParaRPr lang="en-IN" sz="2200" dirty="0">
              <a:latin typeface="Calibri" panose="020F0502020204030204" pitchFamily="34" charset="0"/>
              <a:ea typeface="Calibri" panose="020F0502020204030204" pitchFamily="34" charset="0"/>
              <a:cs typeface="Times New Roman" panose="02020603050405020304" pitchFamily="18" charset="0"/>
            </a:endParaRPr>
          </a:p>
          <a:p>
            <a:r>
              <a:rPr lang="en-IN" sz="2200" b="1" dirty="0"/>
              <a:t>Real-Time Applications</a:t>
            </a:r>
          </a:p>
          <a:p>
            <a:pPr>
              <a:buFont typeface="Arial" panose="020B0604020202020204" pitchFamily="34" charset="0"/>
              <a:buChar char="•"/>
            </a:pPr>
            <a:r>
              <a:rPr lang="en-US" sz="2200" dirty="0"/>
              <a:t>Databases: Efficient storage and retrieval.</a:t>
            </a:r>
          </a:p>
          <a:p>
            <a:pPr>
              <a:buFont typeface="Arial" panose="020B0604020202020204" pitchFamily="34" charset="0"/>
              <a:buChar char="•"/>
            </a:pPr>
            <a:r>
              <a:rPr lang="en-US" sz="2200" dirty="0"/>
              <a:t>Operating Systems: Process scheduling.</a:t>
            </a:r>
          </a:p>
          <a:p>
            <a:pPr>
              <a:buFont typeface="Arial" panose="020B0604020202020204" pitchFamily="34" charset="0"/>
              <a:buChar char="•"/>
            </a:pPr>
            <a:r>
              <a:rPr lang="en-US" sz="2200" dirty="0"/>
              <a:t>Networking: Routing and data packet management.</a:t>
            </a:r>
          </a:p>
          <a:p>
            <a:pPr>
              <a:buFont typeface="Arial" panose="020B0604020202020204" pitchFamily="34" charset="0"/>
              <a:buChar char="•"/>
            </a:pPr>
            <a:r>
              <a:rPr lang="en-US" sz="2200" dirty="0"/>
              <a:t>Web Development: Session and state management.</a:t>
            </a:r>
          </a:p>
          <a:p>
            <a:pPr>
              <a:buFont typeface="Arial" panose="020B0604020202020204" pitchFamily="34" charset="0"/>
              <a:buChar char="•"/>
            </a:pPr>
            <a:r>
              <a:rPr lang="en-US" sz="2200" dirty="0"/>
              <a:t>AI/ML: Data preprocessing and model representation.</a:t>
            </a:r>
            <a:endParaRPr lang="en-IN" sz="22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sz="2200" dirty="0"/>
          </a:p>
        </p:txBody>
      </p:sp>
    </p:spTree>
    <p:extLst>
      <p:ext uri="{BB962C8B-B14F-4D97-AF65-F5344CB8AC3E}">
        <p14:creationId xmlns:p14="http://schemas.microsoft.com/office/powerpoint/2010/main" val="2837744989"/>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Data Structures: The Basics. I recently graduated from a coding… | by  Kristy Parker | The Startup | Medium">
            <a:extLst>
              <a:ext uri="{FF2B5EF4-FFF2-40B4-BE49-F238E27FC236}">
                <a16:creationId xmlns:a16="http://schemas.microsoft.com/office/drawing/2014/main" id="{97FA132B-5385-CAB7-3833-67C212B1F6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9368" y="304801"/>
            <a:ext cx="11431356" cy="61181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4280207"/>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8A0BB-239E-8E21-177A-A4A52A7804B1}"/>
              </a:ext>
            </a:extLst>
          </p:cNvPr>
          <p:cNvSpPr>
            <a:spLocks noGrp="1"/>
          </p:cNvSpPr>
          <p:nvPr>
            <p:ph type="title"/>
          </p:nvPr>
        </p:nvSpPr>
        <p:spPr/>
        <p:txBody>
          <a:bodyPr/>
          <a:lstStyle/>
          <a:p>
            <a:r>
              <a:rPr lang="en-IN" b="1" dirty="0">
                <a:solidFill>
                  <a:srgbClr val="FF0000"/>
                </a:solidFill>
              </a:rPr>
              <a:t>Arrays</a:t>
            </a:r>
          </a:p>
        </p:txBody>
      </p:sp>
      <p:sp>
        <p:nvSpPr>
          <p:cNvPr id="3" name="Content Placeholder 2">
            <a:extLst>
              <a:ext uri="{FF2B5EF4-FFF2-40B4-BE49-F238E27FC236}">
                <a16:creationId xmlns:a16="http://schemas.microsoft.com/office/drawing/2014/main" id="{C428E230-12BC-5615-8E73-7E347A7E4C70}"/>
              </a:ext>
            </a:extLst>
          </p:cNvPr>
          <p:cNvSpPr>
            <a:spLocks noGrp="1"/>
          </p:cNvSpPr>
          <p:nvPr>
            <p:ph idx="1"/>
          </p:nvPr>
        </p:nvSpPr>
        <p:spPr/>
        <p:txBody>
          <a:bodyPr/>
          <a:lstStyle/>
          <a:p>
            <a:r>
              <a:rPr lang="en-IN" sz="1800" dirty="0">
                <a:effectLst/>
                <a:latin typeface="Calibri" panose="020F0502020204030204" pitchFamily="34" charset="0"/>
                <a:ea typeface="Calibri" panose="020F0502020204030204" pitchFamily="34" charset="0"/>
                <a:cs typeface="Times New Roman" panose="02020603050405020304" pitchFamily="18" charset="0"/>
              </a:rPr>
              <a:t>Collection of elements of same type , identified by index.</a:t>
            </a:r>
          </a:p>
          <a:p>
            <a:pPr marL="0" indent="0">
              <a:buNone/>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buFont typeface="Wingdings" panose="05000000000000000000" pitchFamily="2" charset="2"/>
              <a:buChar char="q"/>
            </a:pPr>
            <a:r>
              <a:rPr lang="en-IN" sz="1800" dirty="0">
                <a:effectLst/>
                <a:latin typeface="Calibri" panose="020F0502020204030204" pitchFamily="34" charset="0"/>
                <a:ea typeface="Calibri" panose="020F0502020204030204" pitchFamily="34" charset="0"/>
                <a:cs typeface="Times New Roman" panose="02020603050405020304" pitchFamily="18" charset="0"/>
              </a:rPr>
              <a:t>Characteristics:</a:t>
            </a:r>
            <a:endParaRPr lang="en-IN" sz="18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Font typeface="Wingdings" panose="05000000000000000000" pitchFamily="2" charset="2"/>
              <a:buChar char="ü"/>
            </a:pPr>
            <a:r>
              <a:rPr lang="en-IN" sz="1800" dirty="0">
                <a:effectLst/>
                <a:latin typeface="Calibri" panose="020F0502020204030204" pitchFamily="34" charset="0"/>
                <a:ea typeface="Calibri" panose="020F0502020204030204" pitchFamily="34" charset="0"/>
                <a:cs typeface="Times New Roman" panose="02020603050405020304" pitchFamily="18" charset="0"/>
              </a:rPr>
              <a:t>Fixed size.</a:t>
            </a:r>
          </a:p>
          <a:p>
            <a:pPr>
              <a:lnSpc>
                <a:spcPct val="107000"/>
              </a:lnSpc>
              <a:spcAft>
                <a:spcPts val="800"/>
              </a:spcAft>
              <a:buFont typeface="Wingdings" panose="05000000000000000000" pitchFamily="2" charset="2"/>
              <a:buChar char="ü"/>
            </a:pPr>
            <a:r>
              <a:rPr lang="en-IN" sz="1800" dirty="0">
                <a:effectLst/>
                <a:latin typeface="Calibri" panose="020F0502020204030204" pitchFamily="34" charset="0"/>
                <a:ea typeface="Calibri" panose="020F0502020204030204" pitchFamily="34" charset="0"/>
                <a:cs typeface="Times New Roman" panose="02020603050405020304" pitchFamily="18" charset="0"/>
              </a:rPr>
              <a:t>Random access. </a:t>
            </a:r>
          </a:p>
          <a:p>
            <a:pPr>
              <a:lnSpc>
                <a:spcPct val="107000"/>
              </a:lnSpc>
              <a:spcAft>
                <a:spcPts val="800"/>
              </a:spcAft>
              <a:buFont typeface="Wingdings" panose="05000000000000000000" pitchFamily="2" charset="2"/>
              <a:buChar char="ü"/>
            </a:pPr>
            <a:r>
              <a:rPr lang="en-IN" sz="1800" dirty="0">
                <a:effectLst/>
                <a:latin typeface="Calibri" panose="020F0502020204030204" pitchFamily="34" charset="0"/>
                <a:ea typeface="Calibri" panose="020F0502020204030204" pitchFamily="34" charset="0"/>
                <a:cs typeface="Times New Roman" panose="02020603050405020304" pitchFamily="18" charset="0"/>
              </a:rPr>
              <a:t>Homogeneous data.</a:t>
            </a:r>
          </a:p>
          <a:p>
            <a:pPr>
              <a:lnSpc>
                <a:spcPct val="107000"/>
              </a:lnSpc>
              <a:spcAft>
                <a:spcPts val="800"/>
              </a:spcAft>
              <a:buFont typeface="Wingdings" panose="05000000000000000000" pitchFamily="2" charset="2"/>
              <a:buChar char="q"/>
            </a:pPr>
            <a:r>
              <a:rPr lang="en-IN" sz="1800" dirty="0">
                <a:latin typeface="Calibri" panose="020F0502020204030204" pitchFamily="34" charset="0"/>
                <a:ea typeface="Calibri" panose="020F0502020204030204" pitchFamily="34" charset="0"/>
                <a:cs typeface="Times New Roman" panose="02020603050405020304" pitchFamily="18" charset="0"/>
              </a:rPr>
              <a:t>Syntax</a:t>
            </a:r>
          </a:p>
          <a:p>
            <a:pPr>
              <a:lnSpc>
                <a:spcPct val="107000"/>
              </a:lnSpc>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int[] numbers = {1, 2, 3, 4};</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dirty="0" err="1">
                <a:effectLst/>
                <a:latin typeface="Calibri" panose="020F0502020204030204" pitchFamily="34" charset="0"/>
                <a:ea typeface="Calibri" panose="020F0502020204030204" pitchFamily="34" charset="0"/>
                <a:cs typeface="Times New Roman" panose="02020603050405020304" pitchFamily="18" charset="0"/>
              </a:rPr>
              <a:t>System.out.println</a:t>
            </a:r>
            <a:r>
              <a:rPr lang="en-US" sz="1800" dirty="0">
                <a:effectLst/>
                <a:latin typeface="Calibri" panose="020F0502020204030204" pitchFamily="34" charset="0"/>
                <a:ea typeface="Calibri" panose="020F0502020204030204" pitchFamily="34" charset="0"/>
                <a:cs typeface="Times New Roman" panose="02020603050405020304" pitchFamily="18" charset="0"/>
              </a:rPr>
              <a:t>(numbers[2]);</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083067087"/>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Java Array - Scientech Easy">
            <a:extLst>
              <a:ext uri="{FF2B5EF4-FFF2-40B4-BE49-F238E27FC236}">
                <a16:creationId xmlns:a16="http://schemas.microsoft.com/office/drawing/2014/main" id="{D9D81179-5C0A-D6B1-BAA5-DCBCB8C602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55174" y="894735"/>
            <a:ext cx="9183329" cy="5417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7594395"/>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E5B75C5-6F70-4DCE-1D56-D825AF02A839}"/>
              </a:ext>
            </a:extLst>
          </p:cNvPr>
          <p:cNvSpPr>
            <a:spLocks noGrp="1"/>
          </p:cNvSpPr>
          <p:nvPr>
            <p:ph idx="1"/>
          </p:nvPr>
        </p:nvSpPr>
        <p:spPr>
          <a:xfrm>
            <a:off x="737419" y="953729"/>
            <a:ext cx="10616381" cy="5223234"/>
          </a:xfrm>
        </p:spPr>
        <p:txBody>
          <a:bodyPr/>
          <a:lstStyle/>
          <a:p>
            <a:pPr>
              <a:buFont typeface="Arial" panose="020B0604020202020204" pitchFamily="34" charset="0"/>
              <a:buChar char="•"/>
            </a:pPr>
            <a:r>
              <a:rPr lang="en-US" b="1" dirty="0"/>
              <a:t>Advantages</a:t>
            </a:r>
            <a:r>
              <a:rPr lang="en-US" dirty="0"/>
              <a:t>:</a:t>
            </a:r>
          </a:p>
          <a:p>
            <a:pPr marL="742950" lvl="1" indent="-285750">
              <a:buFont typeface="Arial" panose="020B0604020202020204" pitchFamily="34" charset="0"/>
              <a:buChar char="•"/>
            </a:pPr>
            <a:r>
              <a:rPr lang="en-US" dirty="0"/>
              <a:t>Fast access.</a:t>
            </a:r>
          </a:p>
          <a:p>
            <a:pPr marL="457200" lvl="1" indent="0">
              <a:buNone/>
            </a:pPr>
            <a:endParaRPr lang="en-US" dirty="0"/>
          </a:p>
          <a:p>
            <a:pPr marL="457200" lvl="1" indent="0">
              <a:buNone/>
            </a:pPr>
            <a:endParaRPr lang="en-US" dirty="0"/>
          </a:p>
          <a:p>
            <a:pPr>
              <a:buFont typeface="Arial" panose="020B0604020202020204" pitchFamily="34" charset="0"/>
              <a:buChar char="•"/>
            </a:pPr>
            <a:r>
              <a:rPr lang="en-US" b="1" dirty="0"/>
              <a:t>Disadvantages</a:t>
            </a:r>
            <a:r>
              <a:rPr lang="en-US" dirty="0"/>
              <a:t>:</a:t>
            </a:r>
          </a:p>
          <a:p>
            <a:pPr marL="742950" lvl="1" indent="-285750">
              <a:buFont typeface="Arial" panose="020B0604020202020204" pitchFamily="34" charset="0"/>
              <a:buChar char="•"/>
            </a:pPr>
            <a:r>
              <a:rPr lang="en-US" dirty="0"/>
              <a:t>Static size.</a:t>
            </a:r>
          </a:p>
          <a:p>
            <a:pPr marL="742950" lvl="1" indent="-285750">
              <a:buFont typeface="Arial" panose="020B0604020202020204" pitchFamily="34" charset="0"/>
              <a:buChar char="•"/>
            </a:pPr>
            <a:r>
              <a:rPr lang="en-US" dirty="0"/>
              <a:t>Insertion/Deletion is costly.</a:t>
            </a:r>
          </a:p>
          <a:p>
            <a:endParaRPr lang="en-IN" dirty="0"/>
          </a:p>
        </p:txBody>
      </p:sp>
    </p:spTree>
    <p:extLst>
      <p:ext uri="{BB962C8B-B14F-4D97-AF65-F5344CB8AC3E}">
        <p14:creationId xmlns:p14="http://schemas.microsoft.com/office/powerpoint/2010/main" val="3836368563"/>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AC5DB6-D52C-7B16-2255-8684BAE583E8}"/>
              </a:ext>
            </a:extLst>
          </p:cNvPr>
          <p:cNvSpPr>
            <a:spLocks noGrp="1"/>
          </p:cNvSpPr>
          <p:nvPr>
            <p:ph type="title"/>
          </p:nvPr>
        </p:nvSpPr>
        <p:spPr>
          <a:xfrm>
            <a:off x="838200" y="365125"/>
            <a:ext cx="10515600" cy="1070385"/>
          </a:xfrm>
        </p:spPr>
        <p:txBody>
          <a:bodyPr/>
          <a:lstStyle/>
          <a:p>
            <a:r>
              <a:rPr lang="en-IN" b="1" dirty="0">
                <a:solidFill>
                  <a:srgbClr val="FF0000"/>
                </a:solidFill>
              </a:rPr>
              <a:t>Linked Lists</a:t>
            </a:r>
            <a:endParaRPr lang="en-IN" dirty="0">
              <a:solidFill>
                <a:srgbClr val="FF0000"/>
              </a:solidFill>
            </a:endParaRPr>
          </a:p>
        </p:txBody>
      </p:sp>
      <p:sp>
        <p:nvSpPr>
          <p:cNvPr id="3" name="Content Placeholder 2">
            <a:extLst>
              <a:ext uri="{FF2B5EF4-FFF2-40B4-BE49-F238E27FC236}">
                <a16:creationId xmlns:a16="http://schemas.microsoft.com/office/drawing/2014/main" id="{EC954B61-2CE8-8FCA-1AAE-2F0E5F561DC6}"/>
              </a:ext>
            </a:extLst>
          </p:cNvPr>
          <p:cNvSpPr>
            <a:spLocks noGrp="1"/>
          </p:cNvSpPr>
          <p:nvPr>
            <p:ph idx="1"/>
          </p:nvPr>
        </p:nvSpPr>
        <p:spPr>
          <a:xfrm>
            <a:off x="838200" y="1435510"/>
            <a:ext cx="10515600" cy="4741453"/>
          </a:xfrm>
        </p:spPr>
        <p:txBody>
          <a:bodyPr/>
          <a:lstStyle/>
          <a:p>
            <a:r>
              <a:rPr lang="en-US" dirty="0"/>
              <a:t>Sequence of nodes, where each node points to the next.</a:t>
            </a:r>
          </a:p>
          <a:p>
            <a:endParaRPr lang="en-IN" dirty="0"/>
          </a:p>
        </p:txBody>
      </p:sp>
      <p:pic>
        <p:nvPicPr>
          <p:cNvPr id="1026" name="Picture 2" descr="Data Structures in JavaScript (Part 1: Linked Lists) | by Yutaro Tsuji |  Medium">
            <a:extLst>
              <a:ext uri="{FF2B5EF4-FFF2-40B4-BE49-F238E27FC236}">
                <a16:creationId xmlns:a16="http://schemas.microsoft.com/office/drawing/2014/main" id="{48B70062-9F7A-A999-AD80-80AAF80141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1780" y="2389239"/>
            <a:ext cx="11238271" cy="42353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8245453"/>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F5D3C3C-4B18-7674-79E5-17D59EB70A2D}"/>
              </a:ext>
            </a:extLst>
          </p:cNvPr>
          <p:cNvSpPr>
            <a:spLocks noGrp="1"/>
          </p:cNvSpPr>
          <p:nvPr>
            <p:ph idx="1"/>
          </p:nvPr>
        </p:nvSpPr>
        <p:spPr>
          <a:xfrm>
            <a:off x="616226" y="765313"/>
            <a:ext cx="10737574" cy="5411650"/>
          </a:xfrm>
        </p:spPr>
        <p:txBody>
          <a:bodyPr>
            <a:normAutofit/>
          </a:bodyPr>
          <a:lstStyle/>
          <a:p>
            <a:pPr lvl="0">
              <a:lnSpc>
                <a:spcPct val="107000"/>
              </a:lnSpc>
              <a:spcAft>
                <a:spcPts val="800"/>
              </a:spcAft>
              <a:buSzPts val="1000"/>
              <a:buFont typeface="Wingdings" panose="05000000000000000000" pitchFamily="2" charset="2"/>
              <a:buChar char="q"/>
              <a:tabLst>
                <a:tab pos="457200" algn="l"/>
              </a:tabLst>
            </a:pPr>
            <a:r>
              <a:rPr lang="en-IN" sz="2600" b="1" dirty="0">
                <a:effectLst/>
                <a:latin typeface="Calibri" panose="020F0502020204030204" pitchFamily="34" charset="0"/>
                <a:ea typeface="Calibri" panose="020F0502020204030204" pitchFamily="34" charset="0"/>
                <a:cs typeface="Times New Roman" panose="02020603050405020304" pitchFamily="18" charset="0"/>
              </a:rPr>
              <a:t>Advantages</a:t>
            </a:r>
            <a:r>
              <a:rPr lang="en-IN" sz="2600" dirty="0">
                <a:effectLst/>
                <a:latin typeface="Calibri" panose="020F0502020204030204" pitchFamily="34" charset="0"/>
                <a:ea typeface="Calibri" panose="020F0502020204030204" pitchFamily="34" charset="0"/>
                <a:cs typeface="Times New Roman" panose="02020603050405020304" pitchFamily="18" charset="0"/>
              </a:rPr>
              <a:t>:</a:t>
            </a:r>
          </a:p>
          <a:p>
            <a:pPr lvl="1">
              <a:lnSpc>
                <a:spcPct val="107000"/>
              </a:lnSpc>
              <a:spcAft>
                <a:spcPts val="800"/>
              </a:spcAft>
              <a:buSzPts val="1000"/>
              <a:buFont typeface="Wingdings" panose="05000000000000000000" pitchFamily="2" charset="2"/>
              <a:buChar char="q"/>
              <a:tabLst>
                <a:tab pos="914400" algn="l"/>
              </a:tabLst>
            </a:pPr>
            <a:r>
              <a:rPr lang="en-IN" sz="2600" dirty="0">
                <a:effectLst/>
                <a:latin typeface="Calibri" panose="020F0502020204030204" pitchFamily="34" charset="0"/>
                <a:ea typeface="Calibri" panose="020F0502020204030204" pitchFamily="34" charset="0"/>
                <a:cs typeface="Times New Roman" panose="02020603050405020304" pitchFamily="18" charset="0"/>
              </a:rPr>
              <a:t>Dynamic size.</a:t>
            </a:r>
          </a:p>
          <a:p>
            <a:pPr lvl="1">
              <a:lnSpc>
                <a:spcPct val="107000"/>
              </a:lnSpc>
              <a:spcAft>
                <a:spcPts val="800"/>
              </a:spcAft>
              <a:buSzPts val="1000"/>
              <a:buFont typeface="Wingdings" panose="05000000000000000000" pitchFamily="2" charset="2"/>
              <a:buChar char="q"/>
              <a:tabLst>
                <a:tab pos="914400" algn="l"/>
              </a:tabLst>
            </a:pPr>
            <a:r>
              <a:rPr lang="en-IN" sz="2600" dirty="0">
                <a:effectLst/>
                <a:latin typeface="Calibri" panose="020F0502020204030204" pitchFamily="34" charset="0"/>
                <a:ea typeface="Calibri" panose="020F0502020204030204" pitchFamily="34" charset="0"/>
                <a:cs typeface="Times New Roman" panose="02020603050405020304" pitchFamily="18" charset="0"/>
              </a:rPr>
              <a:t>Easier insertion/deletion.</a:t>
            </a:r>
          </a:p>
          <a:p>
            <a:pPr marL="457200" lvl="1" indent="0">
              <a:lnSpc>
                <a:spcPct val="107000"/>
              </a:lnSpc>
              <a:spcAft>
                <a:spcPts val="800"/>
              </a:spcAft>
              <a:buSzPts val="1000"/>
              <a:buNone/>
              <a:tabLst>
                <a:tab pos="914400" algn="l"/>
              </a:tabLst>
            </a:pPr>
            <a:endParaRPr lang="en-IN" sz="2600" dirty="0">
              <a:effectLst/>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spcAft>
                <a:spcPts val="800"/>
              </a:spcAft>
              <a:buSzPts val="1000"/>
              <a:buFont typeface="Wingdings" panose="05000000000000000000" pitchFamily="2" charset="2"/>
              <a:buChar char="q"/>
              <a:tabLst>
                <a:tab pos="457200" algn="l"/>
              </a:tabLst>
            </a:pPr>
            <a:r>
              <a:rPr lang="en-IN" sz="2600" b="1" dirty="0">
                <a:effectLst/>
                <a:latin typeface="Calibri" panose="020F0502020204030204" pitchFamily="34" charset="0"/>
                <a:ea typeface="Calibri" panose="020F0502020204030204" pitchFamily="34" charset="0"/>
                <a:cs typeface="Times New Roman" panose="02020603050405020304" pitchFamily="18" charset="0"/>
              </a:rPr>
              <a:t>Disadvantages</a:t>
            </a:r>
            <a:r>
              <a:rPr lang="en-IN" sz="2600" dirty="0">
                <a:effectLst/>
                <a:latin typeface="Calibri" panose="020F0502020204030204" pitchFamily="34" charset="0"/>
                <a:ea typeface="Calibri" panose="020F0502020204030204" pitchFamily="34" charset="0"/>
                <a:cs typeface="Times New Roman" panose="02020603050405020304" pitchFamily="18" charset="0"/>
              </a:rPr>
              <a:t>:</a:t>
            </a:r>
          </a:p>
          <a:p>
            <a:pPr lvl="1">
              <a:lnSpc>
                <a:spcPct val="107000"/>
              </a:lnSpc>
              <a:spcAft>
                <a:spcPts val="800"/>
              </a:spcAft>
              <a:buSzPts val="1000"/>
              <a:buFont typeface="Wingdings" panose="05000000000000000000" pitchFamily="2" charset="2"/>
              <a:buChar char="q"/>
              <a:tabLst>
                <a:tab pos="914400" algn="l"/>
              </a:tabLst>
            </a:pPr>
            <a:r>
              <a:rPr lang="en-IN" sz="2600" dirty="0">
                <a:effectLst/>
                <a:latin typeface="Calibri" panose="020F0502020204030204" pitchFamily="34" charset="0"/>
                <a:ea typeface="Calibri" panose="020F0502020204030204" pitchFamily="34" charset="0"/>
                <a:cs typeface="Times New Roman" panose="02020603050405020304" pitchFamily="18" charset="0"/>
              </a:rPr>
              <a:t>No random access.</a:t>
            </a:r>
          </a:p>
          <a:p>
            <a:pPr lvl="1">
              <a:lnSpc>
                <a:spcPct val="107000"/>
              </a:lnSpc>
              <a:spcAft>
                <a:spcPts val="800"/>
              </a:spcAft>
              <a:buSzPts val="1000"/>
              <a:buFont typeface="Wingdings" panose="05000000000000000000" pitchFamily="2" charset="2"/>
              <a:buChar char="q"/>
              <a:tabLst>
                <a:tab pos="914400" algn="l"/>
              </a:tabLst>
            </a:pPr>
            <a:r>
              <a:rPr lang="en-IN" sz="2600" dirty="0">
                <a:effectLst/>
                <a:latin typeface="Calibri" panose="020F0502020204030204" pitchFamily="34" charset="0"/>
                <a:ea typeface="Calibri" panose="020F0502020204030204" pitchFamily="34" charset="0"/>
                <a:cs typeface="Times New Roman" panose="02020603050405020304" pitchFamily="18" charset="0"/>
              </a:rPr>
              <a:t>Higher memory usage.</a:t>
            </a:r>
          </a:p>
          <a:p>
            <a:pPr>
              <a:buFont typeface="Wingdings" panose="05000000000000000000" pitchFamily="2" charset="2"/>
              <a:buChar char="q"/>
            </a:pPr>
            <a:endParaRPr lang="en-IN" sz="2600" dirty="0"/>
          </a:p>
        </p:txBody>
      </p:sp>
    </p:spTree>
    <p:extLst>
      <p:ext uri="{BB962C8B-B14F-4D97-AF65-F5344CB8AC3E}">
        <p14:creationId xmlns:p14="http://schemas.microsoft.com/office/powerpoint/2010/main" val="2936345683"/>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C860B-7D77-F779-24E5-BFF7AA0465FA}"/>
              </a:ext>
            </a:extLst>
          </p:cNvPr>
          <p:cNvSpPr>
            <a:spLocks noGrp="1"/>
          </p:cNvSpPr>
          <p:nvPr>
            <p:ph type="title"/>
          </p:nvPr>
        </p:nvSpPr>
        <p:spPr/>
        <p:txBody>
          <a:bodyPr/>
          <a:lstStyle/>
          <a:p>
            <a:r>
              <a:rPr lang="en-US" b="1" dirty="0"/>
              <a:t>Components of a Linked List</a:t>
            </a:r>
            <a:endParaRPr lang="en-IN" dirty="0"/>
          </a:p>
        </p:txBody>
      </p:sp>
      <p:sp>
        <p:nvSpPr>
          <p:cNvPr id="3" name="Content Placeholder 2">
            <a:extLst>
              <a:ext uri="{FF2B5EF4-FFF2-40B4-BE49-F238E27FC236}">
                <a16:creationId xmlns:a16="http://schemas.microsoft.com/office/drawing/2014/main" id="{E46276E6-C10A-5D12-0762-8614554C1EA4}"/>
              </a:ext>
            </a:extLst>
          </p:cNvPr>
          <p:cNvSpPr>
            <a:spLocks noGrp="1"/>
          </p:cNvSpPr>
          <p:nvPr>
            <p:ph idx="1"/>
          </p:nvPr>
        </p:nvSpPr>
        <p:spPr/>
        <p:txBody>
          <a:bodyPr>
            <a:normAutofit lnSpcReduction="10000"/>
          </a:bodyPr>
          <a:lstStyle/>
          <a:p>
            <a:pPr>
              <a:buFont typeface="Arial" panose="020B0604020202020204" pitchFamily="34" charset="0"/>
              <a:buChar char="•"/>
            </a:pPr>
            <a:endParaRPr lang="en-US" b="1" dirty="0"/>
          </a:p>
          <a:p>
            <a:pPr>
              <a:buFont typeface="Arial" panose="020B0604020202020204" pitchFamily="34" charset="0"/>
              <a:buChar char="•"/>
            </a:pPr>
            <a:r>
              <a:rPr lang="en-US" b="1" dirty="0"/>
              <a:t>Node Structure</a:t>
            </a:r>
            <a:r>
              <a:rPr lang="en-US" dirty="0"/>
              <a:t>:</a:t>
            </a:r>
          </a:p>
          <a:p>
            <a:pPr marL="742950" lvl="1" indent="-285750">
              <a:buFont typeface="Arial" panose="020B0604020202020204" pitchFamily="34" charset="0"/>
              <a:buChar char="•"/>
            </a:pPr>
            <a:r>
              <a:rPr lang="en-US" dirty="0"/>
              <a:t>Data: Holds the value.</a:t>
            </a:r>
          </a:p>
          <a:p>
            <a:pPr marL="742950" lvl="1" indent="-285750">
              <a:buFont typeface="Arial" panose="020B0604020202020204" pitchFamily="34" charset="0"/>
              <a:buChar char="•"/>
            </a:pPr>
            <a:r>
              <a:rPr lang="en-US" dirty="0"/>
              <a:t>Next: Pointer/reference to the next node.</a:t>
            </a:r>
          </a:p>
          <a:p>
            <a:pPr marL="457200" lvl="1" indent="0">
              <a:buNone/>
            </a:pPr>
            <a:endParaRPr lang="en-US" dirty="0"/>
          </a:p>
          <a:p>
            <a:pPr>
              <a:buFont typeface="Arial" panose="020B0604020202020204" pitchFamily="34" charset="0"/>
              <a:buChar char="•"/>
            </a:pPr>
            <a:r>
              <a:rPr lang="en-US" b="1" dirty="0"/>
              <a:t>Head</a:t>
            </a:r>
            <a:r>
              <a:rPr lang="en-US" dirty="0"/>
              <a:t>:</a:t>
            </a:r>
          </a:p>
          <a:p>
            <a:pPr marL="742950" lvl="1" indent="-285750">
              <a:buFont typeface="Arial" panose="020B0604020202020204" pitchFamily="34" charset="0"/>
              <a:buChar char="•"/>
            </a:pPr>
            <a:r>
              <a:rPr lang="en-US" dirty="0"/>
              <a:t>Points to the first node.</a:t>
            </a:r>
          </a:p>
          <a:p>
            <a:pPr marL="457200" lvl="1" indent="0">
              <a:buNone/>
            </a:pPr>
            <a:endParaRPr lang="en-US" dirty="0"/>
          </a:p>
          <a:p>
            <a:pPr>
              <a:buFont typeface="Arial" panose="020B0604020202020204" pitchFamily="34" charset="0"/>
              <a:buChar char="•"/>
            </a:pPr>
            <a:r>
              <a:rPr lang="en-US" b="1" dirty="0"/>
              <a:t>Tail</a:t>
            </a:r>
            <a:r>
              <a:rPr lang="en-US" dirty="0"/>
              <a:t>:</a:t>
            </a:r>
          </a:p>
          <a:p>
            <a:pPr marL="742950" lvl="1" indent="-285750">
              <a:buFont typeface="Arial" panose="020B0604020202020204" pitchFamily="34" charset="0"/>
              <a:buChar char="•"/>
            </a:pPr>
            <a:r>
              <a:rPr lang="en-US" dirty="0"/>
              <a:t>(Optional) Points to the last node.</a:t>
            </a:r>
          </a:p>
          <a:p>
            <a:endParaRPr lang="en-IN" dirty="0"/>
          </a:p>
        </p:txBody>
      </p:sp>
    </p:spTree>
    <p:extLst>
      <p:ext uri="{BB962C8B-B14F-4D97-AF65-F5344CB8AC3E}">
        <p14:creationId xmlns:p14="http://schemas.microsoft.com/office/powerpoint/2010/main" val="3583711239"/>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809EDC-40BB-A589-2160-983A883EBA15}"/>
              </a:ext>
            </a:extLst>
          </p:cNvPr>
          <p:cNvSpPr>
            <a:spLocks noGrp="1"/>
          </p:cNvSpPr>
          <p:nvPr>
            <p:ph type="title"/>
          </p:nvPr>
        </p:nvSpPr>
        <p:spPr>
          <a:xfrm>
            <a:off x="371061" y="0"/>
            <a:ext cx="10515600" cy="1325563"/>
          </a:xfrm>
        </p:spPr>
        <p:txBody>
          <a:bodyPr/>
          <a:lstStyle/>
          <a:p>
            <a:r>
              <a:rPr lang="en-IN" b="1" dirty="0"/>
              <a:t>Node Creation</a:t>
            </a:r>
          </a:p>
        </p:txBody>
      </p:sp>
      <p:sp>
        <p:nvSpPr>
          <p:cNvPr id="3" name="Content Placeholder 2">
            <a:extLst>
              <a:ext uri="{FF2B5EF4-FFF2-40B4-BE49-F238E27FC236}">
                <a16:creationId xmlns:a16="http://schemas.microsoft.com/office/drawing/2014/main" id="{6A4D036E-03FB-8732-7A3E-9FFDFBF3E007}"/>
              </a:ext>
            </a:extLst>
          </p:cNvPr>
          <p:cNvSpPr>
            <a:spLocks noGrp="1"/>
          </p:cNvSpPr>
          <p:nvPr>
            <p:ph idx="1"/>
          </p:nvPr>
        </p:nvSpPr>
        <p:spPr>
          <a:xfrm>
            <a:off x="838200" y="1325564"/>
            <a:ext cx="10515600" cy="5264080"/>
          </a:xfrm>
        </p:spPr>
        <p:txBody>
          <a:bodyPr>
            <a:noAutofit/>
          </a:bodyPr>
          <a:lstStyle/>
          <a:p>
            <a:pPr marL="342900" indent="-342900">
              <a:lnSpc>
                <a:spcPct val="107000"/>
              </a:lnSpc>
              <a:spcAft>
                <a:spcPts val="800"/>
              </a:spcAft>
              <a:buFont typeface="+mj-lt"/>
              <a:buAutoNum type="arabicPeriod"/>
            </a:pPr>
            <a:r>
              <a:rPr lang="en-IN" sz="2200" dirty="0">
                <a:effectLst/>
                <a:latin typeface="Calibri" panose="020F0502020204030204" pitchFamily="34" charset="0"/>
                <a:ea typeface="Calibri" panose="020F0502020204030204" pitchFamily="34" charset="0"/>
                <a:cs typeface="Times New Roman" panose="02020603050405020304" pitchFamily="18" charset="0"/>
              </a:rPr>
              <a:t>class Node</a:t>
            </a:r>
          </a:p>
          <a:p>
            <a:pPr marL="342900" indent="-342900">
              <a:lnSpc>
                <a:spcPct val="107000"/>
              </a:lnSpc>
              <a:spcAft>
                <a:spcPts val="800"/>
              </a:spcAft>
              <a:buFont typeface="+mj-lt"/>
              <a:buAutoNum type="arabicPeriod"/>
            </a:pPr>
            <a:r>
              <a:rPr lang="en-IN" sz="2200" dirty="0">
                <a:effectLst/>
                <a:latin typeface="Calibri" panose="020F0502020204030204" pitchFamily="34" charset="0"/>
                <a:ea typeface="Calibri" panose="020F0502020204030204" pitchFamily="34" charset="0"/>
                <a:cs typeface="Times New Roman" panose="02020603050405020304" pitchFamily="18" charset="0"/>
              </a:rPr>
              <a:t> {</a:t>
            </a:r>
          </a:p>
          <a:p>
            <a:pPr marL="342900" indent="-342900">
              <a:lnSpc>
                <a:spcPct val="107000"/>
              </a:lnSpc>
              <a:spcAft>
                <a:spcPts val="800"/>
              </a:spcAft>
              <a:buFont typeface="+mj-lt"/>
              <a:buAutoNum type="arabicPeriod"/>
            </a:pPr>
            <a:r>
              <a:rPr lang="en-IN" sz="2200" dirty="0">
                <a:effectLst/>
                <a:latin typeface="Calibri" panose="020F0502020204030204" pitchFamily="34" charset="0"/>
                <a:ea typeface="Calibri" panose="020F0502020204030204" pitchFamily="34" charset="0"/>
                <a:cs typeface="Times New Roman" panose="02020603050405020304" pitchFamily="18" charset="0"/>
              </a:rPr>
              <a:t>    int data;</a:t>
            </a:r>
          </a:p>
          <a:p>
            <a:pPr marL="342900" indent="-342900">
              <a:lnSpc>
                <a:spcPct val="107000"/>
              </a:lnSpc>
              <a:spcAft>
                <a:spcPts val="800"/>
              </a:spcAft>
              <a:buFont typeface="+mj-lt"/>
              <a:buAutoNum type="arabicPeriod"/>
            </a:pPr>
            <a:r>
              <a:rPr lang="en-IN" sz="2200" dirty="0">
                <a:effectLst/>
                <a:latin typeface="Calibri" panose="020F0502020204030204" pitchFamily="34" charset="0"/>
                <a:ea typeface="Calibri" panose="020F0502020204030204" pitchFamily="34" charset="0"/>
                <a:cs typeface="Times New Roman" panose="02020603050405020304" pitchFamily="18" charset="0"/>
              </a:rPr>
              <a:t>    Node next;</a:t>
            </a:r>
          </a:p>
          <a:p>
            <a:pPr marL="342900" indent="-342900">
              <a:lnSpc>
                <a:spcPct val="107000"/>
              </a:lnSpc>
              <a:spcAft>
                <a:spcPts val="800"/>
              </a:spcAft>
              <a:buFont typeface="+mj-lt"/>
              <a:buAutoNum type="arabicPeriod"/>
            </a:pPr>
            <a:r>
              <a:rPr lang="en-IN" sz="2200" dirty="0">
                <a:effectLst/>
                <a:latin typeface="Calibri" panose="020F0502020204030204" pitchFamily="34" charset="0"/>
                <a:ea typeface="Calibri" panose="020F0502020204030204" pitchFamily="34" charset="0"/>
                <a:cs typeface="Times New Roman" panose="02020603050405020304" pitchFamily="18" charset="0"/>
              </a:rPr>
              <a:t>    Node(int data) {</a:t>
            </a:r>
          </a:p>
          <a:p>
            <a:pPr marL="342900" indent="-342900">
              <a:lnSpc>
                <a:spcPct val="107000"/>
              </a:lnSpc>
              <a:spcAft>
                <a:spcPts val="800"/>
              </a:spcAft>
              <a:buFont typeface="+mj-lt"/>
              <a:buAutoNum type="arabicPeriod"/>
            </a:pPr>
            <a:r>
              <a:rPr lang="en-IN" sz="2200" dirty="0">
                <a:effectLst/>
                <a:latin typeface="Calibri" panose="020F0502020204030204" pitchFamily="34" charset="0"/>
                <a:ea typeface="Calibri" panose="020F0502020204030204" pitchFamily="34" charset="0"/>
                <a:cs typeface="Times New Roman" panose="02020603050405020304" pitchFamily="18" charset="0"/>
              </a:rPr>
              <a:t>        </a:t>
            </a:r>
            <a:r>
              <a:rPr lang="en-IN" sz="2200" dirty="0" err="1">
                <a:effectLst/>
                <a:latin typeface="Calibri" panose="020F0502020204030204" pitchFamily="34" charset="0"/>
                <a:ea typeface="Calibri" panose="020F0502020204030204" pitchFamily="34" charset="0"/>
                <a:cs typeface="Times New Roman" panose="02020603050405020304" pitchFamily="18" charset="0"/>
              </a:rPr>
              <a:t>this.data</a:t>
            </a:r>
            <a:r>
              <a:rPr lang="en-IN" sz="2200" dirty="0">
                <a:effectLst/>
                <a:latin typeface="Calibri" panose="020F0502020204030204" pitchFamily="34" charset="0"/>
                <a:ea typeface="Calibri" panose="020F0502020204030204" pitchFamily="34" charset="0"/>
                <a:cs typeface="Times New Roman" panose="02020603050405020304" pitchFamily="18" charset="0"/>
              </a:rPr>
              <a:t> = data;</a:t>
            </a:r>
          </a:p>
          <a:p>
            <a:pPr marL="342900" indent="-342900">
              <a:lnSpc>
                <a:spcPct val="107000"/>
              </a:lnSpc>
              <a:spcAft>
                <a:spcPts val="800"/>
              </a:spcAft>
              <a:buFont typeface="+mj-lt"/>
              <a:buAutoNum type="arabicPeriod"/>
            </a:pPr>
            <a:r>
              <a:rPr lang="en-IN" sz="2200" dirty="0">
                <a:effectLst/>
                <a:latin typeface="Calibri" panose="020F0502020204030204" pitchFamily="34" charset="0"/>
                <a:ea typeface="Calibri" panose="020F0502020204030204" pitchFamily="34" charset="0"/>
                <a:cs typeface="Times New Roman" panose="02020603050405020304" pitchFamily="18" charset="0"/>
              </a:rPr>
              <a:t>        </a:t>
            </a:r>
            <a:r>
              <a:rPr lang="en-IN" sz="2200" dirty="0" err="1">
                <a:effectLst/>
                <a:latin typeface="Calibri" panose="020F0502020204030204" pitchFamily="34" charset="0"/>
                <a:ea typeface="Calibri" panose="020F0502020204030204" pitchFamily="34" charset="0"/>
                <a:cs typeface="Times New Roman" panose="02020603050405020304" pitchFamily="18" charset="0"/>
              </a:rPr>
              <a:t>this.next</a:t>
            </a:r>
            <a:r>
              <a:rPr lang="en-IN" sz="2200" dirty="0">
                <a:effectLst/>
                <a:latin typeface="Calibri" panose="020F0502020204030204" pitchFamily="34" charset="0"/>
                <a:ea typeface="Calibri" panose="020F0502020204030204" pitchFamily="34" charset="0"/>
                <a:cs typeface="Times New Roman" panose="02020603050405020304" pitchFamily="18" charset="0"/>
              </a:rPr>
              <a:t> = null;</a:t>
            </a:r>
          </a:p>
          <a:p>
            <a:pPr marL="342900" indent="-342900">
              <a:lnSpc>
                <a:spcPct val="107000"/>
              </a:lnSpc>
              <a:spcAft>
                <a:spcPts val="800"/>
              </a:spcAft>
              <a:buFont typeface="+mj-lt"/>
              <a:buAutoNum type="arabicPeriod"/>
            </a:pPr>
            <a:r>
              <a:rPr lang="en-IN" sz="2200" dirty="0">
                <a:effectLst/>
                <a:latin typeface="Calibri" panose="020F0502020204030204" pitchFamily="34" charset="0"/>
                <a:ea typeface="Calibri" panose="020F0502020204030204" pitchFamily="34" charset="0"/>
                <a:cs typeface="Times New Roman" panose="02020603050405020304" pitchFamily="18" charset="0"/>
              </a:rPr>
              <a:t>    }</a:t>
            </a:r>
          </a:p>
          <a:p>
            <a:pPr marL="342900" indent="-342900">
              <a:lnSpc>
                <a:spcPct val="107000"/>
              </a:lnSpc>
              <a:spcAft>
                <a:spcPts val="800"/>
              </a:spcAft>
              <a:buFont typeface="+mj-lt"/>
              <a:buAutoNum type="arabicPeriod"/>
            </a:pPr>
            <a:r>
              <a:rPr lang="en-IN" sz="2200" dirty="0">
                <a:effectLst/>
                <a:latin typeface="Calibri" panose="020F0502020204030204" pitchFamily="34" charset="0"/>
                <a:ea typeface="Calibri" panose="020F0502020204030204" pitchFamily="34" charset="0"/>
                <a:cs typeface="Times New Roman" panose="02020603050405020304" pitchFamily="18" charset="0"/>
              </a:rPr>
              <a:t>}</a:t>
            </a:r>
          </a:p>
          <a:p>
            <a:pPr marL="514350" indent="-514350">
              <a:buFont typeface="+mj-lt"/>
              <a:buAutoNum type="arabicPeriod"/>
            </a:pPr>
            <a:endParaRPr lang="en-IN" sz="2200" dirty="0"/>
          </a:p>
        </p:txBody>
      </p:sp>
    </p:spTree>
    <p:extLst>
      <p:ext uri="{BB962C8B-B14F-4D97-AF65-F5344CB8AC3E}">
        <p14:creationId xmlns:p14="http://schemas.microsoft.com/office/powerpoint/2010/main" val="61263886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73A7C-42C9-5ED5-FAAF-691806BBF959}"/>
              </a:ext>
            </a:extLst>
          </p:cNvPr>
          <p:cNvSpPr>
            <a:spLocks noGrp="1"/>
          </p:cNvSpPr>
          <p:nvPr>
            <p:ph type="title"/>
          </p:nvPr>
        </p:nvSpPr>
        <p:spPr/>
        <p:txBody>
          <a:bodyPr/>
          <a:lstStyle/>
          <a:p>
            <a:r>
              <a:rPr lang="en-IN" b="1" dirty="0"/>
              <a:t>Insertion in linked list</a:t>
            </a:r>
          </a:p>
        </p:txBody>
      </p:sp>
      <p:sp>
        <p:nvSpPr>
          <p:cNvPr id="3" name="Content Placeholder 2">
            <a:extLst>
              <a:ext uri="{FF2B5EF4-FFF2-40B4-BE49-F238E27FC236}">
                <a16:creationId xmlns:a16="http://schemas.microsoft.com/office/drawing/2014/main" id="{5CBE577D-855F-6692-A650-46393A3400D0}"/>
              </a:ext>
            </a:extLst>
          </p:cNvPr>
          <p:cNvSpPr>
            <a:spLocks noGrp="1"/>
          </p:cNvSpPr>
          <p:nvPr>
            <p:ph idx="1"/>
          </p:nvPr>
        </p:nvSpPr>
        <p:spPr>
          <a:xfrm>
            <a:off x="838200" y="2574235"/>
            <a:ext cx="10515600" cy="3602728"/>
          </a:xfrm>
        </p:spPr>
        <p:txBody>
          <a:bodyPr/>
          <a:lstStyle/>
          <a:p>
            <a:pPr algn="l">
              <a:lnSpc>
                <a:spcPct val="150000"/>
              </a:lnSpc>
              <a:buFont typeface="+mj-lt"/>
              <a:buAutoNum type="arabicPeriod"/>
            </a:pPr>
            <a:r>
              <a:rPr lang="en-US" b="0" i="0" dirty="0">
                <a:effectLst/>
                <a:latin typeface="Times New Roman" panose="02020603050405020304" pitchFamily="18" charset="0"/>
                <a:cs typeface="Times New Roman" panose="02020603050405020304" pitchFamily="18" charset="0"/>
              </a:rPr>
              <a:t>Insertion at the Beginning</a:t>
            </a:r>
          </a:p>
          <a:p>
            <a:pPr algn="l">
              <a:lnSpc>
                <a:spcPct val="150000"/>
              </a:lnSpc>
              <a:buFont typeface="+mj-lt"/>
              <a:buAutoNum type="arabicPeriod"/>
            </a:pPr>
            <a:r>
              <a:rPr lang="en-US" b="0" i="0" dirty="0">
                <a:effectLst/>
                <a:latin typeface="Times New Roman" panose="02020603050405020304" pitchFamily="18" charset="0"/>
                <a:cs typeface="Times New Roman" panose="02020603050405020304" pitchFamily="18" charset="0"/>
              </a:rPr>
              <a:t>Insert a Node after a Given Node in the Linked List</a:t>
            </a:r>
          </a:p>
          <a:p>
            <a:pPr algn="l">
              <a:lnSpc>
                <a:spcPct val="150000"/>
              </a:lnSpc>
              <a:buFont typeface="+mj-lt"/>
              <a:buAutoNum type="arabicPeriod"/>
            </a:pPr>
            <a:r>
              <a:rPr lang="en-US" b="0" i="0" dirty="0">
                <a:effectLst/>
                <a:latin typeface="Times New Roman" panose="02020603050405020304" pitchFamily="18" charset="0"/>
                <a:cs typeface="Times New Roman" panose="02020603050405020304" pitchFamily="18" charset="0"/>
              </a:rPr>
              <a:t>Insert a Node at the End of Linked List</a:t>
            </a:r>
          </a:p>
          <a:p>
            <a:pPr>
              <a:lnSpc>
                <a:spcPct val="150000"/>
              </a:lnSpc>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39000251"/>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63FA2-6A6D-CF57-C54C-A800917FE884}"/>
              </a:ext>
            </a:extLst>
          </p:cNvPr>
          <p:cNvSpPr>
            <a:spLocks noGrp="1"/>
          </p:cNvSpPr>
          <p:nvPr>
            <p:ph type="title"/>
          </p:nvPr>
        </p:nvSpPr>
        <p:spPr>
          <a:xfrm>
            <a:off x="371061" y="86830"/>
            <a:ext cx="10515600" cy="787814"/>
          </a:xfrm>
        </p:spPr>
        <p:txBody>
          <a:bodyPr/>
          <a:lstStyle/>
          <a:p>
            <a:r>
              <a:rPr lang="en-IN" b="1" dirty="0"/>
              <a:t>Insertion in the beginning of the LL</a:t>
            </a:r>
          </a:p>
        </p:txBody>
      </p:sp>
      <p:sp>
        <p:nvSpPr>
          <p:cNvPr id="3" name="Content Placeholder 2">
            <a:extLst>
              <a:ext uri="{FF2B5EF4-FFF2-40B4-BE49-F238E27FC236}">
                <a16:creationId xmlns:a16="http://schemas.microsoft.com/office/drawing/2014/main" id="{6CDB0AA6-EBA2-CE7D-D6F7-2309FDD05C54}"/>
              </a:ext>
            </a:extLst>
          </p:cNvPr>
          <p:cNvSpPr>
            <a:spLocks noGrp="1"/>
          </p:cNvSpPr>
          <p:nvPr>
            <p:ph idx="1"/>
          </p:nvPr>
        </p:nvSpPr>
        <p:spPr>
          <a:xfrm>
            <a:off x="838200" y="874644"/>
            <a:ext cx="10515600" cy="5983356"/>
          </a:xfrm>
        </p:spPr>
        <p:txBody>
          <a:bodyPr>
            <a:noAutofit/>
          </a:bodyPr>
          <a:lstStyle/>
          <a:p>
            <a:pPr marL="342900" indent="-342900">
              <a:lnSpc>
                <a:spcPct val="107000"/>
              </a:lnSpc>
              <a:spcAft>
                <a:spcPts val="800"/>
              </a:spcAft>
              <a:buFont typeface="+mj-lt"/>
              <a:buAutoNum type="arabicPeriod"/>
            </a:pPr>
            <a:r>
              <a:rPr lang="en-IN" sz="1700" dirty="0">
                <a:effectLst/>
                <a:latin typeface="Calibri" panose="020F0502020204030204" pitchFamily="34" charset="0"/>
                <a:ea typeface="Calibri" panose="020F0502020204030204" pitchFamily="34" charset="0"/>
                <a:cs typeface="Times New Roman" panose="02020603050405020304" pitchFamily="18" charset="0"/>
              </a:rPr>
              <a:t>void insert(int data) {</a:t>
            </a:r>
          </a:p>
          <a:p>
            <a:pPr marL="342900" indent="-342900">
              <a:lnSpc>
                <a:spcPct val="107000"/>
              </a:lnSpc>
              <a:spcAft>
                <a:spcPts val="800"/>
              </a:spcAft>
              <a:buFont typeface="+mj-lt"/>
              <a:buAutoNum type="arabicPeriod"/>
            </a:pPr>
            <a:r>
              <a:rPr lang="en-IN" sz="1700" dirty="0">
                <a:effectLst/>
                <a:latin typeface="Calibri" panose="020F0502020204030204" pitchFamily="34" charset="0"/>
                <a:ea typeface="Calibri" panose="020F0502020204030204" pitchFamily="34" charset="0"/>
                <a:cs typeface="Times New Roman" panose="02020603050405020304" pitchFamily="18" charset="0"/>
              </a:rPr>
              <a:t>        Node </a:t>
            </a:r>
            <a:r>
              <a:rPr lang="en-IN" sz="1700" dirty="0" err="1">
                <a:effectLst/>
                <a:latin typeface="Calibri" panose="020F0502020204030204" pitchFamily="34" charset="0"/>
                <a:ea typeface="Calibri" panose="020F0502020204030204" pitchFamily="34" charset="0"/>
                <a:cs typeface="Times New Roman" panose="02020603050405020304" pitchFamily="18" charset="0"/>
              </a:rPr>
              <a:t>newNode</a:t>
            </a:r>
            <a:r>
              <a:rPr lang="en-IN" sz="1700" dirty="0">
                <a:effectLst/>
                <a:latin typeface="Calibri" panose="020F0502020204030204" pitchFamily="34" charset="0"/>
                <a:ea typeface="Calibri" panose="020F0502020204030204" pitchFamily="34" charset="0"/>
                <a:cs typeface="Times New Roman" panose="02020603050405020304" pitchFamily="18" charset="0"/>
              </a:rPr>
              <a:t> = new Node(data);</a:t>
            </a:r>
          </a:p>
          <a:p>
            <a:pPr marL="342900" indent="-342900">
              <a:lnSpc>
                <a:spcPct val="107000"/>
              </a:lnSpc>
              <a:spcAft>
                <a:spcPts val="800"/>
              </a:spcAft>
              <a:buFont typeface="+mj-lt"/>
              <a:buAutoNum type="arabicPeriod"/>
            </a:pPr>
            <a:r>
              <a:rPr lang="en-IN" sz="1700" dirty="0">
                <a:effectLst/>
                <a:latin typeface="Calibri" panose="020F0502020204030204" pitchFamily="34" charset="0"/>
                <a:ea typeface="Calibri" panose="020F0502020204030204" pitchFamily="34" charset="0"/>
                <a:cs typeface="Times New Roman" panose="02020603050405020304" pitchFamily="18" charset="0"/>
              </a:rPr>
              <a:t>        if (head == null) {</a:t>
            </a:r>
          </a:p>
          <a:p>
            <a:pPr marL="342900" indent="-342900">
              <a:lnSpc>
                <a:spcPct val="107000"/>
              </a:lnSpc>
              <a:spcAft>
                <a:spcPts val="800"/>
              </a:spcAft>
              <a:buFont typeface="+mj-lt"/>
              <a:buAutoNum type="arabicPeriod"/>
            </a:pPr>
            <a:r>
              <a:rPr lang="en-IN" sz="1700" dirty="0">
                <a:effectLst/>
                <a:latin typeface="Calibri" panose="020F0502020204030204" pitchFamily="34" charset="0"/>
                <a:ea typeface="Calibri" panose="020F0502020204030204" pitchFamily="34" charset="0"/>
                <a:cs typeface="Times New Roman" panose="02020603050405020304" pitchFamily="18" charset="0"/>
              </a:rPr>
              <a:t>            head = </a:t>
            </a:r>
            <a:r>
              <a:rPr lang="en-IN" sz="1700" dirty="0" err="1">
                <a:effectLst/>
                <a:latin typeface="Calibri" panose="020F0502020204030204" pitchFamily="34" charset="0"/>
                <a:ea typeface="Calibri" panose="020F0502020204030204" pitchFamily="34" charset="0"/>
                <a:cs typeface="Times New Roman" panose="02020603050405020304" pitchFamily="18" charset="0"/>
              </a:rPr>
              <a:t>newNode</a:t>
            </a:r>
            <a:r>
              <a:rPr lang="en-IN" sz="1700" dirty="0">
                <a:effectLst/>
                <a:latin typeface="Calibri" panose="020F0502020204030204" pitchFamily="34" charset="0"/>
                <a:ea typeface="Calibri" panose="020F0502020204030204" pitchFamily="34" charset="0"/>
                <a:cs typeface="Times New Roman" panose="02020603050405020304" pitchFamily="18" charset="0"/>
              </a:rPr>
              <a:t>;</a:t>
            </a:r>
          </a:p>
          <a:p>
            <a:pPr marL="342900" indent="-342900">
              <a:lnSpc>
                <a:spcPct val="107000"/>
              </a:lnSpc>
              <a:spcAft>
                <a:spcPts val="800"/>
              </a:spcAft>
              <a:buFont typeface="+mj-lt"/>
              <a:buAutoNum type="arabicPeriod"/>
            </a:pPr>
            <a:r>
              <a:rPr lang="en-IN" sz="1700" dirty="0">
                <a:effectLst/>
                <a:latin typeface="Calibri" panose="020F0502020204030204" pitchFamily="34" charset="0"/>
                <a:ea typeface="Calibri" panose="020F0502020204030204" pitchFamily="34" charset="0"/>
                <a:cs typeface="Times New Roman" panose="02020603050405020304" pitchFamily="18" charset="0"/>
              </a:rPr>
              <a:t>        } </a:t>
            </a:r>
          </a:p>
          <a:p>
            <a:pPr marL="342900" indent="-342900">
              <a:lnSpc>
                <a:spcPct val="107000"/>
              </a:lnSpc>
              <a:spcAft>
                <a:spcPts val="800"/>
              </a:spcAft>
              <a:buFont typeface="+mj-lt"/>
              <a:buAutoNum type="arabicPeriod"/>
            </a:pPr>
            <a:r>
              <a:rPr lang="en-IN" sz="1700" dirty="0">
                <a:effectLst/>
                <a:latin typeface="Calibri" panose="020F0502020204030204" pitchFamily="34" charset="0"/>
                <a:ea typeface="Calibri" panose="020F0502020204030204" pitchFamily="34" charset="0"/>
                <a:cs typeface="Times New Roman" panose="02020603050405020304" pitchFamily="18" charset="0"/>
              </a:rPr>
              <a:t>   else {</a:t>
            </a:r>
          </a:p>
          <a:p>
            <a:pPr marL="342900" indent="-342900">
              <a:lnSpc>
                <a:spcPct val="107000"/>
              </a:lnSpc>
              <a:spcAft>
                <a:spcPts val="800"/>
              </a:spcAft>
              <a:buFont typeface="+mj-lt"/>
              <a:buAutoNum type="arabicPeriod"/>
            </a:pPr>
            <a:r>
              <a:rPr lang="en-IN" sz="1700" dirty="0">
                <a:latin typeface="Calibri" panose="020F0502020204030204" pitchFamily="34" charset="0"/>
                <a:ea typeface="Calibri" panose="020F0502020204030204" pitchFamily="34" charset="0"/>
                <a:cs typeface="Times New Roman" panose="02020603050405020304" pitchFamily="18" charset="0"/>
              </a:rPr>
              <a:t>           </a:t>
            </a:r>
            <a:r>
              <a:rPr lang="en-IN" sz="1700" dirty="0" err="1">
                <a:latin typeface="Calibri" panose="020F0502020204030204" pitchFamily="34" charset="0"/>
                <a:ea typeface="Calibri" panose="020F0502020204030204" pitchFamily="34" charset="0"/>
                <a:cs typeface="Times New Roman" panose="02020603050405020304" pitchFamily="18" charset="0"/>
              </a:rPr>
              <a:t>n</a:t>
            </a:r>
            <a:r>
              <a:rPr lang="en-IN" sz="1700" dirty="0" err="1">
                <a:effectLst/>
                <a:latin typeface="Calibri" panose="020F0502020204030204" pitchFamily="34" charset="0"/>
                <a:ea typeface="Calibri" panose="020F0502020204030204" pitchFamily="34" charset="0"/>
                <a:cs typeface="Times New Roman" panose="02020603050405020304" pitchFamily="18" charset="0"/>
              </a:rPr>
              <a:t>ewnode.next</a:t>
            </a:r>
            <a:r>
              <a:rPr lang="en-IN" sz="1700" dirty="0">
                <a:effectLst/>
                <a:latin typeface="Calibri" panose="020F0502020204030204" pitchFamily="34" charset="0"/>
                <a:ea typeface="Calibri" panose="020F0502020204030204" pitchFamily="34" charset="0"/>
                <a:cs typeface="Times New Roman" panose="02020603050405020304" pitchFamily="18" charset="0"/>
              </a:rPr>
              <a:t>=head;</a:t>
            </a:r>
          </a:p>
          <a:p>
            <a:pPr marL="342900" indent="-342900">
              <a:lnSpc>
                <a:spcPct val="107000"/>
              </a:lnSpc>
              <a:spcAft>
                <a:spcPts val="800"/>
              </a:spcAft>
              <a:buFont typeface="+mj-lt"/>
              <a:buAutoNum type="arabicPeriod"/>
            </a:pPr>
            <a:r>
              <a:rPr lang="en-IN" sz="1700" dirty="0">
                <a:effectLst/>
                <a:latin typeface="Calibri" panose="020F0502020204030204" pitchFamily="34" charset="0"/>
                <a:ea typeface="Calibri" panose="020F0502020204030204" pitchFamily="34" charset="0"/>
                <a:cs typeface="Times New Roman" panose="02020603050405020304" pitchFamily="18" charset="0"/>
              </a:rPr>
              <a:t>            head=</a:t>
            </a:r>
            <a:r>
              <a:rPr lang="en-IN" sz="1700" dirty="0" err="1">
                <a:effectLst/>
                <a:latin typeface="Calibri" panose="020F0502020204030204" pitchFamily="34" charset="0"/>
                <a:ea typeface="Calibri" panose="020F0502020204030204" pitchFamily="34" charset="0"/>
                <a:cs typeface="Times New Roman" panose="02020603050405020304" pitchFamily="18" charset="0"/>
              </a:rPr>
              <a:t>newnode</a:t>
            </a:r>
            <a:r>
              <a:rPr lang="en-IN" sz="1700" dirty="0">
                <a:effectLst/>
                <a:latin typeface="Calibri" panose="020F0502020204030204" pitchFamily="34" charset="0"/>
                <a:ea typeface="Calibri" panose="020F0502020204030204" pitchFamily="34" charset="0"/>
                <a:cs typeface="Times New Roman" panose="02020603050405020304" pitchFamily="18" charset="0"/>
              </a:rPr>
              <a:t>;</a:t>
            </a:r>
          </a:p>
          <a:p>
            <a:pPr marL="342900" indent="-342900">
              <a:lnSpc>
                <a:spcPct val="107000"/>
              </a:lnSpc>
              <a:spcAft>
                <a:spcPts val="800"/>
              </a:spcAft>
              <a:buFont typeface="+mj-lt"/>
              <a:buAutoNum type="arabicPeriod"/>
            </a:pPr>
            <a:r>
              <a:rPr lang="en-IN" sz="1700" dirty="0">
                <a:effectLst/>
                <a:latin typeface="Calibri" panose="020F0502020204030204" pitchFamily="34" charset="0"/>
                <a:ea typeface="Calibri" panose="020F0502020204030204" pitchFamily="34" charset="0"/>
                <a:cs typeface="Times New Roman" panose="02020603050405020304" pitchFamily="18" charset="0"/>
              </a:rPr>
              <a:t>            } }</a:t>
            </a:r>
          </a:p>
          <a:p>
            <a:pPr marL="0" indent="0">
              <a:buNone/>
            </a:pPr>
            <a:endParaRPr lang="en-IN" sz="1700" dirty="0"/>
          </a:p>
        </p:txBody>
      </p:sp>
    </p:spTree>
    <p:extLst>
      <p:ext uri="{BB962C8B-B14F-4D97-AF65-F5344CB8AC3E}">
        <p14:creationId xmlns:p14="http://schemas.microsoft.com/office/powerpoint/2010/main" val="280114866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7A91F2-F96B-6DF8-C655-BCAABF40C72C}"/>
              </a:ext>
            </a:extLst>
          </p:cNvPr>
          <p:cNvSpPr>
            <a:spLocks noGrp="1"/>
          </p:cNvSpPr>
          <p:nvPr>
            <p:ph type="title"/>
          </p:nvPr>
        </p:nvSpPr>
        <p:spPr>
          <a:xfrm>
            <a:off x="838200" y="-241162"/>
            <a:ext cx="10515600" cy="1325563"/>
          </a:xfrm>
        </p:spPr>
        <p:txBody>
          <a:bodyPr/>
          <a:lstStyle/>
          <a:p>
            <a:r>
              <a:rPr lang="en-IN" b="1" dirty="0"/>
              <a:t>Insertion at the end of the </a:t>
            </a:r>
            <a:r>
              <a:rPr lang="en-IN" b="1" dirty="0" err="1"/>
              <a:t>linkedlist</a:t>
            </a:r>
            <a:endParaRPr lang="en-IN" b="1" dirty="0"/>
          </a:p>
        </p:txBody>
      </p:sp>
      <p:sp>
        <p:nvSpPr>
          <p:cNvPr id="3" name="Content Placeholder 2">
            <a:extLst>
              <a:ext uri="{FF2B5EF4-FFF2-40B4-BE49-F238E27FC236}">
                <a16:creationId xmlns:a16="http://schemas.microsoft.com/office/drawing/2014/main" id="{A9769FB8-4382-0A6A-716E-8F8EBED02F9D}"/>
              </a:ext>
            </a:extLst>
          </p:cNvPr>
          <p:cNvSpPr>
            <a:spLocks noGrp="1"/>
          </p:cNvSpPr>
          <p:nvPr>
            <p:ph idx="1"/>
          </p:nvPr>
        </p:nvSpPr>
        <p:spPr>
          <a:xfrm>
            <a:off x="838200" y="974035"/>
            <a:ext cx="10515600" cy="5685182"/>
          </a:xfrm>
        </p:spPr>
        <p:txBody>
          <a:bodyPr>
            <a:normAutofit/>
          </a:bodyPr>
          <a:lstStyle/>
          <a:p>
            <a:pPr marL="342900" indent="-342900">
              <a:lnSpc>
                <a:spcPct val="107000"/>
              </a:lnSpc>
              <a:spcAft>
                <a:spcPts val="800"/>
              </a:spcAft>
              <a:buFont typeface="+mj-lt"/>
              <a:buAutoNum type="arabicPeriod"/>
            </a:pPr>
            <a:r>
              <a:rPr lang="en-IN" sz="1800" dirty="0">
                <a:effectLst/>
                <a:latin typeface="Calibri" panose="020F0502020204030204" pitchFamily="34" charset="0"/>
                <a:ea typeface="Calibri" panose="020F0502020204030204" pitchFamily="34" charset="0"/>
                <a:cs typeface="Times New Roman" panose="02020603050405020304" pitchFamily="18" charset="0"/>
              </a:rPr>
              <a:t>void insert(int data) {</a:t>
            </a:r>
          </a:p>
          <a:p>
            <a:pPr marL="342900" indent="-342900">
              <a:lnSpc>
                <a:spcPct val="107000"/>
              </a:lnSpc>
              <a:spcAft>
                <a:spcPts val="800"/>
              </a:spcAft>
              <a:buFont typeface="+mj-lt"/>
              <a:buAutoNum type="arabicPeriod"/>
            </a:pPr>
            <a:r>
              <a:rPr lang="en-IN" sz="1800" dirty="0">
                <a:effectLst/>
                <a:latin typeface="Calibri" panose="020F0502020204030204" pitchFamily="34" charset="0"/>
                <a:ea typeface="Calibri" panose="020F0502020204030204" pitchFamily="34" charset="0"/>
                <a:cs typeface="Times New Roman" panose="02020603050405020304" pitchFamily="18" charset="0"/>
              </a:rPr>
              <a:t>        Node </a:t>
            </a:r>
            <a:r>
              <a:rPr lang="en-IN" sz="1800" dirty="0" err="1">
                <a:effectLst/>
                <a:latin typeface="Calibri" panose="020F0502020204030204" pitchFamily="34" charset="0"/>
                <a:ea typeface="Calibri" panose="020F0502020204030204" pitchFamily="34" charset="0"/>
                <a:cs typeface="Times New Roman" panose="02020603050405020304" pitchFamily="18" charset="0"/>
              </a:rPr>
              <a:t>newNode</a:t>
            </a:r>
            <a:r>
              <a:rPr lang="en-IN" sz="1800" dirty="0">
                <a:effectLst/>
                <a:latin typeface="Calibri" panose="020F0502020204030204" pitchFamily="34" charset="0"/>
                <a:ea typeface="Calibri" panose="020F0502020204030204" pitchFamily="34" charset="0"/>
                <a:cs typeface="Times New Roman" panose="02020603050405020304" pitchFamily="18" charset="0"/>
              </a:rPr>
              <a:t> = new Node(data);</a:t>
            </a:r>
          </a:p>
          <a:p>
            <a:pPr marL="342900" indent="-342900">
              <a:lnSpc>
                <a:spcPct val="107000"/>
              </a:lnSpc>
              <a:spcAft>
                <a:spcPts val="800"/>
              </a:spcAft>
              <a:buFont typeface="+mj-lt"/>
              <a:buAutoNum type="arabicPeriod"/>
            </a:pPr>
            <a:r>
              <a:rPr lang="en-IN" sz="1800" dirty="0">
                <a:effectLst/>
                <a:latin typeface="Calibri" panose="020F0502020204030204" pitchFamily="34" charset="0"/>
                <a:ea typeface="Calibri" panose="020F0502020204030204" pitchFamily="34" charset="0"/>
                <a:cs typeface="Times New Roman" panose="02020603050405020304" pitchFamily="18" charset="0"/>
              </a:rPr>
              <a:t>        if (head == null) {</a:t>
            </a:r>
          </a:p>
          <a:p>
            <a:pPr marL="342900" indent="-342900">
              <a:lnSpc>
                <a:spcPct val="107000"/>
              </a:lnSpc>
              <a:spcAft>
                <a:spcPts val="800"/>
              </a:spcAft>
              <a:buFont typeface="+mj-lt"/>
              <a:buAutoNum type="arabicPeriod"/>
            </a:pPr>
            <a:r>
              <a:rPr lang="en-IN" sz="1800" dirty="0">
                <a:effectLst/>
                <a:latin typeface="Calibri" panose="020F0502020204030204" pitchFamily="34" charset="0"/>
                <a:ea typeface="Calibri" panose="020F0502020204030204" pitchFamily="34" charset="0"/>
                <a:cs typeface="Times New Roman" panose="02020603050405020304" pitchFamily="18" charset="0"/>
              </a:rPr>
              <a:t>            head = </a:t>
            </a:r>
            <a:r>
              <a:rPr lang="en-IN" sz="1800" dirty="0" err="1">
                <a:effectLst/>
                <a:latin typeface="Calibri" panose="020F0502020204030204" pitchFamily="34" charset="0"/>
                <a:ea typeface="Calibri" panose="020F0502020204030204" pitchFamily="34" charset="0"/>
                <a:cs typeface="Times New Roman" panose="02020603050405020304" pitchFamily="18" charset="0"/>
              </a:rPr>
              <a:t>newNode</a:t>
            </a:r>
            <a:r>
              <a:rPr lang="en-IN" sz="1800" dirty="0">
                <a:effectLst/>
                <a:latin typeface="Calibri" panose="020F0502020204030204" pitchFamily="34" charset="0"/>
                <a:ea typeface="Calibri" panose="020F0502020204030204" pitchFamily="34" charset="0"/>
                <a:cs typeface="Times New Roman" panose="02020603050405020304" pitchFamily="18" charset="0"/>
              </a:rPr>
              <a:t>;</a:t>
            </a:r>
          </a:p>
          <a:p>
            <a:pPr marL="342900" indent="-342900">
              <a:lnSpc>
                <a:spcPct val="107000"/>
              </a:lnSpc>
              <a:spcAft>
                <a:spcPts val="800"/>
              </a:spcAft>
              <a:buFont typeface="+mj-lt"/>
              <a:buAutoNum type="arabicPeriod"/>
            </a:pPr>
            <a:r>
              <a:rPr lang="en-IN" sz="1800" dirty="0">
                <a:effectLst/>
                <a:latin typeface="Calibri" panose="020F0502020204030204" pitchFamily="34" charset="0"/>
                <a:ea typeface="Calibri" panose="020F0502020204030204" pitchFamily="34" charset="0"/>
                <a:cs typeface="Times New Roman" panose="02020603050405020304" pitchFamily="18" charset="0"/>
              </a:rPr>
              <a:t>        } else {</a:t>
            </a:r>
          </a:p>
          <a:p>
            <a:pPr marL="342900" indent="-342900">
              <a:lnSpc>
                <a:spcPct val="107000"/>
              </a:lnSpc>
              <a:spcAft>
                <a:spcPts val="800"/>
              </a:spcAft>
              <a:buFont typeface="+mj-lt"/>
              <a:buAutoNum type="arabicPeriod"/>
            </a:pPr>
            <a:r>
              <a:rPr lang="en-IN" sz="1800" dirty="0">
                <a:effectLst/>
                <a:latin typeface="Calibri" panose="020F0502020204030204" pitchFamily="34" charset="0"/>
                <a:ea typeface="Calibri" panose="020F0502020204030204" pitchFamily="34" charset="0"/>
                <a:cs typeface="Times New Roman" panose="02020603050405020304" pitchFamily="18" charset="0"/>
              </a:rPr>
              <a:t>            Node temp = head;</a:t>
            </a:r>
          </a:p>
          <a:p>
            <a:pPr marL="342900" indent="-342900">
              <a:lnSpc>
                <a:spcPct val="107000"/>
              </a:lnSpc>
              <a:spcAft>
                <a:spcPts val="800"/>
              </a:spcAft>
              <a:buFont typeface="+mj-lt"/>
              <a:buAutoNum type="arabicPeriod"/>
            </a:pPr>
            <a:r>
              <a:rPr lang="en-IN" sz="1800" dirty="0">
                <a:effectLst/>
                <a:latin typeface="Calibri" panose="020F0502020204030204" pitchFamily="34" charset="0"/>
                <a:ea typeface="Calibri" panose="020F0502020204030204" pitchFamily="34" charset="0"/>
                <a:cs typeface="Times New Roman" panose="02020603050405020304" pitchFamily="18" charset="0"/>
              </a:rPr>
              <a:t>            while (</a:t>
            </a:r>
            <a:r>
              <a:rPr lang="en-IN" sz="1800" dirty="0" err="1">
                <a:effectLst/>
                <a:latin typeface="Calibri" panose="020F0502020204030204" pitchFamily="34" charset="0"/>
                <a:ea typeface="Calibri" panose="020F0502020204030204" pitchFamily="34" charset="0"/>
                <a:cs typeface="Times New Roman" panose="02020603050405020304" pitchFamily="18" charset="0"/>
              </a:rPr>
              <a:t>temp.next</a:t>
            </a:r>
            <a:r>
              <a:rPr lang="en-IN" sz="1800" dirty="0">
                <a:effectLst/>
                <a:latin typeface="Calibri" panose="020F0502020204030204" pitchFamily="34" charset="0"/>
                <a:ea typeface="Calibri" panose="020F0502020204030204" pitchFamily="34" charset="0"/>
                <a:cs typeface="Times New Roman" panose="02020603050405020304" pitchFamily="18" charset="0"/>
              </a:rPr>
              <a:t> != null) {</a:t>
            </a:r>
          </a:p>
          <a:p>
            <a:pPr marL="342900" indent="-342900">
              <a:lnSpc>
                <a:spcPct val="107000"/>
              </a:lnSpc>
              <a:spcAft>
                <a:spcPts val="800"/>
              </a:spcAft>
              <a:buFont typeface="+mj-lt"/>
              <a:buAutoNum type="arabicPeriod"/>
            </a:pPr>
            <a:r>
              <a:rPr lang="en-IN" sz="1800" dirty="0">
                <a:effectLst/>
                <a:latin typeface="Calibri" panose="020F0502020204030204" pitchFamily="34" charset="0"/>
                <a:ea typeface="Calibri" panose="020F0502020204030204" pitchFamily="34" charset="0"/>
                <a:cs typeface="Times New Roman" panose="02020603050405020304" pitchFamily="18" charset="0"/>
              </a:rPr>
              <a:t>                temp = </a:t>
            </a:r>
            <a:r>
              <a:rPr lang="en-IN" sz="1800" dirty="0" err="1">
                <a:effectLst/>
                <a:latin typeface="Calibri" panose="020F0502020204030204" pitchFamily="34" charset="0"/>
                <a:ea typeface="Calibri" panose="020F0502020204030204" pitchFamily="34" charset="0"/>
                <a:cs typeface="Times New Roman" panose="02020603050405020304" pitchFamily="18" charset="0"/>
              </a:rPr>
              <a:t>temp.next</a:t>
            </a:r>
            <a:r>
              <a:rPr lang="en-IN" sz="1800" dirty="0">
                <a:effectLst/>
                <a:latin typeface="Calibri" panose="020F0502020204030204" pitchFamily="34" charset="0"/>
                <a:ea typeface="Calibri" panose="020F0502020204030204" pitchFamily="34" charset="0"/>
                <a:cs typeface="Times New Roman" panose="02020603050405020304" pitchFamily="18" charset="0"/>
              </a:rPr>
              <a:t>;</a:t>
            </a:r>
          </a:p>
          <a:p>
            <a:pPr marL="342900" indent="-342900">
              <a:lnSpc>
                <a:spcPct val="107000"/>
              </a:lnSpc>
              <a:spcAft>
                <a:spcPts val="800"/>
              </a:spcAft>
              <a:buFont typeface="+mj-lt"/>
              <a:buAutoNum type="arabicPeriod"/>
            </a:pP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p>
          <a:p>
            <a:pPr marL="342900" indent="-342900">
              <a:lnSpc>
                <a:spcPct val="107000"/>
              </a:lnSpc>
              <a:spcAft>
                <a:spcPts val="800"/>
              </a:spcAft>
              <a:buFont typeface="+mj-lt"/>
              <a:buAutoNum type="arabicPeriod"/>
            </a:pP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Calibri" panose="020F0502020204030204" pitchFamily="34" charset="0"/>
                <a:ea typeface="Calibri" panose="020F0502020204030204" pitchFamily="34" charset="0"/>
                <a:cs typeface="Times New Roman" panose="02020603050405020304" pitchFamily="18" charset="0"/>
              </a:rPr>
              <a:t>temp.next</a:t>
            </a:r>
            <a:r>
              <a:rPr lang="en-IN" sz="1800" dirty="0">
                <a:effectLst/>
                <a:latin typeface="Calibri" panose="020F0502020204030204" pitchFamily="34" charset="0"/>
                <a:ea typeface="Calibri" panose="020F0502020204030204" pitchFamily="34" charset="0"/>
                <a:cs typeface="Times New Roman" panose="02020603050405020304" pitchFamily="18" charset="0"/>
              </a:rPr>
              <a:t> = </a:t>
            </a:r>
            <a:r>
              <a:rPr lang="en-IN" sz="1800" dirty="0" err="1">
                <a:effectLst/>
                <a:latin typeface="Calibri" panose="020F0502020204030204" pitchFamily="34" charset="0"/>
                <a:ea typeface="Calibri" panose="020F0502020204030204" pitchFamily="34" charset="0"/>
                <a:cs typeface="Times New Roman" panose="02020603050405020304" pitchFamily="18" charset="0"/>
              </a:rPr>
              <a:t>newNode</a:t>
            </a:r>
            <a:r>
              <a:rPr lang="en-IN" sz="1800" dirty="0">
                <a:effectLst/>
                <a:latin typeface="Calibri" panose="020F0502020204030204" pitchFamily="34" charset="0"/>
                <a:ea typeface="Calibri" panose="020F0502020204030204" pitchFamily="34" charset="0"/>
                <a:cs typeface="Times New Roman" panose="02020603050405020304" pitchFamily="18" charset="0"/>
              </a:rPr>
              <a:t>;</a:t>
            </a:r>
          </a:p>
          <a:p>
            <a:pPr marL="342900" indent="-342900">
              <a:buFont typeface="+mj-lt"/>
              <a:buAutoNum type="arabicPeriod"/>
            </a:pP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endParaRPr lang="en-IN" dirty="0"/>
          </a:p>
        </p:txBody>
      </p:sp>
    </p:spTree>
    <p:extLst>
      <p:ext uri="{BB962C8B-B14F-4D97-AF65-F5344CB8AC3E}">
        <p14:creationId xmlns:p14="http://schemas.microsoft.com/office/powerpoint/2010/main" val="390223467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 calcmode="lin" valueType="num">
                                      <p:cBhvr additive="base">
                                        <p:cTn id="6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3">
                                            <p:txEl>
                                              <p:pRg st="10" end="10"/>
                                            </p:txEl>
                                          </p:spTgt>
                                        </p:tgtEl>
                                        <p:attrNameLst>
                                          <p:attrName>style.visibility</p:attrName>
                                        </p:attrNameLst>
                                      </p:cBhvr>
                                      <p:to>
                                        <p:strVal val="visible"/>
                                      </p:to>
                                    </p:set>
                                    <p:anim calcmode="lin" valueType="num">
                                      <p:cBhvr additive="base">
                                        <p:cTn id="6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8ED8F-379C-1225-A069-491C28E7EF28}"/>
              </a:ext>
            </a:extLst>
          </p:cNvPr>
          <p:cNvSpPr>
            <a:spLocks noGrp="1"/>
          </p:cNvSpPr>
          <p:nvPr>
            <p:ph type="title"/>
          </p:nvPr>
        </p:nvSpPr>
        <p:spPr>
          <a:xfrm>
            <a:off x="470453" y="414821"/>
            <a:ext cx="10515600" cy="658605"/>
          </a:xfrm>
        </p:spPr>
        <p:txBody>
          <a:bodyPr>
            <a:normAutofit fontScale="90000"/>
          </a:bodyPr>
          <a:lstStyle/>
          <a:p>
            <a:r>
              <a:rPr lang="en-IN" b="1" dirty="0"/>
              <a:t>Insertion at some position in a </a:t>
            </a:r>
            <a:r>
              <a:rPr lang="en-IN" b="1" dirty="0" err="1"/>
              <a:t>linkedlist</a:t>
            </a:r>
            <a:endParaRPr lang="en-IN" b="1" dirty="0"/>
          </a:p>
        </p:txBody>
      </p:sp>
      <p:sp>
        <p:nvSpPr>
          <p:cNvPr id="3" name="Content Placeholder 2">
            <a:extLst>
              <a:ext uri="{FF2B5EF4-FFF2-40B4-BE49-F238E27FC236}">
                <a16:creationId xmlns:a16="http://schemas.microsoft.com/office/drawing/2014/main" id="{DB37CA8E-6B38-1BF6-7094-8397B5B49E04}"/>
              </a:ext>
            </a:extLst>
          </p:cNvPr>
          <p:cNvSpPr>
            <a:spLocks noGrp="1"/>
          </p:cNvSpPr>
          <p:nvPr>
            <p:ph sz="half" idx="1"/>
          </p:nvPr>
        </p:nvSpPr>
        <p:spPr>
          <a:xfrm>
            <a:off x="838200" y="1465006"/>
            <a:ext cx="5181600" cy="5214089"/>
          </a:xfrm>
        </p:spPr>
        <p:txBody>
          <a:bodyPr>
            <a:noAutofit/>
          </a:bodyPr>
          <a:lstStyle/>
          <a:p>
            <a:pPr>
              <a:lnSpc>
                <a:spcPct val="100000"/>
              </a:lnSpc>
              <a:spcAft>
                <a:spcPts val="800"/>
              </a:spcAft>
              <a:buFont typeface="+mj-lt"/>
              <a:buAutoNum type="arabicPeriod"/>
            </a:pPr>
            <a:r>
              <a:rPr lang="en-IN" sz="1900" dirty="0">
                <a:effectLst/>
                <a:latin typeface="Calibri" panose="020F0502020204030204" pitchFamily="34" charset="0"/>
                <a:ea typeface="Calibri" panose="020F0502020204030204" pitchFamily="34" charset="0"/>
                <a:cs typeface="Times New Roman" panose="02020603050405020304" pitchFamily="18" charset="0"/>
              </a:rPr>
              <a:t>static void </a:t>
            </a:r>
            <a:r>
              <a:rPr lang="en-IN" sz="1900" dirty="0" err="1">
                <a:effectLst/>
                <a:latin typeface="Calibri" panose="020F0502020204030204" pitchFamily="34" charset="0"/>
                <a:ea typeface="Calibri" panose="020F0502020204030204" pitchFamily="34" charset="0"/>
                <a:cs typeface="Times New Roman" panose="02020603050405020304" pitchFamily="18" charset="0"/>
              </a:rPr>
              <a:t>InsertatPositon</a:t>
            </a:r>
            <a:r>
              <a:rPr lang="en-IN" sz="1900" dirty="0">
                <a:effectLst/>
                <a:latin typeface="Calibri" panose="020F0502020204030204" pitchFamily="34" charset="0"/>
                <a:ea typeface="Calibri" panose="020F0502020204030204" pitchFamily="34" charset="0"/>
                <a:cs typeface="Times New Roman" panose="02020603050405020304" pitchFamily="18" charset="0"/>
              </a:rPr>
              <a:t>(int value, int </a:t>
            </a:r>
            <a:r>
              <a:rPr lang="en-IN" sz="1900" dirty="0" err="1">
                <a:effectLst/>
                <a:latin typeface="Calibri" panose="020F0502020204030204" pitchFamily="34" charset="0"/>
                <a:ea typeface="Calibri" panose="020F0502020204030204" pitchFamily="34" charset="0"/>
                <a:cs typeface="Times New Roman" panose="02020603050405020304" pitchFamily="18" charset="0"/>
              </a:rPr>
              <a:t>pos</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p>
          <a:p>
            <a:pPr>
              <a:lnSpc>
                <a:spcPct val="100000"/>
              </a:lnSpc>
              <a:spcAft>
                <a:spcPts val="800"/>
              </a:spcAft>
              <a:buFont typeface="+mj-lt"/>
              <a:buAutoNum type="arabicPeriod"/>
            </a:pP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Calibri" panose="020F0502020204030204" pitchFamily="34" charset="0"/>
                <a:ea typeface="Calibri" panose="020F0502020204030204" pitchFamily="34" charset="0"/>
                <a:cs typeface="Times New Roman" panose="02020603050405020304" pitchFamily="18" charset="0"/>
              </a:rPr>
              <a:t>ListNode</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Calibri" panose="020F0502020204030204" pitchFamily="34" charset="0"/>
                <a:ea typeface="Calibri" panose="020F0502020204030204" pitchFamily="34" charset="0"/>
                <a:cs typeface="Times New Roman" panose="02020603050405020304" pitchFamily="18" charset="0"/>
              </a:rPr>
              <a:t>newnode</a:t>
            </a:r>
            <a:r>
              <a:rPr lang="en-IN" sz="1900" dirty="0">
                <a:effectLst/>
                <a:latin typeface="Calibri" panose="020F0502020204030204" pitchFamily="34" charset="0"/>
                <a:ea typeface="Calibri" panose="020F0502020204030204" pitchFamily="34" charset="0"/>
                <a:cs typeface="Times New Roman" panose="02020603050405020304" pitchFamily="18" charset="0"/>
              </a:rPr>
              <a:t> = new </a:t>
            </a:r>
            <a:r>
              <a:rPr lang="en-IN" sz="1900" dirty="0" err="1">
                <a:effectLst/>
                <a:latin typeface="Calibri" panose="020F0502020204030204" pitchFamily="34" charset="0"/>
                <a:ea typeface="Calibri" panose="020F0502020204030204" pitchFamily="34" charset="0"/>
                <a:cs typeface="Times New Roman" panose="02020603050405020304" pitchFamily="18" charset="0"/>
              </a:rPr>
              <a:t>ListNode</a:t>
            </a:r>
            <a:r>
              <a:rPr lang="en-IN" sz="1900" dirty="0">
                <a:effectLst/>
                <a:latin typeface="Calibri" panose="020F0502020204030204" pitchFamily="34" charset="0"/>
                <a:ea typeface="Calibri" panose="020F0502020204030204" pitchFamily="34" charset="0"/>
                <a:cs typeface="Times New Roman" panose="02020603050405020304" pitchFamily="18" charset="0"/>
              </a:rPr>
              <a:t>(value);</a:t>
            </a:r>
          </a:p>
          <a:p>
            <a:pPr>
              <a:lnSpc>
                <a:spcPct val="100000"/>
              </a:lnSpc>
              <a:spcAft>
                <a:spcPts val="800"/>
              </a:spcAft>
              <a:buFont typeface="+mj-lt"/>
              <a:buAutoNum type="arabicPeriod"/>
            </a:pPr>
            <a:r>
              <a:rPr lang="en-IN" sz="1900" dirty="0">
                <a:effectLst/>
                <a:latin typeface="Calibri" panose="020F0502020204030204" pitchFamily="34" charset="0"/>
                <a:ea typeface="Calibri" panose="020F0502020204030204" pitchFamily="34" charset="0"/>
                <a:cs typeface="Times New Roman" panose="02020603050405020304" pitchFamily="18" charset="0"/>
              </a:rPr>
              <a:t>    int </a:t>
            </a:r>
            <a:r>
              <a:rPr lang="en-IN" sz="1900" dirty="0" err="1">
                <a:effectLst/>
                <a:latin typeface="Calibri" panose="020F0502020204030204" pitchFamily="34" charset="0"/>
                <a:ea typeface="Calibri" panose="020F0502020204030204" pitchFamily="34" charset="0"/>
                <a:cs typeface="Times New Roman" panose="02020603050405020304" pitchFamily="18" charset="0"/>
              </a:rPr>
              <a:t>len</a:t>
            </a:r>
            <a:r>
              <a:rPr lang="en-IN" sz="1900" dirty="0">
                <a:effectLst/>
                <a:latin typeface="Calibri" panose="020F0502020204030204" pitchFamily="34" charset="0"/>
                <a:ea typeface="Calibri" panose="020F0502020204030204" pitchFamily="34" charset="0"/>
                <a:cs typeface="Times New Roman" panose="02020603050405020304" pitchFamily="18" charset="0"/>
              </a:rPr>
              <a:t> = Length();</a:t>
            </a:r>
          </a:p>
          <a:p>
            <a:pPr>
              <a:lnSpc>
                <a:spcPct val="100000"/>
              </a:lnSpc>
              <a:spcAft>
                <a:spcPts val="800"/>
              </a:spcAft>
              <a:buFont typeface="+mj-lt"/>
              <a:buAutoNum type="arabicPeriod"/>
            </a:pPr>
            <a:r>
              <a:rPr lang="en-IN" sz="1900" dirty="0">
                <a:effectLst/>
                <a:latin typeface="Calibri" panose="020F0502020204030204" pitchFamily="34" charset="0"/>
                <a:ea typeface="Calibri" panose="020F0502020204030204" pitchFamily="34" charset="0"/>
                <a:cs typeface="Times New Roman" panose="02020603050405020304" pitchFamily="18" charset="0"/>
              </a:rPr>
              <a:t>    if (</a:t>
            </a:r>
            <a:r>
              <a:rPr lang="en-IN" sz="1900" dirty="0" err="1">
                <a:effectLst/>
                <a:latin typeface="Calibri" panose="020F0502020204030204" pitchFamily="34" charset="0"/>
                <a:ea typeface="Calibri" panose="020F0502020204030204" pitchFamily="34" charset="0"/>
                <a:cs typeface="Times New Roman" panose="02020603050405020304" pitchFamily="18" charset="0"/>
              </a:rPr>
              <a:t>pos</a:t>
            </a:r>
            <a:r>
              <a:rPr lang="en-IN" sz="1900" dirty="0">
                <a:effectLst/>
                <a:latin typeface="Calibri" panose="020F0502020204030204" pitchFamily="34" charset="0"/>
                <a:ea typeface="Calibri" panose="020F0502020204030204" pitchFamily="34" charset="0"/>
                <a:cs typeface="Times New Roman" panose="02020603050405020304" pitchFamily="18" charset="0"/>
              </a:rPr>
              <a:t> &lt;= </a:t>
            </a:r>
            <a:r>
              <a:rPr lang="en-IN" sz="1900" dirty="0" err="1">
                <a:effectLst/>
                <a:latin typeface="Calibri" panose="020F0502020204030204" pitchFamily="34" charset="0"/>
                <a:ea typeface="Calibri" panose="020F0502020204030204" pitchFamily="34" charset="0"/>
                <a:cs typeface="Times New Roman" panose="02020603050405020304" pitchFamily="18" charset="0"/>
              </a:rPr>
              <a:t>len</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p>
          <a:p>
            <a:pPr>
              <a:lnSpc>
                <a:spcPct val="100000"/>
              </a:lnSpc>
              <a:spcAft>
                <a:spcPts val="800"/>
              </a:spcAft>
              <a:buFont typeface="+mj-lt"/>
              <a:buAutoNum type="arabicPeriod"/>
            </a:pPr>
            <a:r>
              <a:rPr lang="en-IN" sz="1900" dirty="0">
                <a:effectLst/>
                <a:latin typeface="Calibri" panose="020F0502020204030204" pitchFamily="34" charset="0"/>
                <a:ea typeface="Calibri" panose="020F0502020204030204" pitchFamily="34" charset="0"/>
                <a:cs typeface="Times New Roman" panose="02020603050405020304" pitchFamily="18" charset="0"/>
              </a:rPr>
              <a:t>      if (</a:t>
            </a:r>
            <a:r>
              <a:rPr lang="en-IN" sz="1900" dirty="0" err="1">
                <a:effectLst/>
                <a:latin typeface="Calibri" panose="020F0502020204030204" pitchFamily="34" charset="0"/>
                <a:ea typeface="Calibri" panose="020F0502020204030204" pitchFamily="34" charset="0"/>
                <a:cs typeface="Times New Roman" panose="02020603050405020304" pitchFamily="18" charset="0"/>
              </a:rPr>
              <a:t>pos</a:t>
            </a:r>
            <a:r>
              <a:rPr lang="en-IN" sz="1900" dirty="0">
                <a:effectLst/>
                <a:latin typeface="Calibri" panose="020F0502020204030204" pitchFamily="34" charset="0"/>
                <a:ea typeface="Calibri" panose="020F0502020204030204" pitchFamily="34" charset="0"/>
                <a:cs typeface="Times New Roman" panose="02020603050405020304" pitchFamily="18" charset="0"/>
              </a:rPr>
              <a:t> == 0) {</a:t>
            </a:r>
          </a:p>
          <a:p>
            <a:pPr>
              <a:lnSpc>
                <a:spcPct val="100000"/>
              </a:lnSpc>
              <a:spcAft>
                <a:spcPts val="800"/>
              </a:spcAft>
              <a:buFont typeface="+mj-lt"/>
              <a:buAutoNum type="arabicPeriod"/>
            </a:pP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Calibri" panose="020F0502020204030204" pitchFamily="34" charset="0"/>
                <a:ea typeface="Calibri" panose="020F0502020204030204" pitchFamily="34" charset="0"/>
                <a:cs typeface="Times New Roman" panose="02020603050405020304" pitchFamily="18" charset="0"/>
              </a:rPr>
              <a:t>newnode.next</a:t>
            </a:r>
            <a:r>
              <a:rPr lang="en-IN" sz="1900" dirty="0">
                <a:effectLst/>
                <a:latin typeface="Calibri" panose="020F0502020204030204" pitchFamily="34" charset="0"/>
                <a:ea typeface="Calibri" panose="020F0502020204030204" pitchFamily="34" charset="0"/>
                <a:cs typeface="Times New Roman" panose="02020603050405020304" pitchFamily="18" charset="0"/>
              </a:rPr>
              <a:t> = head;</a:t>
            </a:r>
          </a:p>
          <a:p>
            <a:pPr>
              <a:lnSpc>
                <a:spcPct val="100000"/>
              </a:lnSpc>
              <a:spcAft>
                <a:spcPts val="800"/>
              </a:spcAft>
              <a:buFont typeface="+mj-lt"/>
              <a:buAutoNum type="arabicPeriod"/>
            </a:pPr>
            <a:r>
              <a:rPr lang="en-IN" sz="1900" dirty="0">
                <a:effectLst/>
                <a:latin typeface="Calibri" panose="020F0502020204030204" pitchFamily="34" charset="0"/>
                <a:ea typeface="Calibri" panose="020F0502020204030204" pitchFamily="34" charset="0"/>
                <a:cs typeface="Times New Roman" panose="02020603050405020304" pitchFamily="18" charset="0"/>
              </a:rPr>
              <a:t>        head = </a:t>
            </a:r>
            <a:r>
              <a:rPr lang="en-IN" sz="1900" dirty="0" err="1">
                <a:effectLst/>
                <a:latin typeface="Calibri" panose="020F0502020204030204" pitchFamily="34" charset="0"/>
                <a:ea typeface="Calibri" panose="020F0502020204030204" pitchFamily="34" charset="0"/>
                <a:cs typeface="Times New Roman" panose="02020603050405020304" pitchFamily="18" charset="0"/>
              </a:rPr>
              <a:t>newnode</a:t>
            </a:r>
            <a:r>
              <a:rPr lang="en-IN" sz="1900" dirty="0">
                <a:effectLst/>
                <a:latin typeface="Calibri" panose="020F0502020204030204" pitchFamily="34" charset="0"/>
                <a:ea typeface="Calibri" panose="020F0502020204030204" pitchFamily="34" charset="0"/>
                <a:cs typeface="Times New Roman" panose="02020603050405020304" pitchFamily="18" charset="0"/>
              </a:rPr>
              <a:t>;</a:t>
            </a:r>
          </a:p>
          <a:p>
            <a:pPr>
              <a:lnSpc>
                <a:spcPct val="100000"/>
              </a:lnSpc>
              <a:spcAft>
                <a:spcPts val="800"/>
              </a:spcAft>
              <a:buFont typeface="+mj-lt"/>
              <a:buAutoNum type="arabicPeriod"/>
            </a:pPr>
            <a:r>
              <a:rPr lang="en-IN" sz="1900" dirty="0">
                <a:latin typeface="Calibri" panose="020F0502020204030204" pitchFamily="34" charset="0"/>
                <a:ea typeface="Calibri" panose="020F0502020204030204" pitchFamily="34" charset="0"/>
                <a:cs typeface="Times New Roman" panose="02020603050405020304" pitchFamily="18" charset="0"/>
              </a:rPr>
              <a:t>}</a:t>
            </a:r>
            <a:endParaRPr lang="en-IN" sz="19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E02B3A62-9B9C-5314-1007-81D5AD69B591}"/>
              </a:ext>
            </a:extLst>
          </p:cNvPr>
          <p:cNvSpPr>
            <a:spLocks noGrp="1"/>
          </p:cNvSpPr>
          <p:nvPr>
            <p:ph sz="half" idx="2"/>
          </p:nvPr>
        </p:nvSpPr>
        <p:spPr>
          <a:xfrm>
            <a:off x="6172200" y="1073426"/>
            <a:ext cx="5181600" cy="5605669"/>
          </a:xfrm>
        </p:spPr>
        <p:txBody>
          <a:bodyPr>
            <a:normAutofit fontScale="70000" lnSpcReduction="20000"/>
          </a:bodyPr>
          <a:lstStyle/>
          <a:p>
            <a:pPr marL="514350" indent="-514350">
              <a:lnSpc>
                <a:spcPct val="120000"/>
              </a:lnSpc>
              <a:spcAft>
                <a:spcPts val="800"/>
              </a:spcAft>
              <a:buFont typeface="+mj-lt"/>
              <a:buAutoNum type="arabicPeriod" startAt="9"/>
            </a:pPr>
            <a:r>
              <a:rPr lang="en-IN" sz="2800" dirty="0">
                <a:effectLst/>
                <a:latin typeface="Calibri" panose="020F0502020204030204" pitchFamily="34" charset="0"/>
                <a:ea typeface="Calibri" panose="020F0502020204030204" pitchFamily="34" charset="0"/>
                <a:cs typeface="Times New Roman" panose="02020603050405020304" pitchFamily="18" charset="0"/>
              </a:rPr>
              <a:t>else {</a:t>
            </a:r>
          </a:p>
          <a:p>
            <a:pPr marL="514350" indent="-514350">
              <a:lnSpc>
                <a:spcPct val="120000"/>
              </a:lnSpc>
              <a:spcAft>
                <a:spcPts val="800"/>
              </a:spcAft>
              <a:buFont typeface="+mj-lt"/>
              <a:buAutoNum type="arabicPeriod" startAt="9"/>
            </a:pP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err="1">
                <a:effectLst/>
                <a:latin typeface="Calibri" panose="020F0502020204030204" pitchFamily="34" charset="0"/>
                <a:ea typeface="Calibri" panose="020F0502020204030204" pitchFamily="34" charset="0"/>
                <a:cs typeface="Times New Roman" panose="02020603050405020304" pitchFamily="18" charset="0"/>
              </a:rPr>
              <a:t>ListNode</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err="1">
                <a:effectLst/>
                <a:latin typeface="Calibri" panose="020F0502020204030204" pitchFamily="34" charset="0"/>
                <a:ea typeface="Calibri" panose="020F0502020204030204" pitchFamily="34" charset="0"/>
                <a:cs typeface="Times New Roman" panose="02020603050405020304" pitchFamily="18" charset="0"/>
              </a:rPr>
              <a:t>curr</a:t>
            </a:r>
            <a:r>
              <a:rPr lang="en-IN" sz="2800" dirty="0">
                <a:effectLst/>
                <a:latin typeface="Calibri" panose="020F0502020204030204" pitchFamily="34" charset="0"/>
                <a:ea typeface="Calibri" panose="020F0502020204030204" pitchFamily="34" charset="0"/>
                <a:cs typeface="Times New Roman" panose="02020603050405020304" pitchFamily="18" charset="0"/>
              </a:rPr>
              <a:t> = head;</a:t>
            </a:r>
          </a:p>
          <a:p>
            <a:pPr marL="514350" indent="-514350">
              <a:lnSpc>
                <a:spcPct val="120000"/>
              </a:lnSpc>
              <a:spcAft>
                <a:spcPts val="800"/>
              </a:spcAft>
              <a:buFont typeface="+mj-lt"/>
              <a:buAutoNum type="arabicPeriod" startAt="9"/>
            </a:pPr>
            <a:r>
              <a:rPr lang="en-IN" sz="2800" dirty="0">
                <a:effectLst/>
                <a:latin typeface="Calibri" panose="020F0502020204030204" pitchFamily="34" charset="0"/>
                <a:ea typeface="Calibri" panose="020F0502020204030204" pitchFamily="34" charset="0"/>
                <a:cs typeface="Times New Roman" panose="02020603050405020304" pitchFamily="18" charset="0"/>
              </a:rPr>
              <a:t>        while (--</a:t>
            </a:r>
            <a:r>
              <a:rPr lang="en-IN" sz="2800" dirty="0" err="1">
                <a:effectLst/>
                <a:latin typeface="Calibri" panose="020F0502020204030204" pitchFamily="34" charset="0"/>
                <a:ea typeface="Calibri" panose="020F0502020204030204" pitchFamily="34" charset="0"/>
                <a:cs typeface="Times New Roman" panose="02020603050405020304" pitchFamily="18" charset="0"/>
              </a:rPr>
              <a:t>pos</a:t>
            </a:r>
            <a:r>
              <a:rPr lang="en-IN" sz="2800" dirty="0">
                <a:effectLst/>
                <a:latin typeface="Calibri" panose="020F0502020204030204" pitchFamily="34" charset="0"/>
                <a:ea typeface="Calibri" panose="020F0502020204030204" pitchFamily="34" charset="0"/>
                <a:cs typeface="Times New Roman" panose="02020603050405020304" pitchFamily="18" charset="0"/>
              </a:rPr>
              <a:t> != 0)</a:t>
            </a:r>
          </a:p>
          <a:p>
            <a:pPr marL="514350" indent="-514350">
              <a:lnSpc>
                <a:spcPct val="120000"/>
              </a:lnSpc>
              <a:spcAft>
                <a:spcPts val="800"/>
              </a:spcAft>
              <a:buFont typeface="+mj-lt"/>
              <a:buAutoNum type="arabicPeriod" startAt="9"/>
            </a:pP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err="1">
                <a:effectLst/>
                <a:latin typeface="Calibri" panose="020F0502020204030204" pitchFamily="34" charset="0"/>
                <a:ea typeface="Calibri" panose="020F0502020204030204" pitchFamily="34" charset="0"/>
                <a:cs typeface="Times New Roman" panose="02020603050405020304" pitchFamily="18" charset="0"/>
              </a:rPr>
              <a:t>curr</a:t>
            </a:r>
            <a:r>
              <a:rPr lang="en-IN" sz="2800" dirty="0">
                <a:effectLst/>
                <a:latin typeface="Calibri" panose="020F0502020204030204" pitchFamily="34" charset="0"/>
                <a:ea typeface="Calibri" panose="020F0502020204030204" pitchFamily="34" charset="0"/>
                <a:cs typeface="Times New Roman" panose="02020603050405020304" pitchFamily="18" charset="0"/>
              </a:rPr>
              <a:t> = </a:t>
            </a:r>
            <a:r>
              <a:rPr lang="en-IN" sz="2800" dirty="0" err="1">
                <a:effectLst/>
                <a:latin typeface="Calibri" panose="020F0502020204030204" pitchFamily="34" charset="0"/>
                <a:ea typeface="Calibri" panose="020F0502020204030204" pitchFamily="34" charset="0"/>
                <a:cs typeface="Times New Roman" panose="02020603050405020304" pitchFamily="18" charset="0"/>
              </a:rPr>
              <a:t>curr.next</a:t>
            </a:r>
            <a:r>
              <a:rPr lang="en-IN" sz="2800" dirty="0">
                <a:effectLst/>
                <a:latin typeface="Calibri" panose="020F0502020204030204" pitchFamily="34" charset="0"/>
                <a:ea typeface="Calibri" panose="020F0502020204030204" pitchFamily="34" charset="0"/>
                <a:cs typeface="Times New Roman" panose="02020603050405020304" pitchFamily="18" charset="0"/>
              </a:rPr>
              <a:t>;</a:t>
            </a:r>
          </a:p>
          <a:p>
            <a:pPr marL="514350" indent="-514350">
              <a:lnSpc>
                <a:spcPct val="120000"/>
              </a:lnSpc>
              <a:spcAft>
                <a:spcPts val="800"/>
              </a:spcAft>
              <a:buFont typeface="+mj-lt"/>
              <a:buAutoNum type="arabicPeriod" startAt="9"/>
            </a:pP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err="1">
                <a:effectLst/>
                <a:latin typeface="Calibri" panose="020F0502020204030204" pitchFamily="34" charset="0"/>
                <a:ea typeface="Calibri" panose="020F0502020204030204" pitchFamily="34" charset="0"/>
                <a:cs typeface="Times New Roman" panose="02020603050405020304" pitchFamily="18" charset="0"/>
              </a:rPr>
              <a:t>newnode.next</a:t>
            </a:r>
            <a:r>
              <a:rPr lang="en-IN" sz="2800" dirty="0">
                <a:effectLst/>
                <a:latin typeface="Calibri" panose="020F0502020204030204" pitchFamily="34" charset="0"/>
                <a:ea typeface="Calibri" panose="020F0502020204030204" pitchFamily="34" charset="0"/>
                <a:cs typeface="Times New Roman" panose="02020603050405020304" pitchFamily="18" charset="0"/>
              </a:rPr>
              <a:t> = </a:t>
            </a:r>
            <a:r>
              <a:rPr lang="en-IN" sz="2800" dirty="0" err="1">
                <a:effectLst/>
                <a:latin typeface="Calibri" panose="020F0502020204030204" pitchFamily="34" charset="0"/>
                <a:ea typeface="Calibri" panose="020F0502020204030204" pitchFamily="34" charset="0"/>
                <a:cs typeface="Times New Roman" panose="02020603050405020304" pitchFamily="18" charset="0"/>
              </a:rPr>
              <a:t>curr.next</a:t>
            </a:r>
            <a:r>
              <a:rPr lang="en-IN" sz="2800" dirty="0">
                <a:effectLst/>
                <a:latin typeface="Calibri" panose="020F0502020204030204" pitchFamily="34" charset="0"/>
                <a:ea typeface="Calibri" panose="020F0502020204030204" pitchFamily="34" charset="0"/>
                <a:cs typeface="Times New Roman" panose="02020603050405020304" pitchFamily="18" charset="0"/>
              </a:rPr>
              <a:t>;</a:t>
            </a:r>
          </a:p>
          <a:p>
            <a:pPr marL="514350" indent="-514350">
              <a:lnSpc>
                <a:spcPct val="120000"/>
              </a:lnSpc>
              <a:spcAft>
                <a:spcPts val="800"/>
              </a:spcAft>
              <a:buFont typeface="+mj-lt"/>
              <a:buAutoNum type="arabicPeriod" startAt="9"/>
            </a:pP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err="1">
                <a:effectLst/>
                <a:latin typeface="Calibri" panose="020F0502020204030204" pitchFamily="34" charset="0"/>
                <a:ea typeface="Calibri" panose="020F0502020204030204" pitchFamily="34" charset="0"/>
                <a:cs typeface="Times New Roman" panose="02020603050405020304" pitchFamily="18" charset="0"/>
              </a:rPr>
              <a:t>curr.next</a:t>
            </a:r>
            <a:r>
              <a:rPr lang="en-IN" sz="2800" dirty="0">
                <a:effectLst/>
                <a:latin typeface="Calibri" panose="020F0502020204030204" pitchFamily="34" charset="0"/>
                <a:ea typeface="Calibri" panose="020F0502020204030204" pitchFamily="34" charset="0"/>
                <a:cs typeface="Times New Roman" panose="02020603050405020304" pitchFamily="18" charset="0"/>
              </a:rPr>
              <a:t> = </a:t>
            </a:r>
            <a:r>
              <a:rPr lang="en-IN" sz="2800" dirty="0" err="1">
                <a:effectLst/>
                <a:latin typeface="Calibri" panose="020F0502020204030204" pitchFamily="34" charset="0"/>
                <a:ea typeface="Calibri" panose="020F0502020204030204" pitchFamily="34" charset="0"/>
                <a:cs typeface="Times New Roman" panose="02020603050405020304" pitchFamily="18" charset="0"/>
              </a:rPr>
              <a:t>newnode</a:t>
            </a:r>
            <a:r>
              <a:rPr lang="en-IN" sz="2800" dirty="0">
                <a:effectLst/>
                <a:latin typeface="Calibri" panose="020F0502020204030204" pitchFamily="34" charset="0"/>
                <a:ea typeface="Calibri" panose="020F0502020204030204" pitchFamily="34" charset="0"/>
                <a:cs typeface="Times New Roman" panose="02020603050405020304" pitchFamily="18" charset="0"/>
              </a:rPr>
              <a:t>;</a:t>
            </a:r>
          </a:p>
          <a:p>
            <a:pPr marL="514350" indent="-514350">
              <a:lnSpc>
                <a:spcPct val="120000"/>
              </a:lnSpc>
              <a:spcAft>
                <a:spcPts val="800"/>
              </a:spcAft>
              <a:buFont typeface="+mj-lt"/>
              <a:buAutoNum type="arabicPeriod" startAt="9"/>
            </a:pP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p>
          <a:p>
            <a:pPr marL="514350" indent="-514350">
              <a:lnSpc>
                <a:spcPct val="120000"/>
              </a:lnSpc>
              <a:spcAft>
                <a:spcPts val="800"/>
              </a:spcAft>
              <a:buFont typeface="+mj-lt"/>
              <a:buAutoNum type="arabicPeriod" startAt="9"/>
            </a:pPr>
            <a:r>
              <a:rPr lang="en-IN" sz="2800" dirty="0">
                <a:effectLst/>
                <a:latin typeface="Calibri" panose="020F0502020204030204" pitchFamily="34" charset="0"/>
                <a:ea typeface="Calibri" panose="020F0502020204030204" pitchFamily="34" charset="0"/>
                <a:cs typeface="Times New Roman" panose="02020603050405020304" pitchFamily="18" charset="0"/>
              </a:rPr>
              <a:t>    } else</a:t>
            </a:r>
          </a:p>
          <a:p>
            <a:pPr marL="514350" indent="-514350">
              <a:lnSpc>
                <a:spcPct val="120000"/>
              </a:lnSpc>
              <a:spcAft>
                <a:spcPts val="800"/>
              </a:spcAft>
              <a:buFont typeface="+mj-lt"/>
              <a:buAutoNum type="arabicPeriod" startAt="9"/>
            </a:pP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err="1">
                <a:effectLst/>
                <a:latin typeface="Calibri" panose="020F0502020204030204" pitchFamily="34" charset="0"/>
                <a:ea typeface="Calibri" panose="020F0502020204030204" pitchFamily="34" charset="0"/>
                <a:cs typeface="Times New Roman" panose="02020603050405020304" pitchFamily="18" charset="0"/>
              </a:rPr>
              <a:t>System.out.println</a:t>
            </a:r>
            <a:r>
              <a:rPr lang="en-IN" sz="2800" dirty="0">
                <a:effectLst/>
                <a:latin typeface="Calibri" panose="020F0502020204030204" pitchFamily="34" charset="0"/>
                <a:ea typeface="Calibri" panose="020F0502020204030204" pitchFamily="34" charset="0"/>
                <a:cs typeface="Times New Roman" panose="02020603050405020304" pitchFamily="18" charset="0"/>
              </a:rPr>
              <a:t>("Invalid </a:t>
            </a:r>
            <a:r>
              <a:rPr lang="en-IN" sz="2800" dirty="0" err="1">
                <a:effectLst/>
                <a:latin typeface="Calibri" panose="020F0502020204030204" pitchFamily="34" charset="0"/>
                <a:ea typeface="Calibri" panose="020F0502020204030204" pitchFamily="34" charset="0"/>
                <a:cs typeface="Times New Roman" panose="02020603050405020304" pitchFamily="18" charset="0"/>
              </a:rPr>
              <a:t>Positon</a:t>
            </a:r>
            <a:r>
              <a:rPr lang="en-IN" sz="2800" dirty="0">
                <a:effectLst/>
                <a:latin typeface="Calibri" panose="020F0502020204030204" pitchFamily="34" charset="0"/>
                <a:ea typeface="Calibri" panose="020F0502020204030204" pitchFamily="34" charset="0"/>
                <a:cs typeface="Times New Roman" panose="02020603050405020304" pitchFamily="18" charset="0"/>
              </a:rPr>
              <a:t>");</a:t>
            </a:r>
          </a:p>
          <a:p>
            <a:pPr marL="514350" indent="-514350">
              <a:lnSpc>
                <a:spcPct val="120000"/>
              </a:lnSpc>
              <a:spcAft>
                <a:spcPts val="800"/>
              </a:spcAft>
              <a:buFont typeface="+mj-lt"/>
              <a:buAutoNum type="arabicPeriod" startAt="9"/>
            </a:pP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p>
          <a:p>
            <a:pPr marL="514350" indent="-514350">
              <a:lnSpc>
                <a:spcPct val="120000"/>
              </a:lnSpc>
              <a:buFont typeface="+mj-lt"/>
              <a:buAutoNum type="arabicPeriod" startAt="9"/>
            </a:pPr>
            <a:endParaRPr lang="en-IN" dirty="0"/>
          </a:p>
        </p:txBody>
      </p:sp>
    </p:spTree>
    <p:extLst>
      <p:ext uri="{BB962C8B-B14F-4D97-AF65-F5344CB8AC3E}">
        <p14:creationId xmlns:p14="http://schemas.microsoft.com/office/powerpoint/2010/main" val="269492443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4">
                                            <p:txEl>
                                              <p:pRg st="0" end="0"/>
                                            </p:txEl>
                                          </p:spTgt>
                                        </p:tgtEl>
                                        <p:attrNameLst>
                                          <p:attrName>style.visibility</p:attrName>
                                        </p:attrNameLst>
                                      </p:cBhvr>
                                      <p:to>
                                        <p:strVal val="visible"/>
                                      </p:to>
                                    </p:set>
                                    <p:anim calcmode="lin" valueType="num">
                                      <p:cBhvr additive="base">
                                        <p:cTn id="55"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4">
                                            <p:txEl>
                                              <p:pRg st="1" end="1"/>
                                            </p:txEl>
                                          </p:spTgt>
                                        </p:tgtEl>
                                        <p:attrNameLst>
                                          <p:attrName>style.visibility</p:attrName>
                                        </p:attrNameLst>
                                      </p:cBhvr>
                                      <p:to>
                                        <p:strVal val="visible"/>
                                      </p:to>
                                    </p:set>
                                    <p:anim calcmode="lin" valueType="num">
                                      <p:cBhvr additive="base">
                                        <p:cTn id="61"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4">
                                            <p:txEl>
                                              <p:pRg st="2" end="2"/>
                                            </p:txEl>
                                          </p:spTgt>
                                        </p:tgtEl>
                                        <p:attrNameLst>
                                          <p:attrName>style.visibility</p:attrName>
                                        </p:attrNameLst>
                                      </p:cBhvr>
                                      <p:to>
                                        <p:strVal val="visible"/>
                                      </p:to>
                                    </p:set>
                                    <p:anim calcmode="lin" valueType="num">
                                      <p:cBhvr additive="base">
                                        <p:cTn id="67"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4">
                                            <p:txEl>
                                              <p:pRg st="3" end="3"/>
                                            </p:txEl>
                                          </p:spTgt>
                                        </p:tgtEl>
                                        <p:attrNameLst>
                                          <p:attrName>style.visibility</p:attrName>
                                        </p:attrNameLst>
                                      </p:cBhvr>
                                      <p:to>
                                        <p:strVal val="visible"/>
                                      </p:to>
                                    </p:set>
                                    <p:anim calcmode="lin" valueType="num">
                                      <p:cBhvr additive="base">
                                        <p:cTn id="73"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4">
                                            <p:txEl>
                                              <p:pRg st="4" end="4"/>
                                            </p:txEl>
                                          </p:spTgt>
                                        </p:tgtEl>
                                        <p:attrNameLst>
                                          <p:attrName>style.visibility</p:attrName>
                                        </p:attrNameLst>
                                      </p:cBhvr>
                                      <p:to>
                                        <p:strVal val="visible"/>
                                      </p:to>
                                    </p:set>
                                    <p:anim calcmode="lin" valueType="num">
                                      <p:cBhvr additive="base">
                                        <p:cTn id="79"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nodeType="clickEffect">
                                  <p:stCondLst>
                                    <p:cond delay="0"/>
                                  </p:stCondLst>
                                  <p:childTnLst>
                                    <p:set>
                                      <p:cBhvr>
                                        <p:cTn id="84" dur="1" fill="hold">
                                          <p:stCondLst>
                                            <p:cond delay="0"/>
                                          </p:stCondLst>
                                        </p:cTn>
                                        <p:tgtEl>
                                          <p:spTgt spid="4">
                                            <p:txEl>
                                              <p:pRg st="5" end="5"/>
                                            </p:txEl>
                                          </p:spTgt>
                                        </p:tgtEl>
                                        <p:attrNameLst>
                                          <p:attrName>style.visibility</p:attrName>
                                        </p:attrNameLst>
                                      </p:cBhvr>
                                      <p:to>
                                        <p:strVal val="visible"/>
                                      </p:to>
                                    </p:set>
                                    <p:anim calcmode="lin" valueType="num">
                                      <p:cBhvr additive="base">
                                        <p:cTn id="85"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nodeType="clickEffect">
                                  <p:stCondLst>
                                    <p:cond delay="0"/>
                                  </p:stCondLst>
                                  <p:childTnLst>
                                    <p:set>
                                      <p:cBhvr>
                                        <p:cTn id="90" dur="1" fill="hold">
                                          <p:stCondLst>
                                            <p:cond delay="0"/>
                                          </p:stCondLst>
                                        </p:cTn>
                                        <p:tgtEl>
                                          <p:spTgt spid="4">
                                            <p:txEl>
                                              <p:pRg st="6" end="6"/>
                                            </p:txEl>
                                          </p:spTgt>
                                        </p:tgtEl>
                                        <p:attrNameLst>
                                          <p:attrName>style.visibility</p:attrName>
                                        </p:attrNameLst>
                                      </p:cBhvr>
                                      <p:to>
                                        <p:strVal val="visible"/>
                                      </p:to>
                                    </p:set>
                                    <p:anim calcmode="lin" valueType="num">
                                      <p:cBhvr additive="base">
                                        <p:cTn id="91"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nodeType="clickEffect">
                                  <p:stCondLst>
                                    <p:cond delay="0"/>
                                  </p:stCondLst>
                                  <p:childTnLst>
                                    <p:set>
                                      <p:cBhvr>
                                        <p:cTn id="96" dur="1" fill="hold">
                                          <p:stCondLst>
                                            <p:cond delay="0"/>
                                          </p:stCondLst>
                                        </p:cTn>
                                        <p:tgtEl>
                                          <p:spTgt spid="4">
                                            <p:txEl>
                                              <p:pRg st="7" end="7"/>
                                            </p:txEl>
                                          </p:spTgt>
                                        </p:tgtEl>
                                        <p:attrNameLst>
                                          <p:attrName>style.visibility</p:attrName>
                                        </p:attrNameLst>
                                      </p:cBhvr>
                                      <p:to>
                                        <p:strVal val="visible"/>
                                      </p:to>
                                    </p:set>
                                    <p:anim calcmode="lin" valueType="num">
                                      <p:cBhvr additive="base">
                                        <p:cTn id="97"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98" dur="500" fill="hold"/>
                                        <p:tgtEl>
                                          <p:spTgt spid="4">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nodeType="clickEffect">
                                  <p:stCondLst>
                                    <p:cond delay="0"/>
                                  </p:stCondLst>
                                  <p:childTnLst>
                                    <p:set>
                                      <p:cBhvr>
                                        <p:cTn id="102" dur="1" fill="hold">
                                          <p:stCondLst>
                                            <p:cond delay="0"/>
                                          </p:stCondLst>
                                        </p:cTn>
                                        <p:tgtEl>
                                          <p:spTgt spid="4">
                                            <p:txEl>
                                              <p:pRg st="8" end="8"/>
                                            </p:txEl>
                                          </p:spTgt>
                                        </p:tgtEl>
                                        <p:attrNameLst>
                                          <p:attrName>style.visibility</p:attrName>
                                        </p:attrNameLst>
                                      </p:cBhvr>
                                      <p:to>
                                        <p:strVal val="visible"/>
                                      </p:to>
                                    </p:set>
                                    <p:anim calcmode="lin" valueType="num">
                                      <p:cBhvr additive="base">
                                        <p:cTn id="103"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104" dur="500" fill="hold"/>
                                        <p:tgtEl>
                                          <p:spTgt spid="4">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4" fill="hold" nodeType="clickEffect">
                                  <p:stCondLst>
                                    <p:cond delay="0"/>
                                  </p:stCondLst>
                                  <p:childTnLst>
                                    <p:set>
                                      <p:cBhvr>
                                        <p:cTn id="108" dur="1" fill="hold">
                                          <p:stCondLst>
                                            <p:cond delay="0"/>
                                          </p:stCondLst>
                                        </p:cTn>
                                        <p:tgtEl>
                                          <p:spTgt spid="4">
                                            <p:txEl>
                                              <p:pRg st="9" end="9"/>
                                            </p:txEl>
                                          </p:spTgt>
                                        </p:tgtEl>
                                        <p:attrNameLst>
                                          <p:attrName>style.visibility</p:attrName>
                                        </p:attrNameLst>
                                      </p:cBhvr>
                                      <p:to>
                                        <p:strVal val="visible"/>
                                      </p:to>
                                    </p:set>
                                    <p:anim calcmode="lin" valueType="num">
                                      <p:cBhvr additive="base">
                                        <p:cTn id="109" dur="500" fill="hold"/>
                                        <p:tgtEl>
                                          <p:spTgt spid="4">
                                            <p:txEl>
                                              <p:pRg st="9" end="9"/>
                                            </p:txEl>
                                          </p:spTgt>
                                        </p:tgtEl>
                                        <p:attrNameLst>
                                          <p:attrName>ppt_x</p:attrName>
                                        </p:attrNameLst>
                                      </p:cBhvr>
                                      <p:tavLst>
                                        <p:tav tm="0">
                                          <p:val>
                                            <p:strVal val="#ppt_x"/>
                                          </p:val>
                                        </p:tav>
                                        <p:tav tm="100000">
                                          <p:val>
                                            <p:strVal val="#ppt_x"/>
                                          </p:val>
                                        </p:tav>
                                      </p:tavLst>
                                    </p:anim>
                                    <p:anim calcmode="lin" valueType="num">
                                      <p:cBhvr additive="base">
                                        <p:cTn id="110" dur="500" fill="hold"/>
                                        <p:tgtEl>
                                          <p:spTgt spid="4">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25ED909-8DA7-150F-83C9-FF8332AC6A85}"/>
              </a:ext>
            </a:extLst>
          </p:cNvPr>
          <p:cNvSpPr>
            <a:spLocks noGrp="1"/>
          </p:cNvSpPr>
          <p:nvPr>
            <p:ph type="title"/>
          </p:nvPr>
        </p:nvSpPr>
        <p:spPr/>
        <p:txBody>
          <a:bodyPr/>
          <a:lstStyle/>
          <a:p>
            <a:r>
              <a:rPr lang="en-IN" b="1" dirty="0"/>
              <a:t>Displaying Linked List</a:t>
            </a:r>
          </a:p>
        </p:txBody>
      </p:sp>
      <p:sp>
        <p:nvSpPr>
          <p:cNvPr id="6" name="Content Placeholder 5">
            <a:extLst>
              <a:ext uri="{FF2B5EF4-FFF2-40B4-BE49-F238E27FC236}">
                <a16:creationId xmlns:a16="http://schemas.microsoft.com/office/drawing/2014/main" id="{C47A60D4-850B-BF5F-9091-11D0257C1209}"/>
              </a:ext>
            </a:extLst>
          </p:cNvPr>
          <p:cNvSpPr>
            <a:spLocks noGrp="1"/>
          </p:cNvSpPr>
          <p:nvPr>
            <p:ph idx="1"/>
          </p:nvPr>
        </p:nvSpPr>
        <p:spPr/>
        <p:txBody>
          <a:bodyPr>
            <a:normAutofit/>
          </a:bodyPr>
          <a:lstStyle/>
          <a:p>
            <a:pPr marL="342900" indent="-342900">
              <a:lnSpc>
                <a:spcPct val="100000"/>
              </a:lnSpc>
              <a:spcAft>
                <a:spcPts val="800"/>
              </a:spcAft>
              <a:buFont typeface="+mj-lt"/>
              <a:buAutoNum type="arabicPeriod"/>
            </a:pPr>
            <a:r>
              <a:rPr lang="en-IN" sz="2000" dirty="0">
                <a:effectLst/>
                <a:latin typeface="Calibri" panose="020F0502020204030204" pitchFamily="34" charset="0"/>
                <a:ea typeface="Calibri" panose="020F0502020204030204" pitchFamily="34" charset="0"/>
                <a:cs typeface="Times New Roman" panose="02020603050405020304" pitchFamily="18" charset="0"/>
              </a:rPr>
              <a:t>void display() {</a:t>
            </a:r>
          </a:p>
          <a:p>
            <a:pPr marL="342900" indent="-342900">
              <a:lnSpc>
                <a:spcPct val="100000"/>
              </a:lnSpc>
              <a:spcAft>
                <a:spcPts val="800"/>
              </a:spcAft>
              <a:buFont typeface="+mj-lt"/>
              <a:buAutoNum type="arabicPeriod"/>
            </a:pPr>
            <a:r>
              <a:rPr lang="en-IN" sz="2000" dirty="0">
                <a:effectLst/>
                <a:latin typeface="Calibri" panose="020F0502020204030204" pitchFamily="34" charset="0"/>
                <a:ea typeface="Calibri" panose="020F0502020204030204" pitchFamily="34" charset="0"/>
                <a:cs typeface="Times New Roman" panose="02020603050405020304" pitchFamily="18" charset="0"/>
              </a:rPr>
              <a:t>        Node temp = head;</a:t>
            </a:r>
          </a:p>
          <a:p>
            <a:pPr marL="342900" indent="-342900">
              <a:lnSpc>
                <a:spcPct val="100000"/>
              </a:lnSpc>
              <a:spcAft>
                <a:spcPts val="800"/>
              </a:spcAft>
              <a:buFont typeface="+mj-lt"/>
              <a:buAutoNum type="arabicPeriod"/>
            </a:pPr>
            <a:r>
              <a:rPr lang="en-IN" sz="2000" dirty="0">
                <a:effectLst/>
                <a:latin typeface="Calibri" panose="020F0502020204030204" pitchFamily="34" charset="0"/>
                <a:ea typeface="Calibri" panose="020F0502020204030204" pitchFamily="34" charset="0"/>
                <a:cs typeface="Times New Roman" panose="02020603050405020304" pitchFamily="18" charset="0"/>
              </a:rPr>
              <a:t>        while (temp != null) {</a:t>
            </a:r>
          </a:p>
          <a:p>
            <a:pPr marL="342900" indent="-342900">
              <a:lnSpc>
                <a:spcPct val="100000"/>
              </a:lnSpc>
              <a:spcAft>
                <a:spcPts val="800"/>
              </a:spcAft>
              <a:buFont typeface="+mj-lt"/>
              <a:buAutoNum type="arabicPeriod"/>
            </a:pPr>
            <a:r>
              <a:rPr lang="en-IN" sz="2000" dirty="0">
                <a:effectLst/>
                <a:latin typeface="Calibri" panose="020F0502020204030204" pitchFamily="34" charset="0"/>
                <a:ea typeface="Calibri" panose="020F0502020204030204" pitchFamily="34" charset="0"/>
                <a:cs typeface="Times New Roman" panose="02020603050405020304" pitchFamily="18" charset="0"/>
              </a:rPr>
              <a:t>            </a:t>
            </a:r>
            <a:r>
              <a:rPr lang="en-IN" sz="2000" dirty="0" err="1">
                <a:effectLst/>
                <a:latin typeface="Calibri" panose="020F0502020204030204" pitchFamily="34" charset="0"/>
                <a:ea typeface="Calibri" panose="020F0502020204030204" pitchFamily="34" charset="0"/>
                <a:cs typeface="Times New Roman" panose="02020603050405020304" pitchFamily="18" charset="0"/>
              </a:rPr>
              <a:t>System.out.print</a:t>
            </a:r>
            <a:r>
              <a:rPr lang="en-IN" sz="2000" dirty="0">
                <a:effectLst/>
                <a:latin typeface="Calibri" panose="020F0502020204030204" pitchFamily="34" charset="0"/>
                <a:ea typeface="Calibri" panose="020F0502020204030204" pitchFamily="34" charset="0"/>
                <a:cs typeface="Times New Roman" panose="02020603050405020304" pitchFamily="18" charset="0"/>
              </a:rPr>
              <a:t>(</a:t>
            </a:r>
            <a:r>
              <a:rPr lang="en-IN" sz="2000" dirty="0" err="1">
                <a:effectLst/>
                <a:latin typeface="Calibri" panose="020F0502020204030204" pitchFamily="34" charset="0"/>
                <a:ea typeface="Calibri" panose="020F0502020204030204" pitchFamily="34" charset="0"/>
                <a:cs typeface="Times New Roman" panose="02020603050405020304" pitchFamily="18" charset="0"/>
              </a:rPr>
              <a:t>temp.data</a:t>
            </a:r>
            <a:r>
              <a:rPr lang="en-IN" sz="2000" dirty="0">
                <a:effectLst/>
                <a:latin typeface="Calibri" panose="020F0502020204030204" pitchFamily="34" charset="0"/>
                <a:ea typeface="Calibri" panose="020F0502020204030204" pitchFamily="34" charset="0"/>
                <a:cs typeface="Times New Roman" panose="02020603050405020304" pitchFamily="18" charset="0"/>
              </a:rPr>
              <a:t> + " -&gt; ");</a:t>
            </a:r>
          </a:p>
          <a:p>
            <a:pPr marL="342900" indent="-342900">
              <a:lnSpc>
                <a:spcPct val="100000"/>
              </a:lnSpc>
              <a:spcAft>
                <a:spcPts val="800"/>
              </a:spcAft>
              <a:buFont typeface="+mj-lt"/>
              <a:buAutoNum type="arabicPeriod"/>
            </a:pPr>
            <a:r>
              <a:rPr lang="en-IN" sz="2000" dirty="0">
                <a:effectLst/>
                <a:latin typeface="Calibri" panose="020F0502020204030204" pitchFamily="34" charset="0"/>
                <a:ea typeface="Calibri" panose="020F0502020204030204" pitchFamily="34" charset="0"/>
                <a:cs typeface="Times New Roman" panose="02020603050405020304" pitchFamily="18" charset="0"/>
              </a:rPr>
              <a:t>            temp = </a:t>
            </a:r>
            <a:r>
              <a:rPr lang="en-IN" sz="2000" dirty="0" err="1">
                <a:effectLst/>
                <a:latin typeface="Calibri" panose="020F0502020204030204" pitchFamily="34" charset="0"/>
                <a:ea typeface="Calibri" panose="020F0502020204030204" pitchFamily="34" charset="0"/>
                <a:cs typeface="Times New Roman" panose="02020603050405020304" pitchFamily="18" charset="0"/>
              </a:rPr>
              <a:t>temp.next</a:t>
            </a:r>
            <a:r>
              <a:rPr lang="en-IN" sz="2000" dirty="0">
                <a:effectLst/>
                <a:latin typeface="Calibri" panose="020F0502020204030204" pitchFamily="34" charset="0"/>
                <a:ea typeface="Calibri" panose="020F0502020204030204" pitchFamily="34" charset="0"/>
                <a:cs typeface="Times New Roman" panose="02020603050405020304" pitchFamily="18" charset="0"/>
              </a:rPr>
              <a:t>;</a:t>
            </a:r>
          </a:p>
          <a:p>
            <a:pPr marL="342900" indent="-342900">
              <a:lnSpc>
                <a:spcPct val="100000"/>
              </a:lnSpc>
              <a:spcAft>
                <a:spcPts val="800"/>
              </a:spcAft>
              <a:buFont typeface="+mj-lt"/>
              <a:buAutoNum type="arabicPeriod"/>
            </a:pPr>
            <a:r>
              <a:rPr lang="en-IN" sz="2000" dirty="0">
                <a:effectLst/>
                <a:latin typeface="Calibri" panose="020F0502020204030204" pitchFamily="34" charset="0"/>
                <a:ea typeface="Calibri" panose="020F0502020204030204" pitchFamily="34" charset="0"/>
                <a:cs typeface="Times New Roman" panose="02020603050405020304" pitchFamily="18" charset="0"/>
              </a:rPr>
              <a:t>        }</a:t>
            </a:r>
          </a:p>
          <a:p>
            <a:pPr marL="342900" indent="-342900">
              <a:lnSpc>
                <a:spcPct val="100000"/>
              </a:lnSpc>
              <a:spcAft>
                <a:spcPts val="800"/>
              </a:spcAft>
              <a:buFont typeface="+mj-lt"/>
              <a:buAutoNum type="arabicPeriod"/>
            </a:pPr>
            <a:r>
              <a:rPr lang="en-IN" sz="2000" dirty="0">
                <a:effectLst/>
                <a:latin typeface="Calibri" panose="020F0502020204030204" pitchFamily="34" charset="0"/>
                <a:ea typeface="Calibri" panose="020F0502020204030204" pitchFamily="34" charset="0"/>
                <a:cs typeface="Times New Roman" panose="02020603050405020304" pitchFamily="18" charset="0"/>
              </a:rPr>
              <a:t>        </a:t>
            </a:r>
            <a:r>
              <a:rPr lang="en-IN" sz="2000" dirty="0" err="1">
                <a:effectLst/>
                <a:latin typeface="Calibri" panose="020F0502020204030204" pitchFamily="34" charset="0"/>
                <a:ea typeface="Calibri" panose="020F0502020204030204" pitchFamily="34" charset="0"/>
                <a:cs typeface="Times New Roman" panose="02020603050405020304" pitchFamily="18" charset="0"/>
              </a:rPr>
              <a:t>System.out.println</a:t>
            </a:r>
            <a:r>
              <a:rPr lang="en-IN" sz="2000" dirty="0">
                <a:effectLst/>
                <a:latin typeface="Calibri" panose="020F0502020204030204" pitchFamily="34" charset="0"/>
                <a:ea typeface="Calibri" panose="020F0502020204030204" pitchFamily="34" charset="0"/>
                <a:cs typeface="Times New Roman" panose="02020603050405020304" pitchFamily="18" charset="0"/>
              </a:rPr>
              <a:t>("null");</a:t>
            </a:r>
          </a:p>
          <a:p>
            <a:pPr marL="342900" indent="-342900">
              <a:lnSpc>
                <a:spcPct val="100000"/>
              </a:lnSpc>
              <a:buFont typeface="+mj-lt"/>
              <a:buAutoNum type="arabicPeriod"/>
            </a:pPr>
            <a:r>
              <a:rPr lang="en-IN" sz="2000" dirty="0">
                <a:effectLst/>
                <a:latin typeface="Calibri" panose="020F0502020204030204" pitchFamily="34" charset="0"/>
                <a:ea typeface="Calibri" panose="020F0502020204030204" pitchFamily="34" charset="0"/>
                <a:cs typeface="Times New Roman" panose="02020603050405020304" pitchFamily="18" charset="0"/>
              </a:rPr>
              <a:t>    }</a:t>
            </a:r>
            <a:endParaRPr lang="en-IN" sz="2000" dirty="0"/>
          </a:p>
        </p:txBody>
      </p:sp>
    </p:spTree>
    <p:extLst>
      <p:ext uri="{BB962C8B-B14F-4D97-AF65-F5344CB8AC3E}">
        <p14:creationId xmlns:p14="http://schemas.microsoft.com/office/powerpoint/2010/main" val="189181683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anim calcmode="lin" valueType="num">
                                      <p:cBhvr additive="base">
                                        <p:cTn id="13"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anim calcmode="lin" valueType="num">
                                      <p:cBhvr additive="base">
                                        <p:cTn id="19"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
                                            <p:txEl>
                                              <p:pRg st="3" end="3"/>
                                            </p:txEl>
                                          </p:spTgt>
                                        </p:tgtEl>
                                        <p:attrNameLst>
                                          <p:attrName>style.visibility</p:attrName>
                                        </p:attrNameLst>
                                      </p:cBhvr>
                                      <p:to>
                                        <p:strVal val="visible"/>
                                      </p:to>
                                    </p:set>
                                    <p:anim calcmode="lin" valueType="num">
                                      <p:cBhvr additive="base">
                                        <p:cTn id="25"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6">
                                            <p:txEl>
                                              <p:pRg st="4" end="4"/>
                                            </p:txEl>
                                          </p:spTgt>
                                        </p:tgtEl>
                                        <p:attrNameLst>
                                          <p:attrName>style.visibility</p:attrName>
                                        </p:attrNameLst>
                                      </p:cBhvr>
                                      <p:to>
                                        <p:strVal val="visible"/>
                                      </p:to>
                                    </p:set>
                                    <p:anim calcmode="lin" valueType="num">
                                      <p:cBhvr additive="base">
                                        <p:cTn id="31"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6">
                                            <p:txEl>
                                              <p:pRg st="5" end="5"/>
                                            </p:txEl>
                                          </p:spTgt>
                                        </p:tgtEl>
                                        <p:attrNameLst>
                                          <p:attrName>style.visibility</p:attrName>
                                        </p:attrNameLst>
                                      </p:cBhvr>
                                      <p:to>
                                        <p:strVal val="visible"/>
                                      </p:to>
                                    </p:set>
                                    <p:anim calcmode="lin" valueType="num">
                                      <p:cBhvr additive="base">
                                        <p:cTn id="37" dur="500" fill="hold"/>
                                        <p:tgtEl>
                                          <p:spTgt spid="6">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6">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6">
                                            <p:txEl>
                                              <p:pRg st="6" end="6"/>
                                            </p:txEl>
                                          </p:spTgt>
                                        </p:tgtEl>
                                        <p:attrNameLst>
                                          <p:attrName>style.visibility</p:attrName>
                                        </p:attrNameLst>
                                      </p:cBhvr>
                                      <p:to>
                                        <p:strVal val="visible"/>
                                      </p:to>
                                    </p:set>
                                    <p:anim calcmode="lin" valueType="num">
                                      <p:cBhvr additive="base">
                                        <p:cTn id="43" dur="500" fill="hold"/>
                                        <p:tgtEl>
                                          <p:spTgt spid="6">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6">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6">
                                            <p:txEl>
                                              <p:pRg st="7" end="7"/>
                                            </p:txEl>
                                          </p:spTgt>
                                        </p:tgtEl>
                                        <p:attrNameLst>
                                          <p:attrName>style.visibility</p:attrName>
                                        </p:attrNameLst>
                                      </p:cBhvr>
                                      <p:to>
                                        <p:strVal val="visible"/>
                                      </p:to>
                                    </p:set>
                                    <p:anim calcmode="lin" valueType="num">
                                      <p:cBhvr additive="base">
                                        <p:cTn id="49" dur="500" fill="hold"/>
                                        <p:tgtEl>
                                          <p:spTgt spid="6">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6">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A810C-16FD-88D1-9133-6945C5D50DB4}"/>
              </a:ext>
            </a:extLst>
          </p:cNvPr>
          <p:cNvSpPr>
            <a:spLocks noGrp="1"/>
          </p:cNvSpPr>
          <p:nvPr>
            <p:ph type="title"/>
          </p:nvPr>
        </p:nvSpPr>
        <p:spPr>
          <a:xfrm>
            <a:off x="549965" y="258416"/>
            <a:ext cx="10515600" cy="897144"/>
          </a:xfrm>
        </p:spPr>
        <p:txBody>
          <a:bodyPr/>
          <a:lstStyle/>
          <a:p>
            <a:r>
              <a:rPr lang="en-IN" b="1" dirty="0"/>
              <a:t>Loop Detection</a:t>
            </a:r>
          </a:p>
        </p:txBody>
      </p:sp>
      <p:sp>
        <p:nvSpPr>
          <p:cNvPr id="3" name="Content Placeholder 2">
            <a:extLst>
              <a:ext uri="{FF2B5EF4-FFF2-40B4-BE49-F238E27FC236}">
                <a16:creationId xmlns:a16="http://schemas.microsoft.com/office/drawing/2014/main" id="{9C829551-A85B-4D30-7F24-023A91164F8E}"/>
              </a:ext>
            </a:extLst>
          </p:cNvPr>
          <p:cNvSpPr>
            <a:spLocks noGrp="1"/>
          </p:cNvSpPr>
          <p:nvPr>
            <p:ph idx="1"/>
          </p:nvPr>
        </p:nvSpPr>
        <p:spPr>
          <a:xfrm>
            <a:off x="838200" y="1341783"/>
            <a:ext cx="10515600" cy="5327374"/>
          </a:xfrm>
        </p:spPr>
        <p:txBody>
          <a:bodyPr>
            <a:normAutofit/>
          </a:bodyPr>
          <a:lstStyle/>
          <a:p>
            <a:pPr marL="114300" marR="0" indent="-342900">
              <a:buFont typeface="+mj-lt"/>
              <a:buAutoNum type="arabicPeriod"/>
            </a:pPr>
            <a:r>
              <a:rPr lang="en-IN" sz="1800" b="1" dirty="0">
                <a:solidFill>
                  <a:srgbClr val="7F0055"/>
                </a:solidFill>
                <a:effectLst/>
                <a:latin typeface="Courier New" panose="02070309020205020404" pitchFamily="49" charset="0"/>
              </a:rPr>
              <a:t>public</a:t>
            </a:r>
            <a:r>
              <a:rPr lang="en-IN" sz="1800" dirty="0">
                <a:solidFill>
                  <a:srgbClr val="000000"/>
                </a:solidFill>
                <a:effectLst/>
                <a:latin typeface="Courier New" panose="02070309020205020404" pitchFamily="49" charset="0"/>
              </a:rPr>
              <a:t> </a:t>
            </a:r>
            <a:r>
              <a:rPr lang="en-IN" sz="1800" b="1" dirty="0">
                <a:solidFill>
                  <a:srgbClr val="7F0055"/>
                </a:solidFill>
                <a:effectLst/>
                <a:latin typeface="Courier New" panose="02070309020205020404" pitchFamily="49" charset="0"/>
              </a:rPr>
              <a:t>static</a:t>
            </a:r>
            <a:r>
              <a:rPr lang="en-IN" sz="1800" dirty="0">
                <a:solidFill>
                  <a:srgbClr val="000000"/>
                </a:solidFill>
                <a:effectLst/>
                <a:latin typeface="Courier New" panose="02070309020205020404" pitchFamily="49" charset="0"/>
              </a:rPr>
              <a:t> </a:t>
            </a:r>
            <a:r>
              <a:rPr lang="en-IN" sz="1800" b="1" dirty="0" err="1">
                <a:solidFill>
                  <a:srgbClr val="7F0055"/>
                </a:solidFill>
                <a:effectLst/>
                <a:latin typeface="Courier New" panose="02070309020205020404" pitchFamily="49" charset="0"/>
              </a:rPr>
              <a:t>boolean</a:t>
            </a:r>
            <a:r>
              <a:rPr lang="en-IN" sz="1800" dirty="0">
                <a:solidFill>
                  <a:srgbClr val="000000"/>
                </a:solidFill>
                <a:effectLst/>
                <a:latin typeface="Courier New" panose="02070309020205020404" pitchFamily="49" charset="0"/>
              </a:rPr>
              <a:t> </a:t>
            </a:r>
            <a:r>
              <a:rPr lang="en-IN" sz="1800" dirty="0" err="1">
                <a:solidFill>
                  <a:srgbClr val="000000"/>
                </a:solidFill>
                <a:effectLst/>
                <a:latin typeface="Courier New" panose="02070309020205020404" pitchFamily="49" charset="0"/>
              </a:rPr>
              <a:t>detectloop</a:t>
            </a:r>
            <a:r>
              <a:rPr lang="en-IN" sz="1800" dirty="0">
                <a:solidFill>
                  <a:srgbClr val="000000"/>
                </a:solidFill>
                <a:effectLst/>
                <a:latin typeface="Courier New" panose="02070309020205020404" pitchFamily="49" charset="0"/>
              </a:rPr>
              <a:t>()</a:t>
            </a:r>
          </a:p>
          <a:p>
            <a:pPr marL="114300" marR="0" indent="-342900">
              <a:buFont typeface="+mj-lt"/>
              <a:buAutoNum type="arabicPeriod"/>
            </a:pPr>
            <a:r>
              <a:rPr lang="en-IN" sz="1800" dirty="0">
                <a:solidFill>
                  <a:srgbClr val="000000"/>
                </a:solidFill>
                <a:effectLst/>
                <a:latin typeface="Courier New" panose="02070309020205020404" pitchFamily="49" charset="0"/>
              </a:rPr>
              <a:t>{</a:t>
            </a:r>
          </a:p>
          <a:p>
            <a:pPr marL="114300" marR="0" indent="-342900">
              <a:buFont typeface="+mj-lt"/>
              <a:buAutoNum type="arabicPeriod"/>
            </a:pPr>
            <a:r>
              <a:rPr lang="en-IN" sz="1800" dirty="0">
                <a:solidFill>
                  <a:srgbClr val="000000"/>
                </a:solidFill>
                <a:effectLst/>
                <a:latin typeface="Courier New" panose="02070309020205020404" pitchFamily="49" charset="0"/>
              </a:rPr>
              <a:t>Node5 </a:t>
            </a:r>
            <a:r>
              <a:rPr lang="en-IN" sz="1800" dirty="0">
                <a:solidFill>
                  <a:srgbClr val="6A3E3E"/>
                </a:solidFill>
                <a:effectLst/>
                <a:latin typeface="Courier New" panose="02070309020205020404" pitchFamily="49" charset="0"/>
              </a:rPr>
              <a:t>slow</a:t>
            </a:r>
            <a:r>
              <a:rPr lang="en-IN" sz="1800" dirty="0">
                <a:solidFill>
                  <a:srgbClr val="000000"/>
                </a:solidFill>
                <a:effectLst/>
                <a:latin typeface="Courier New" panose="02070309020205020404" pitchFamily="49" charset="0"/>
              </a:rPr>
              <a:t>=</a:t>
            </a:r>
            <a:r>
              <a:rPr lang="en-IN" sz="1800" i="1" dirty="0">
                <a:solidFill>
                  <a:srgbClr val="0000C0"/>
                </a:solidFill>
                <a:effectLst/>
                <a:latin typeface="Courier New" panose="02070309020205020404" pitchFamily="49" charset="0"/>
              </a:rPr>
              <a:t>head</a:t>
            </a:r>
            <a:r>
              <a:rPr lang="en-IN" sz="1800" dirty="0">
                <a:solidFill>
                  <a:srgbClr val="000000"/>
                </a:solidFill>
                <a:effectLst/>
                <a:latin typeface="Courier New" panose="02070309020205020404" pitchFamily="49" charset="0"/>
              </a:rPr>
              <a:t>;</a:t>
            </a:r>
          </a:p>
          <a:p>
            <a:pPr marL="114300" marR="0" indent="-342900">
              <a:buFont typeface="+mj-lt"/>
              <a:buAutoNum type="arabicPeriod"/>
            </a:pPr>
            <a:r>
              <a:rPr lang="en-IN" sz="1800" dirty="0">
                <a:solidFill>
                  <a:srgbClr val="000000"/>
                </a:solidFill>
                <a:effectLst/>
                <a:latin typeface="Courier New" panose="02070309020205020404" pitchFamily="49" charset="0"/>
              </a:rPr>
              <a:t>Node5 </a:t>
            </a:r>
            <a:r>
              <a:rPr lang="en-IN" sz="1800" dirty="0">
                <a:solidFill>
                  <a:srgbClr val="6A3E3E"/>
                </a:solidFill>
                <a:effectLst/>
                <a:latin typeface="Courier New" panose="02070309020205020404" pitchFamily="49" charset="0"/>
              </a:rPr>
              <a:t>fast</a:t>
            </a:r>
            <a:r>
              <a:rPr lang="en-IN" sz="1800" dirty="0">
                <a:solidFill>
                  <a:srgbClr val="000000"/>
                </a:solidFill>
                <a:effectLst/>
                <a:latin typeface="Courier New" panose="02070309020205020404" pitchFamily="49" charset="0"/>
              </a:rPr>
              <a:t>=</a:t>
            </a:r>
            <a:r>
              <a:rPr lang="en-IN" sz="1800" i="1" dirty="0">
                <a:solidFill>
                  <a:srgbClr val="0000C0"/>
                </a:solidFill>
                <a:effectLst/>
                <a:latin typeface="Courier New" panose="02070309020205020404" pitchFamily="49" charset="0"/>
              </a:rPr>
              <a:t>head</a:t>
            </a:r>
            <a:r>
              <a:rPr lang="en-IN" sz="1800" dirty="0">
                <a:solidFill>
                  <a:srgbClr val="000000"/>
                </a:solidFill>
                <a:effectLst/>
                <a:latin typeface="Courier New" panose="02070309020205020404" pitchFamily="49" charset="0"/>
              </a:rPr>
              <a:t>;</a:t>
            </a:r>
          </a:p>
          <a:p>
            <a:pPr marL="114300" marR="0" indent="-342900">
              <a:buFont typeface="+mj-lt"/>
              <a:buAutoNum type="arabicPeriod"/>
            </a:pPr>
            <a:r>
              <a:rPr lang="en-IN" sz="1800" b="1" dirty="0">
                <a:solidFill>
                  <a:srgbClr val="7F0055"/>
                </a:solidFill>
                <a:effectLst/>
                <a:latin typeface="Courier New" panose="02070309020205020404" pitchFamily="49" charset="0"/>
              </a:rPr>
              <a:t>while</a:t>
            </a:r>
            <a:r>
              <a:rPr lang="en-IN" sz="1800" dirty="0">
                <a:solidFill>
                  <a:srgbClr val="000000"/>
                </a:solidFill>
                <a:effectLst/>
                <a:latin typeface="Courier New" panose="02070309020205020404" pitchFamily="49" charset="0"/>
              </a:rPr>
              <a:t>(</a:t>
            </a:r>
            <a:r>
              <a:rPr lang="en-IN" sz="1800" dirty="0">
                <a:solidFill>
                  <a:srgbClr val="6A3E3E"/>
                </a:solidFill>
                <a:effectLst/>
                <a:latin typeface="Courier New" panose="02070309020205020404" pitchFamily="49" charset="0"/>
              </a:rPr>
              <a:t>fast</a:t>
            </a:r>
            <a:r>
              <a:rPr lang="en-IN" sz="1800" dirty="0">
                <a:solidFill>
                  <a:srgbClr val="000000"/>
                </a:solidFill>
                <a:effectLst/>
                <a:latin typeface="Courier New" panose="02070309020205020404" pitchFamily="49" charset="0"/>
              </a:rPr>
              <a:t>!=</a:t>
            </a:r>
            <a:r>
              <a:rPr lang="en-IN" sz="1800" b="1" dirty="0">
                <a:solidFill>
                  <a:srgbClr val="7F0055"/>
                </a:solidFill>
                <a:effectLst/>
                <a:latin typeface="Courier New" panose="02070309020205020404" pitchFamily="49" charset="0"/>
              </a:rPr>
              <a:t>null</a:t>
            </a:r>
            <a:r>
              <a:rPr lang="en-IN" sz="1800" dirty="0">
                <a:solidFill>
                  <a:srgbClr val="000000"/>
                </a:solidFill>
                <a:effectLst/>
                <a:latin typeface="Courier New" panose="02070309020205020404" pitchFamily="49" charset="0"/>
              </a:rPr>
              <a:t> &amp;&amp; </a:t>
            </a:r>
            <a:r>
              <a:rPr lang="en-IN" sz="1800" dirty="0" err="1">
                <a:solidFill>
                  <a:srgbClr val="6A3E3E"/>
                </a:solidFill>
                <a:effectLst/>
                <a:latin typeface="Courier New" panose="02070309020205020404" pitchFamily="49" charset="0"/>
              </a:rPr>
              <a:t>fast</a:t>
            </a:r>
            <a:r>
              <a:rPr lang="en-IN" sz="1800" dirty="0" err="1">
                <a:solidFill>
                  <a:srgbClr val="000000"/>
                </a:solidFill>
                <a:effectLst/>
                <a:latin typeface="Courier New" panose="02070309020205020404" pitchFamily="49" charset="0"/>
              </a:rPr>
              <a:t>.</a:t>
            </a:r>
            <a:r>
              <a:rPr lang="en-IN" sz="1800" dirty="0" err="1">
                <a:solidFill>
                  <a:srgbClr val="0000C0"/>
                </a:solidFill>
                <a:effectLst/>
                <a:latin typeface="Courier New" panose="02070309020205020404" pitchFamily="49" charset="0"/>
              </a:rPr>
              <a:t>next</a:t>
            </a:r>
            <a:r>
              <a:rPr lang="en-IN" sz="1800" dirty="0">
                <a:solidFill>
                  <a:srgbClr val="000000"/>
                </a:solidFill>
                <a:effectLst/>
                <a:latin typeface="Courier New" panose="02070309020205020404" pitchFamily="49" charset="0"/>
              </a:rPr>
              <a:t>!=</a:t>
            </a:r>
            <a:r>
              <a:rPr lang="en-IN" sz="1800" b="1" dirty="0">
                <a:solidFill>
                  <a:srgbClr val="7F0055"/>
                </a:solidFill>
                <a:effectLst/>
                <a:latin typeface="Courier New" panose="02070309020205020404" pitchFamily="49" charset="0"/>
              </a:rPr>
              <a:t>null</a:t>
            </a:r>
            <a:r>
              <a:rPr lang="en-IN" sz="1800" dirty="0">
                <a:solidFill>
                  <a:srgbClr val="000000"/>
                </a:solidFill>
                <a:effectLst/>
                <a:latin typeface="Courier New" panose="02070309020205020404" pitchFamily="49" charset="0"/>
              </a:rPr>
              <a:t>)</a:t>
            </a:r>
          </a:p>
          <a:p>
            <a:pPr marL="114300" marR="0" indent="-342900">
              <a:buFont typeface="+mj-lt"/>
              <a:buAutoNum type="arabicPeriod"/>
            </a:pPr>
            <a:r>
              <a:rPr lang="en-IN" sz="1800" dirty="0">
                <a:solidFill>
                  <a:srgbClr val="000000"/>
                </a:solidFill>
                <a:effectLst/>
                <a:latin typeface="Courier New" panose="02070309020205020404" pitchFamily="49" charset="0"/>
              </a:rPr>
              <a:t>{</a:t>
            </a:r>
          </a:p>
          <a:p>
            <a:pPr marL="114300" marR="0" indent="-342900">
              <a:buFont typeface="+mj-lt"/>
              <a:buAutoNum type="arabicPeriod"/>
            </a:pPr>
            <a:r>
              <a:rPr lang="en-IN" sz="1800" dirty="0">
                <a:solidFill>
                  <a:srgbClr val="6A3E3E"/>
                </a:solidFill>
                <a:effectLst/>
                <a:latin typeface="Courier New" panose="02070309020205020404" pitchFamily="49" charset="0"/>
              </a:rPr>
              <a:t>slow</a:t>
            </a:r>
            <a:r>
              <a:rPr lang="en-IN" sz="1800" dirty="0">
                <a:solidFill>
                  <a:srgbClr val="000000"/>
                </a:solidFill>
                <a:effectLst/>
                <a:latin typeface="Courier New" panose="02070309020205020404" pitchFamily="49" charset="0"/>
              </a:rPr>
              <a:t>=</a:t>
            </a:r>
            <a:r>
              <a:rPr lang="en-IN" sz="1800" dirty="0" err="1">
                <a:solidFill>
                  <a:srgbClr val="6A3E3E"/>
                </a:solidFill>
                <a:effectLst/>
                <a:latin typeface="Courier New" panose="02070309020205020404" pitchFamily="49" charset="0"/>
              </a:rPr>
              <a:t>slow</a:t>
            </a:r>
            <a:r>
              <a:rPr lang="en-IN" sz="1800" dirty="0" err="1">
                <a:solidFill>
                  <a:srgbClr val="000000"/>
                </a:solidFill>
                <a:effectLst/>
                <a:latin typeface="Courier New" panose="02070309020205020404" pitchFamily="49" charset="0"/>
              </a:rPr>
              <a:t>.</a:t>
            </a:r>
            <a:r>
              <a:rPr lang="en-IN" sz="1800" dirty="0" err="1">
                <a:solidFill>
                  <a:srgbClr val="0000C0"/>
                </a:solidFill>
                <a:effectLst/>
                <a:latin typeface="Courier New" panose="02070309020205020404" pitchFamily="49" charset="0"/>
              </a:rPr>
              <a:t>next</a:t>
            </a:r>
            <a:r>
              <a:rPr lang="en-IN" sz="1800" dirty="0">
                <a:solidFill>
                  <a:srgbClr val="000000"/>
                </a:solidFill>
                <a:effectLst/>
                <a:latin typeface="Courier New" panose="02070309020205020404" pitchFamily="49" charset="0"/>
              </a:rPr>
              <a:t>;</a:t>
            </a:r>
          </a:p>
          <a:p>
            <a:pPr marL="114300" marR="0" indent="-342900">
              <a:buFont typeface="+mj-lt"/>
              <a:buAutoNum type="arabicPeriod"/>
            </a:pPr>
            <a:r>
              <a:rPr lang="en-IN" sz="1800" dirty="0">
                <a:solidFill>
                  <a:srgbClr val="6A3E3E"/>
                </a:solidFill>
                <a:effectLst/>
                <a:latin typeface="Courier New" panose="02070309020205020404" pitchFamily="49" charset="0"/>
              </a:rPr>
              <a:t>fast</a:t>
            </a:r>
            <a:r>
              <a:rPr lang="en-IN" sz="1800" dirty="0">
                <a:solidFill>
                  <a:srgbClr val="000000"/>
                </a:solidFill>
                <a:effectLst/>
                <a:latin typeface="Courier New" panose="02070309020205020404" pitchFamily="49" charset="0"/>
              </a:rPr>
              <a:t>=</a:t>
            </a:r>
            <a:r>
              <a:rPr lang="en-IN" sz="1800" dirty="0" err="1">
                <a:solidFill>
                  <a:srgbClr val="6A3E3E"/>
                </a:solidFill>
                <a:effectLst/>
                <a:latin typeface="Courier New" panose="02070309020205020404" pitchFamily="49" charset="0"/>
              </a:rPr>
              <a:t>fast</a:t>
            </a:r>
            <a:r>
              <a:rPr lang="en-IN" sz="1800" dirty="0" err="1">
                <a:solidFill>
                  <a:srgbClr val="000000"/>
                </a:solidFill>
                <a:effectLst/>
                <a:latin typeface="Courier New" panose="02070309020205020404" pitchFamily="49" charset="0"/>
              </a:rPr>
              <a:t>.</a:t>
            </a:r>
            <a:r>
              <a:rPr lang="en-IN" sz="1800" dirty="0" err="1">
                <a:solidFill>
                  <a:srgbClr val="0000C0"/>
                </a:solidFill>
                <a:effectLst/>
                <a:latin typeface="Courier New" panose="02070309020205020404" pitchFamily="49" charset="0"/>
              </a:rPr>
              <a:t>next</a:t>
            </a:r>
            <a:r>
              <a:rPr lang="en-IN" sz="1800" dirty="0" err="1">
                <a:solidFill>
                  <a:srgbClr val="000000"/>
                </a:solidFill>
                <a:effectLst/>
                <a:latin typeface="Courier New" panose="02070309020205020404" pitchFamily="49" charset="0"/>
              </a:rPr>
              <a:t>.</a:t>
            </a:r>
            <a:r>
              <a:rPr lang="en-IN" sz="1800" dirty="0" err="1">
                <a:solidFill>
                  <a:srgbClr val="0000C0"/>
                </a:solidFill>
                <a:effectLst/>
                <a:latin typeface="Courier New" panose="02070309020205020404" pitchFamily="49" charset="0"/>
              </a:rPr>
              <a:t>next</a:t>
            </a:r>
            <a:r>
              <a:rPr lang="en-IN" sz="1800" dirty="0">
                <a:solidFill>
                  <a:srgbClr val="000000"/>
                </a:solidFill>
                <a:effectLst/>
                <a:latin typeface="Courier New" panose="02070309020205020404" pitchFamily="49" charset="0"/>
              </a:rPr>
              <a:t>;</a:t>
            </a:r>
          </a:p>
          <a:p>
            <a:pPr marL="114300" marR="0" indent="-342900">
              <a:buFont typeface="+mj-lt"/>
              <a:buAutoNum type="arabicPeriod"/>
            </a:pPr>
            <a:r>
              <a:rPr lang="en-IN" sz="1800" b="1" dirty="0">
                <a:solidFill>
                  <a:srgbClr val="7F0055"/>
                </a:solidFill>
                <a:effectLst/>
                <a:latin typeface="Courier New" panose="02070309020205020404" pitchFamily="49" charset="0"/>
              </a:rPr>
              <a:t>if</a:t>
            </a:r>
            <a:r>
              <a:rPr lang="en-IN" sz="1800" dirty="0">
                <a:solidFill>
                  <a:srgbClr val="000000"/>
                </a:solidFill>
                <a:effectLst/>
                <a:latin typeface="Courier New" panose="02070309020205020404" pitchFamily="49" charset="0"/>
              </a:rPr>
              <a:t>(</a:t>
            </a:r>
            <a:r>
              <a:rPr lang="en-IN" sz="1800" dirty="0">
                <a:solidFill>
                  <a:srgbClr val="6A3E3E"/>
                </a:solidFill>
                <a:effectLst/>
                <a:latin typeface="Courier New" panose="02070309020205020404" pitchFamily="49" charset="0"/>
              </a:rPr>
              <a:t>slow</a:t>
            </a:r>
            <a:r>
              <a:rPr lang="en-IN" sz="1800" dirty="0">
                <a:solidFill>
                  <a:srgbClr val="000000"/>
                </a:solidFill>
                <a:effectLst/>
                <a:latin typeface="Courier New" panose="02070309020205020404" pitchFamily="49" charset="0"/>
              </a:rPr>
              <a:t>==</a:t>
            </a:r>
            <a:r>
              <a:rPr lang="en-IN" sz="1800" dirty="0">
                <a:solidFill>
                  <a:srgbClr val="6A3E3E"/>
                </a:solidFill>
                <a:effectLst/>
                <a:latin typeface="Courier New" panose="02070309020205020404" pitchFamily="49" charset="0"/>
              </a:rPr>
              <a:t>fast</a:t>
            </a:r>
            <a:r>
              <a:rPr lang="en-IN" sz="1800" dirty="0">
                <a:solidFill>
                  <a:srgbClr val="000000"/>
                </a:solidFill>
                <a:effectLst/>
                <a:latin typeface="Courier New" panose="02070309020205020404" pitchFamily="49" charset="0"/>
              </a:rPr>
              <a:t>)</a:t>
            </a:r>
          </a:p>
          <a:p>
            <a:pPr marL="114300" marR="0" indent="-342900">
              <a:buFont typeface="+mj-lt"/>
              <a:buAutoNum type="arabicPeriod"/>
            </a:pPr>
            <a:r>
              <a:rPr lang="en-IN" sz="1800" b="1" dirty="0">
                <a:solidFill>
                  <a:srgbClr val="7F0055"/>
                </a:solidFill>
                <a:effectLst/>
                <a:latin typeface="Courier New" panose="02070309020205020404" pitchFamily="49" charset="0"/>
              </a:rPr>
              <a:t>return</a:t>
            </a:r>
            <a:r>
              <a:rPr lang="en-IN" sz="1800" dirty="0">
                <a:solidFill>
                  <a:srgbClr val="000000"/>
                </a:solidFill>
                <a:effectLst/>
                <a:latin typeface="Courier New" panose="02070309020205020404" pitchFamily="49" charset="0"/>
              </a:rPr>
              <a:t> </a:t>
            </a:r>
            <a:r>
              <a:rPr lang="en-IN" sz="1800" b="1" dirty="0">
                <a:solidFill>
                  <a:srgbClr val="7F0055"/>
                </a:solidFill>
                <a:effectLst/>
                <a:latin typeface="Courier New" panose="02070309020205020404" pitchFamily="49" charset="0"/>
              </a:rPr>
              <a:t>true</a:t>
            </a:r>
            <a:r>
              <a:rPr lang="en-IN" sz="1800" dirty="0">
                <a:solidFill>
                  <a:srgbClr val="000000"/>
                </a:solidFill>
                <a:effectLst/>
                <a:latin typeface="Courier New" panose="02070309020205020404" pitchFamily="49" charset="0"/>
              </a:rPr>
              <a:t>;</a:t>
            </a:r>
          </a:p>
          <a:p>
            <a:pPr marL="114300" marR="0" indent="-342900">
              <a:buFont typeface="+mj-lt"/>
              <a:buAutoNum type="arabicPeriod"/>
            </a:pPr>
            <a:r>
              <a:rPr lang="en-IN" sz="1800" dirty="0">
                <a:solidFill>
                  <a:srgbClr val="000000"/>
                </a:solidFill>
                <a:effectLst/>
                <a:latin typeface="Courier New" panose="02070309020205020404" pitchFamily="49" charset="0"/>
              </a:rPr>
              <a:t>}</a:t>
            </a:r>
          </a:p>
          <a:p>
            <a:pPr marL="114300" marR="0" indent="-342900">
              <a:buFont typeface="+mj-lt"/>
              <a:buAutoNum type="arabicPeriod"/>
            </a:pPr>
            <a:r>
              <a:rPr lang="en-IN" sz="1800" b="1" dirty="0">
                <a:solidFill>
                  <a:srgbClr val="7F0055"/>
                </a:solidFill>
                <a:effectLst/>
                <a:latin typeface="Courier New" panose="02070309020205020404" pitchFamily="49" charset="0"/>
              </a:rPr>
              <a:t>return</a:t>
            </a:r>
            <a:r>
              <a:rPr lang="en-IN" sz="1800" dirty="0">
                <a:solidFill>
                  <a:srgbClr val="000000"/>
                </a:solidFill>
                <a:effectLst/>
                <a:latin typeface="Courier New" panose="02070309020205020404" pitchFamily="49" charset="0"/>
              </a:rPr>
              <a:t> </a:t>
            </a:r>
            <a:r>
              <a:rPr lang="en-IN" sz="1800" b="1" dirty="0">
                <a:solidFill>
                  <a:srgbClr val="7F0055"/>
                </a:solidFill>
                <a:effectLst/>
                <a:latin typeface="Courier New" panose="02070309020205020404" pitchFamily="49" charset="0"/>
              </a:rPr>
              <a:t>false</a:t>
            </a:r>
            <a:r>
              <a:rPr lang="en-IN" sz="1800" dirty="0">
                <a:solidFill>
                  <a:srgbClr val="000000"/>
                </a:solidFill>
                <a:effectLst/>
                <a:latin typeface="Courier New" panose="02070309020205020404" pitchFamily="49" charset="0"/>
              </a:rPr>
              <a:t>;</a:t>
            </a:r>
          </a:p>
          <a:p>
            <a:pPr marL="114300" marR="0" indent="-342900">
              <a:buFont typeface="+mj-lt"/>
              <a:buAutoNum type="arabicPeriod"/>
            </a:pPr>
            <a:r>
              <a:rPr lang="en-IN" sz="1800" dirty="0">
                <a:solidFill>
                  <a:srgbClr val="000000"/>
                </a:solidFill>
                <a:effectLst/>
                <a:latin typeface="Courier New" panose="02070309020205020404" pitchFamily="49" charset="0"/>
              </a:rPr>
              <a:t>}</a:t>
            </a:r>
          </a:p>
          <a:p>
            <a:pPr marL="514350" indent="-514350">
              <a:buFont typeface="+mj-lt"/>
              <a:buAutoNum type="arabicPeriod"/>
            </a:pPr>
            <a:endParaRPr lang="en-IN" dirty="0"/>
          </a:p>
        </p:txBody>
      </p:sp>
    </p:spTree>
    <p:extLst>
      <p:ext uri="{BB962C8B-B14F-4D97-AF65-F5344CB8AC3E}">
        <p14:creationId xmlns:p14="http://schemas.microsoft.com/office/powerpoint/2010/main" val="226337239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 calcmode="lin" valueType="num">
                                      <p:cBhvr additive="base">
                                        <p:cTn id="6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3">
                                            <p:txEl>
                                              <p:pRg st="10" end="10"/>
                                            </p:txEl>
                                          </p:spTgt>
                                        </p:tgtEl>
                                        <p:attrNameLst>
                                          <p:attrName>style.visibility</p:attrName>
                                        </p:attrNameLst>
                                      </p:cBhvr>
                                      <p:to>
                                        <p:strVal val="visible"/>
                                      </p:to>
                                    </p:set>
                                    <p:anim calcmode="lin" valueType="num">
                                      <p:cBhvr additive="base">
                                        <p:cTn id="6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3">
                                            <p:txEl>
                                              <p:pRg st="11" end="11"/>
                                            </p:txEl>
                                          </p:spTgt>
                                        </p:tgtEl>
                                        <p:attrNameLst>
                                          <p:attrName>style.visibility</p:attrName>
                                        </p:attrNameLst>
                                      </p:cBhvr>
                                      <p:to>
                                        <p:strVal val="visible"/>
                                      </p:to>
                                    </p:set>
                                    <p:anim calcmode="lin" valueType="num">
                                      <p:cBhvr additive="base">
                                        <p:cTn id="73"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3">
                                            <p:txEl>
                                              <p:pRg st="12" end="12"/>
                                            </p:txEl>
                                          </p:spTgt>
                                        </p:tgtEl>
                                        <p:attrNameLst>
                                          <p:attrName>style.visibility</p:attrName>
                                        </p:attrNameLst>
                                      </p:cBhvr>
                                      <p:to>
                                        <p:strVal val="visible"/>
                                      </p:to>
                                    </p:set>
                                    <p:anim calcmode="lin" valueType="num">
                                      <p:cBhvr additive="base">
                                        <p:cTn id="79"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F65F7A-C65D-FB8F-4658-C07ADEA52E20}"/>
              </a:ext>
            </a:extLst>
          </p:cNvPr>
          <p:cNvSpPr>
            <a:spLocks noGrp="1"/>
          </p:cNvSpPr>
          <p:nvPr>
            <p:ph type="title"/>
          </p:nvPr>
        </p:nvSpPr>
        <p:spPr>
          <a:xfrm>
            <a:off x="609600" y="254483"/>
            <a:ext cx="10515600" cy="499579"/>
          </a:xfrm>
        </p:spPr>
        <p:txBody>
          <a:bodyPr>
            <a:normAutofit fontScale="90000"/>
          </a:bodyPr>
          <a:lstStyle/>
          <a:p>
            <a:r>
              <a:rPr lang="en-IN" b="1" dirty="0"/>
              <a:t>Form Cycle</a:t>
            </a:r>
          </a:p>
        </p:txBody>
      </p:sp>
      <p:sp>
        <p:nvSpPr>
          <p:cNvPr id="3" name="Content Placeholder 2">
            <a:extLst>
              <a:ext uri="{FF2B5EF4-FFF2-40B4-BE49-F238E27FC236}">
                <a16:creationId xmlns:a16="http://schemas.microsoft.com/office/drawing/2014/main" id="{27D536F3-B329-58A8-7899-C37A207B9EEF}"/>
              </a:ext>
            </a:extLst>
          </p:cNvPr>
          <p:cNvSpPr>
            <a:spLocks noGrp="1"/>
          </p:cNvSpPr>
          <p:nvPr>
            <p:ph idx="1"/>
          </p:nvPr>
        </p:nvSpPr>
        <p:spPr>
          <a:xfrm>
            <a:off x="748748" y="918334"/>
            <a:ext cx="10515600" cy="5824331"/>
          </a:xfrm>
        </p:spPr>
        <p:txBody>
          <a:bodyPr>
            <a:normAutofit fontScale="85000" lnSpcReduction="20000"/>
          </a:bodyPr>
          <a:lstStyle/>
          <a:p>
            <a:pPr marL="342900" marR="0" indent="-342900">
              <a:buFont typeface="+mj-lt"/>
              <a:buAutoNum type="arabicPeriod"/>
            </a:pPr>
            <a:r>
              <a:rPr lang="en-IN" sz="1800" b="1" dirty="0">
                <a:solidFill>
                  <a:srgbClr val="7F0055"/>
                </a:solidFill>
                <a:effectLst/>
                <a:latin typeface="Courier New" panose="02070309020205020404" pitchFamily="49" charset="0"/>
              </a:rPr>
              <a:t>public</a:t>
            </a:r>
            <a:r>
              <a:rPr lang="en-IN" sz="1800" dirty="0">
                <a:solidFill>
                  <a:srgbClr val="000000"/>
                </a:solidFill>
                <a:effectLst/>
                <a:latin typeface="Courier New" panose="02070309020205020404" pitchFamily="49" charset="0"/>
              </a:rPr>
              <a:t> </a:t>
            </a:r>
            <a:r>
              <a:rPr lang="en-IN" sz="1800" b="1" dirty="0">
                <a:solidFill>
                  <a:srgbClr val="7F0055"/>
                </a:solidFill>
                <a:effectLst/>
                <a:latin typeface="Courier New" panose="02070309020205020404" pitchFamily="49" charset="0"/>
              </a:rPr>
              <a:t>static</a:t>
            </a:r>
            <a:r>
              <a:rPr lang="en-IN" sz="1800" dirty="0">
                <a:solidFill>
                  <a:srgbClr val="000000"/>
                </a:solidFill>
                <a:effectLst/>
                <a:latin typeface="Courier New" panose="02070309020205020404" pitchFamily="49" charset="0"/>
              </a:rPr>
              <a:t> </a:t>
            </a:r>
            <a:r>
              <a:rPr lang="en-IN" sz="1800" b="1" dirty="0" err="1">
                <a:solidFill>
                  <a:srgbClr val="7F0055"/>
                </a:solidFill>
                <a:effectLst/>
                <a:latin typeface="Courier New" panose="02070309020205020404" pitchFamily="49" charset="0"/>
              </a:rPr>
              <a:t>boolean</a:t>
            </a:r>
            <a:r>
              <a:rPr lang="en-IN" sz="1800" dirty="0">
                <a:solidFill>
                  <a:srgbClr val="000000"/>
                </a:solidFill>
                <a:effectLst/>
                <a:latin typeface="Courier New" panose="02070309020205020404" pitchFamily="49" charset="0"/>
              </a:rPr>
              <a:t> </a:t>
            </a:r>
            <a:r>
              <a:rPr lang="en-IN" sz="1800" dirty="0" err="1">
                <a:solidFill>
                  <a:srgbClr val="000000"/>
                </a:solidFill>
                <a:effectLst/>
                <a:latin typeface="Courier New" panose="02070309020205020404" pitchFamily="49" charset="0"/>
              </a:rPr>
              <a:t>formcycle</a:t>
            </a:r>
            <a:r>
              <a:rPr lang="en-IN" sz="1800" dirty="0">
                <a:solidFill>
                  <a:srgbClr val="000000"/>
                </a:solidFill>
                <a:effectLst/>
                <a:latin typeface="Courier New" panose="02070309020205020404" pitchFamily="49" charset="0"/>
              </a:rPr>
              <a:t>(</a:t>
            </a:r>
            <a:r>
              <a:rPr lang="en-IN" sz="1800" b="1" dirty="0">
                <a:solidFill>
                  <a:srgbClr val="7F0055"/>
                </a:solidFill>
                <a:effectLst/>
                <a:latin typeface="Courier New" panose="02070309020205020404" pitchFamily="49" charset="0"/>
              </a:rPr>
              <a:t>int</a:t>
            </a:r>
            <a:r>
              <a:rPr lang="en-IN" sz="1800" dirty="0">
                <a:solidFill>
                  <a:srgbClr val="000000"/>
                </a:solidFill>
                <a:effectLst/>
                <a:latin typeface="Courier New" panose="02070309020205020404" pitchFamily="49" charset="0"/>
              </a:rPr>
              <a:t> </a:t>
            </a:r>
            <a:r>
              <a:rPr lang="en-IN" sz="1800" dirty="0" err="1">
                <a:solidFill>
                  <a:srgbClr val="6A3E3E"/>
                </a:solidFill>
                <a:effectLst/>
                <a:latin typeface="Courier New" panose="02070309020205020404" pitchFamily="49" charset="0"/>
              </a:rPr>
              <a:t>a</a:t>
            </a:r>
            <a:r>
              <a:rPr lang="en-IN" sz="1800" dirty="0" err="1">
                <a:solidFill>
                  <a:srgbClr val="000000"/>
                </a:solidFill>
                <a:effectLst/>
                <a:latin typeface="Courier New" panose="02070309020205020404" pitchFamily="49" charset="0"/>
              </a:rPr>
              <a:t>,</a:t>
            </a:r>
            <a:r>
              <a:rPr lang="en-IN" sz="1800" b="1" dirty="0" err="1">
                <a:solidFill>
                  <a:srgbClr val="7F0055"/>
                </a:solidFill>
                <a:effectLst/>
                <a:latin typeface="Courier New" panose="02070309020205020404" pitchFamily="49" charset="0"/>
              </a:rPr>
              <a:t>int</a:t>
            </a:r>
            <a:r>
              <a:rPr lang="en-IN" sz="1800" dirty="0">
                <a:solidFill>
                  <a:srgbClr val="000000"/>
                </a:solidFill>
                <a:effectLst/>
                <a:latin typeface="Courier New" panose="02070309020205020404" pitchFamily="49" charset="0"/>
              </a:rPr>
              <a:t> </a:t>
            </a:r>
            <a:r>
              <a:rPr lang="en-IN" sz="1800" dirty="0">
                <a:solidFill>
                  <a:srgbClr val="6A3E3E"/>
                </a:solidFill>
                <a:effectLst/>
                <a:latin typeface="Courier New" panose="02070309020205020404" pitchFamily="49" charset="0"/>
              </a:rPr>
              <a:t>b</a:t>
            </a:r>
            <a:r>
              <a:rPr lang="en-IN" sz="1800" dirty="0">
                <a:solidFill>
                  <a:srgbClr val="000000"/>
                </a:solidFill>
                <a:effectLst/>
                <a:latin typeface="Courier New" panose="02070309020205020404" pitchFamily="49" charset="0"/>
              </a:rPr>
              <a:t>)</a:t>
            </a:r>
          </a:p>
          <a:p>
            <a:pPr marL="342900" marR="0" indent="-342900">
              <a:buFont typeface="+mj-lt"/>
              <a:buAutoNum type="arabicPeriod"/>
            </a:pPr>
            <a:r>
              <a:rPr lang="en-IN" sz="1800" dirty="0">
                <a:solidFill>
                  <a:srgbClr val="000000"/>
                </a:solidFill>
                <a:effectLst/>
                <a:latin typeface="Courier New" panose="02070309020205020404" pitchFamily="49" charset="0"/>
              </a:rPr>
              <a:t>{</a:t>
            </a:r>
          </a:p>
          <a:p>
            <a:pPr marL="342900" marR="0" indent="-342900">
              <a:buFont typeface="+mj-lt"/>
              <a:buAutoNum type="arabicPeriod"/>
            </a:pPr>
            <a:r>
              <a:rPr lang="en-IN" sz="1800" b="1" dirty="0">
                <a:solidFill>
                  <a:srgbClr val="7F0055"/>
                </a:solidFill>
                <a:effectLst/>
                <a:latin typeface="Courier New" panose="02070309020205020404" pitchFamily="49" charset="0"/>
              </a:rPr>
              <a:t>int</a:t>
            </a:r>
            <a:r>
              <a:rPr lang="en-IN" sz="1800" dirty="0">
                <a:solidFill>
                  <a:srgbClr val="000000"/>
                </a:solidFill>
                <a:effectLst/>
                <a:latin typeface="Courier New" panose="02070309020205020404" pitchFamily="49" charset="0"/>
              </a:rPr>
              <a:t> </a:t>
            </a:r>
            <a:r>
              <a:rPr lang="en-IN" sz="1800" dirty="0">
                <a:solidFill>
                  <a:srgbClr val="6A3E3E"/>
                </a:solidFill>
                <a:effectLst/>
                <a:latin typeface="Courier New" panose="02070309020205020404" pitchFamily="49" charset="0"/>
              </a:rPr>
              <a:t>x</a:t>
            </a:r>
            <a:r>
              <a:rPr lang="en-IN" sz="1800" dirty="0">
                <a:solidFill>
                  <a:srgbClr val="000000"/>
                </a:solidFill>
                <a:effectLst/>
                <a:latin typeface="Courier New" panose="02070309020205020404" pitchFamily="49" charset="0"/>
              </a:rPr>
              <a:t>=1;</a:t>
            </a:r>
          </a:p>
          <a:p>
            <a:pPr marL="342900" marR="0" indent="-342900">
              <a:buFont typeface="+mj-lt"/>
              <a:buAutoNum type="arabicPeriod"/>
            </a:pPr>
            <a:r>
              <a:rPr lang="en-IN" sz="1800" dirty="0">
                <a:solidFill>
                  <a:srgbClr val="000000"/>
                </a:solidFill>
                <a:effectLst/>
                <a:latin typeface="Courier New" panose="02070309020205020404" pitchFamily="49" charset="0"/>
              </a:rPr>
              <a:t>Node5 </a:t>
            </a:r>
            <a:r>
              <a:rPr lang="en-IN" sz="1800" dirty="0">
                <a:solidFill>
                  <a:srgbClr val="6A3E3E"/>
                </a:solidFill>
                <a:effectLst/>
                <a:latin typeface="Courier New" panose="02070309020205020404" pitchFamily="49" charset="0"/>
              </a:rPr>
              <a:t>p1</a:t>
            </a:r>
            <a:r>
              <a:rPr lang="en-IN" sz="1800" dirty="0">
                <a:solidFill>
                  <a:srgbClr val="000000"/>
                </a:solidFill>
                <a:effectLst/>
                <a:latin typeface="Courier New" panose="02070309020205020404" pitchFamily="49" charset="0"/>
              </a:rPr>
              <a:t>=</a:t>
            </a:r>
            <a:r>
              <a:rPr lang="en-IN" sz="1800" i="1" dirty="0">
                <a:solidFill>
                  <a:srgbClr val="0000C0"/>
                </a:solidFill>
                <a:effectLst/>
                <a:latin typeface="Courier New" panose="02070309020205020404" pitchFamily="49" charset="0"/>
              </a:rPr>
              <a:t>head</a:t>
            </a:r>
            <a:r>
              <a:rPr lang="en-IN" sz="1800" dirty="0">
                <a:solidFill>
                  <a:srgbClr val="000000"/>
                </a:solidFill>
                <a:effectLst/>
                <a:latin typeface="Courier New" panose="02070309020205020404" pitchFamily="49" charset="0"/>
              </a:rPr>
              <a:t>;</a:t>
            </a:r>
          </a:p>
          <a:p>
            <a:pPr marL="342900" marR="0" indent="-342900">
              <a:buFont typeface="+mj-lt"/>
              <a:buAutoNum type="arabicPeriod"/>
            </a:pPr>
            <a:r>
              <a:rPr lang="en-IN" sz="1800" dirty="0">
                <a:solidFill>
                  <a:srgbClr val="000000"/>
                </a:solidFill>
                <a:effectLst/>
                <a:latin typeface="Courier New" panose="02070309020205020404" pitchFamily="49" charset="0"/>
              </a:rPr>
              <a:t>Node5 </a:t>
            </a:r>
            <a:r>
              <a:rPr lang="en-IN" sz="1800" dirty="0">
                <a:solidFill>
                  <a:srgbClr val="6A3E3E"/>
                </a:solidFill>
                <a:effectLst/>
                <a:latin typeface="Courier New" panose="02070309020205020404" pitchFamily="49" charset="0"/>
              </a:rPr>
              <a:t>p2</a:t>
            </a:r>
            <a:r>
              <a:rPr lang="en-IN" sz="1800" dirty="0">
                <a:solidFill>
                  <a:srgbClr val="000000"/>
                </a:solidFill>
                <a:effectLst/>
                <a:latin typeface="Courier New" panose="02070309020205020404" pitchFamily="49" charset="0"/>
              </a:rPr>
              <a:t>=</a:t>
            </a:r>
            <a:r>
              <a:rPr lang="en-IN" sz="1800" i="1" dirty="0">
                <a:solidFill>
                  <a:srgbClr val="0000C0"/>
                </a:solidFill>
                <a:effectLst/>
                <a:latin typeface="Courier New" panose="02070309020205020404" pitchFamily="49" charset="0"/>
              </a:rPr>
              <a:t>head</a:t>
            </a:r>
            <a:r>
              <a:rPr lang="en-IN" sz="1800" dirty="0">
                <a:solidFill>
                  <a:srgbClr val="000000"/>
                </a:solidFill>
                <a:effectLst/>
                <a:latin typeface="Courier New" panose="02070309020205020404" pitchFamily="49" charset="0"/>
              </a:rPr>
              <a:t>;</a:t>
            </a:r>
          </a:p>
          <a:p>
            <a:pPr marL="342900" marR="0" indent="-342900">
              <a:buFont typeface="+mj-lt"/>
              <a:buAutoNum type="arabicPeriod"/>
            </a:pPr>
            <a:r>
              <a:rPr lang="en-IN" sz="1800" b="1" dirty="0">
                <a:solidFill>
                  <a:srgbClr val="7F0055"/>
                </a:solidFill>
                <a:effectLst/>
                <a:latin typeface="Courier New" panose="02070309020205020404" pitchFamily="49" charset="0"/>
              </a:rPr>
              <a:t>while</a:t>
            </a:r>
            <a:r>
              <a:rPr lang="en-IN" sz="1800" dirty="0">
                <a:solidFill>
                  <a:srgbClr val="000000"/>
                </a:solidFill>
                <a:effectLst/>
                <a:latin typeface="Courier New" panose="02070309020205020404" pitchFamily="49" charset="0"/>
              </a:rPr>
              <a:t>(</a:t>
            </a:r>
            <a:r>
              <a:rPr lang="en-IN" sz="1800" dirty="0">
                <a:solidFill>
                  <a:srgbClr val="6A3E3E"/>
                </a:solidFill>
                <a:effectLst/>
                <a:latin typeface="Courier New" panose="02070309020205020404" pitchFamily="49" charset="0"/>
              </a:rPr>
              <a:t>p1</a:t>
            </a:r>
            <a:r>
              <a:rPr lang="en-IN" sz="1800" dirty="0">
                <a:solidFill>
                  <a:srgbClr val="000000"/>
                </a:solidFill>
                <a:effectLst/>
                <a:latin typeface="Courier New" panose="02070309020205020404" pitchFamily="49" charset="0"/>
              </a:rPr>
              <a:t>.</a:t>
            </a:r>
            <a:r>
              <a:rPr lang="en-IN" sz="1800" dirty="0">
                <a:solidFill>
                  <a:srgbClr val="0000C0"/>
                </a:solidFill>
                <a:effectLst/>
                <a:latin typeface="Courier New" panose="02070309020205020404" pitchFamily="49" charset="0"/>
              </a:rPr>
              <a:t>data</a:t>
            </a:r>
            <a:r>
              <a:rPr lang="en-IN" sz="1800" dirty="0">
                <a:solidFill>
                  <a:srgbClr val="000000"/>
                </a:solidFill>
                <a:effectLst/>
                <a:latin typeface="Courier New" panose="02070309020205020404" pitchFamily="49" charset="0"/>
              </a:rPr>
              <a:t>!=</a:t>
            </a:r>
            <a:r>
              <a:rPr lang="en-IN" sz="1800" dirty="0">
                <a:solidFill>
                  <a:srgbClr val="6A3E3E"/>
                </a:solidFill>
                <a:effectLst/>
                <a:latin typeface="Courier New" panose="02070309020205020404" pitchFamily="49" charset="0"/>
              </a:rPr>
              <a:t>a</a:t>
            </a:r>
            <a:r>
              <a:rPr lang="en-IN" sz="1800" dirty="0">
                <a:solidFill>
                  <a:srgbClr val="000000"/>
                </a:solidFill>
                <a:effectLst/>
                <a:latin typeface="Courier New" panose="02070309020205020404" pitchFamily="49" charset="0"/>
              </a:rPr>
              <a:t> || </a:t>
            </a:r>
            <a:r>
              <a:rPr lang="en-IN" sz="1800" dirty="0">
                <a:solidFill>
                  <a:srgbClr val="6A3E3E"/>
                </a:solidFill>
                <a:effectLst/>
                <a:latin typeface="Courier New" panose="02070309020205020404" pitchFamily="49" charset="0"/>
              </a:rPr>
              <a:t>x</a:t>
            </a:r>
            <a:r>
              <a:rPr lang="en-IN" sz="1800" dirty="0">
                <a:solidFill>
                  <a:srgbClr val="000000"/>
                </a:solidFill>
                <a:effectLst/>
                <a:latin typeface="Courier New" panose="02070309020205020404" pitchFamily="49" charset="0"/>
              </a:rPr>
              <a:t>!=</a:t>
            </a:r>
            <a:r>
              <a:rPr lang="en-IN" sz="1800" dirty="0">
                <a:solidFill>
                  <a:srgbClr val="6A3E3E"/>
                </a:solidFill>
                <a:effectLst/>
                <a:latin typeface="Courier New" panose="02070309020205020404" pitchFamily="49" charset="0"/>
              </a:rPr>
              <a:t>b</a:t>
            </a:r>
            <a:r>
              <a:rPr lang="en-IN" sz="1800" dirty="0">
                <a:solidFill>
                  <a:srgbClr val="000000"/>
                </a:solidFill>
                <a:effectLst/>
                <a:latin typeface="Courier New" panose="02070309020205020404" pitchFamily="49" charset="0"/>
              </a:rPr>
              <a:t>)</a:t>
            </a:r>
          </a:p>
          <a:p>
            <a:pPr marL="342900" marR="0" indent="-342900">
              <a:buFont typeface="+mj-lt"/>
              <a:buAutoNum type="arabicPeriod"/>
            </a:pPr>
            <a:r>
              <a:rPr lang="en-IN" sz="1800" dirty="0">
                <a:solidFill>
                  <a:srgbClr val="000000"/>
                </a:solidFill>
                <a:effectLst/>
                <a:latin typeface="Courier New" panose="02070309020205020404" pitchFamily="49" charset="0"/>
              </a:rPr>
              <a:t>{</a:t>
            </a:r>
          </a:p>
          <a:p>
            <a:pPr marL="342900" marR="0" indent="-342900">
              <a:buFont typeface="+mj-lt"/>
              <a:buAutoNum type="arabicPeriod"/>
            </a:pPr>
            <a:r>
              <a:rPr lang="en-IN" sz="1800" b="1" dirty="0">
                <a:solidFill>
                  <a:srgbClr val="7F0055"/>
                </a:solidFill>
                <a:effectLst/>
                <a:latin typeface="Courier New" panose="02070309020205020404" pitchFamily="49" charset="0"/>
              </a:rPr>
              <a:t>if</a:t>
            </a:r>
            <a:r>
              <a:rPr lang="en-IN" sz="1800" dirty="0">
                <a:solidFill>
                  <a:srgbClr val="000000"/>
                </a:solidFill>
                <a:effectLst/>
                <a:latin typeface="Courier New" panose="02070309020205020404" pitchFamily="49" charset="0"/>
              </a:rPr>
              <a:t>(</a:t>
            </a:r>
            <a:r>
              <a:rPr lang="en-IN" sz="1800" dirty="0">
                <a:solidFill>
                  <a:srgbClr val="6A3E3E"/>
                </a:solidFill>
                <a:effectLst/>
                <a:latin typeface="Courier New" panose="02070309020205020404" pitchFamily="49" charset="0"/>
              </a:rPr>
              <a:t>p1</a:t>
            </a:r>
            <a:r>
              <a:rPr lang="en-IN" sz="1800" dirty="0">
                <a:solidFill>
                  <a:srgbClr val="000000"/>
                </a:solidFill>
                <a:effectLst/>
                <a:latin typeface="Courier New" panose="02070309020205020404" pitchFamily="49" charset="0"/>
              </a:rPr>
              <a:t>.</a:t>
            </a:r>
            <a:r>
              <a:rPr lang="en-IN" sz="1800" dirty="0">
                <a:solidFill>
                  <a:srgbClr val="0000C0"/>
                </a:solidFill>
                <a:effectLst/>
                <a:latin typeface="Courier New" panose="02070309020205020404" pitchFamily="49" charset="0"/>
              </a:rPr>
              <a:t>data</a:t>
            </a:r>
            <a:r>
              <a:rPr lang="en-IN" sz="1800" dirty="0">
                <a:solidFill>
                  <a:srgbClr val="000000"/>
                </a:solidFill>
                <a:effectLst/>
                <a:latin typeface="Courier New" panose="02070309020205020404" pitchFamily="49" charset="0"/>
              </a:rPr>
              <a:t>!=</a:t>
            </a:r>
            <a:r>
              <a:rPr lang="en-IN" sz="1800" dirty="0">
                <a:solidFill>
                  <a:srgbClr val="6A3E3E"/>
                </a:solidFill>
                <a:effectLst/>
                <a:latin typeface="Courier New" panose="02070309020205020404" pitchFamily="49" charset="0"/>
              </a:rPr>
              <a:t>a</a:t>
            </a:r>
            <a:r>
              <a:rPr lang="en-IN" sz="1800" dirty="0">
                <a:solidFill>
                  <a:srgbClr val="000000"/>
                </a:solidFill>
                <a:effectLst/>
                <a:latin typeface="Courier New" panose="02070309020205020404" pitchFamily="49" charset="0"/>
              </a:rPr>
              <a:t>)</a:t>
            </a:r>
          </a:p>
          <a:p>
            <a:pPr marL="342900" marR="0" indent="-342900">
              <a:buFont typeface="+mj-lt"/>
              <a:buAutoNum type="arabicPeriod"/>
            </a:pPr>
            <a:r>
              <a:rPr lang="en-IN" sz="1800" dirty="0">
                <a:solidFill>
                  <a:srgbClr val="000000"/>
                </a:solidFill>
                <a:effectLst/>
                <a:latin typeface="Courier New" panose="02070309020205020404" pitchFamily="49" charset="0"/>
              </a:rPr>
              <a:t>{</a:t>
            </a:r>
          </a:p>
          <a:p>
            <a:pPr marL="342900" marR="0" indent="-342900">
              <a:buFont typeface="+mj-lt"/>
              <a:buAutoNum type="arabicPeriod"/>
            </a:pPr>
            <a:r>
              <a:rPr lang="en-IN" sz="1800" dirty="0">
                <a:solidFill>
                  <a:srgbClr val="6A3E3E"/>
                </a:solidFill>
                <a:effectLst/>
                <a:latin typeface="Courier New" panose="02070309020205020404" pitchFamily="49" charset="0"/>
              </a:rPr>
              <a:t>p1</a:t>
            </a:r>
            <a:r>
              <a:rPr lang="en-IN" sz="1800" dirty="0">
                <a:solidFill>
                  <a:srgbClr val="000000"/>
                </a:solidFill>
                <a:effectLst/>
                <a:latin typeface="Courier New" panose="02070309020205020404" pitchFamily="49" charset="0"/>
              </a:rPr>
              <a:t>=</a:t>
            </a:r>
            <a:r>
              <a:rPr lang="en-IN" sz="1800" dirty="0">
                <a:solidFill>
                  <a:srgbClr val="6A3E3E"/>
                </a:solidFill>
                <a:effectLst/>
                <a:latin typeface="Courier New" panose="02070309020205020404" pitchFamily="49" charset="0"/>
              </a:rPr>
              <a:t>p1</a:t>
            </a:r>
            <a:r>
              <a:rPr lang="en-IN" sz="1800" dirty="0">
                <a:solidFill>
                  <a:srgbClr val="000000"/>
                </a:solidFill>
                <a:effectLst/>
                <a:latin typeface="Courier New" panose="02070309020205020404" pitchFamily="49" charset="0"/>
              </a:rPr>
              <a:t>.</a:t>
            </a:r>
            <a:r>
              <a:rPr lang="en-IN" sz="1800" dirty="0">
                <a:solidFill>
                  <a:srgbClr val="0000C0"/>
                </a:solidFill>
                <a:effectLst/>
                <a:latin typeface="Courier New" panose="02070309020205020404" pitchFamily="49" charset="0"/>
              </a:rPr>
              <a:t>next</a:t>
            </a:r>
            <a:r>
              <a:rPr lang="en-IN" sz="1800" dirty="0">
                <a:solidFill>
                  <a:srgbClr val="000000"/>
                </a:solidFill>
                <a:effectLst/>
                <a:latin typeface="Courier New" panose="02070309020205020404" pitchFamily="49" charset="0"/>
              </a:rPr>
              <a:t>;</a:t>
            </a:r>
          </a:p>
          <a:p>
            <a:pPr marL="342900" marR="0" indent="-342900">
              <a:buFont typeface="+mj-lt"/>
              <a:buAutoNum type="arabicPeriod"/>
            </a:pPr>
            <a:r>
              <a:rPr lang="en-IN" sz="1800" b="1" dirty="0">
                <a:solidFill>
                  <a:srgbClr val="7F0055"/>
                </a:solidFill>
                <a:effectLst/>
                <a:latin typeface="Courier New" panose="02070309020205020404" pitchFamily="49" charset="0"/>
              </a:rPr>
              <a:t>if</a:t>
            </a:r>
            <a:r>
              <a:rPr lang="en-IN" sz="1800" dirty="0">
                <a:solidFill>
                  <a:srgbClr val="000000"/>
                </a:solidFill>
                <a:effectLst/>
                <a:latin typeface="Courier New" panose="02070309020205020404" pitchFamily="49" charset="0"/>
              </a:rPr>
              <a:t>(</a:t>
            </a:r>
            <a:r>
              <a:rPr lang="en-IN" sz="1800" dirty="0">
                <a:solidFill>
                  <a:srgbClr val="6A3E3E"/>
                </a:solidFill>
                <a:effectLst/>
                <a:latin typeface="Courier New" panose="02070309020205020404" pitchFamily="49" charset="0"/>
              </a:rPr>
              <a:t>p1</a:t>
            </a:r>
            <a:r>
              <a:rPr lang="en-IN" sz="1800" dirty="0">
                <a:solidFill>
                  <a:srgbClr val="000000"/>
                </a:solidFill>
                <a:effectLst/>
                <a:latin typeface="Courier New" panose="02070309020205020404" pitchFamily="49" charset="0"/>
              </a:rPr>
              <a:t>.</a:t>
            </a:r>
            <a:r>
              <a:rPr lang="en-IN" sz="1800" dirty="0">
                <a:solidFill>
                  <a:srgbClr val="0000C0"/>
                </a:solidFill>
                <a:effectLst/>
                <a:latin typeface="Courier New" panose="02070309020205020404" pitchFamily="49" charset="0"/>
              </a:rPr>
              <a:t>next</a:t>
            </a:r>
            <a:r>
              <a:rPr lang="en-IN" sz="1800" dirty="0">
                <a:solidFill>
                  <a:srgbClr val="000000"/>
                </a:solidFill>
                <a:effectLst/>
                <a:latin typeface="Courier New" panose="02070309020205020404" pitchFamily="49" charset="0"/>
              </a:rPr>
              <a:t>==</a:t>
            </a:r>
            <a:r>
              <a:rPr lang="en-IN" sz="1800" b="1" dirty="0">
                <a:solidFill>
                  <a:srgbClr val="7F0055"/>
                </a:solidFill>
                <a:effectLst/>
                <a:latin typeface="Courier New" panose="02070309020205020404" pitchFamily="49" charset="0"/>
              </a:rPr>
              <a:t>null</a:t>
            </a:r>
            <a:r>
              <a:rPr lang="en-IN" sz="1800" dirty="0">
                <a:solidFill>
                  <a:srgbClr val="000000"/>
                </a:solidFill>
                <a:effectLst/>
                <a:latin typeface="Courier New" panose="02070309020205020404" pitchFamily="49" charset="0"/>
              </a:rPr>
              <a:t>)</a:t>
            </a:r>
            <a:r>
              <a:rPr lang="en-IN" sz="1800" b="1" dirty="0">
                <a:solidFill>
                  <a:srgbClr val="7F0055"/>
                </a:solidFill>
                <a:effectLst/>
                <a:latin typeface="Courier New" panose="02070309020205020404" pitchFamily="49" charset="0"/>
              </a:rPr>
              <a:t>return</a:t>
            </a:r>
            <a:r>
              <a:rPr lang="en-IN" sz="1800" dirty="0">
                <a:solidFill>
                  <a:srgbClr val="000000"/>
                </a:solidFill>
                <a:effectLst/>
                <a:latin typeface="Courier New" panose="02070309020205020404" pitchFamily="49" charset="0"/>
              </a:rPr>
              <a:t> </a:t>
            </a:r>
            <a:r>
              <a:rPr lang="en-IN" sz="1800" b="1" dirty="0">
                <a:solidFill>
                  <a:srgbClr val="7F0055"/>
                </a:solidFill>
                <a:effectLst/>
                <a:latin typeface="Courier New" panose="02070309020205020404" pitchFamily="49" charset="0"/>
              </a:rPr>
              <a:t>false</a:t>
            </a:r>
            <a:r>
              <a:rPr lang="en-IN" sz="1800" dirty="0">
                <a:solidFill>
                  <a:srgbClr val="000000"/>
                </a:solidFill>
                <a:effectLst/>
                <a:latin typeface="Courier New" panose="02070309020205020404" pitchFamily="49" charset="0"/>
              </a:rPr>
              <a:t>;</a:t>
            </a:r>
          </a:p>
          <a:p>
            <a:pPr marL="342900" marR="0" indent="-342900">
              <a:buFont typeface="+mj-lt"/>
              <a:buAutoNum type="arabicPeriod"/>
            </a:pPr>
            <a:r>
              <a:rPr lang="en-IN" sz="1800" dirty="0">
                <a:solidFill>
                  <a:srgbClr val="000000"/>
                </a:solidFill>
                <a:effectLst/>
                <a:latin typeface="Courier New" panose="02070309020205020404" pitchFamily="49" charset="0"/>
              </a:rPr>
              <a:t>}</a:t>
            </a:r>
          </a:p>
          <a:p>
            <a:pPr marL="342900" marR="0" indent="-342900">
              <a:buFont typeface="+mj-lt"/>
              <a:buAutoNum type="arabicPeriod"/>
            </a:pPr>
            <a:r>
              <a:rPr lang="en-IN" sz="1800" b="1" dirty="0">
                <a:solidFill>
                  <a:srgbClr val="7F0055"/>
                </a:solidFill>
                <a:effectLst/>
                <a:latin typeface="Courier New" panose="02070309020205020404" pitchFamily="49" charset="0"/>
              </a:rPr>
              <a:t>if</a:t>
            </a:r>
            <a:r>
              <a:rPr lang="en-IN" sz="1800" dirty="0">
                <a:solidFill>
                  <a:srgbClr val="000000"/>
                </a:solidFill>
                <a:effectLst/>
                <a:latin typeface="Courier New" panose="02070309020205020404" pitchFamily="49" charset="0"/>
              </a:rPr>
              <a:t>(</a:t>
            </a:r>
            <a:r>
              <a:rPr lang="en-IN" sz="1800" dirty="0">
                <a:solidFill>
                  <a:srgbClr val="6A3E3E"/>
                </a:solidFill>
                <a:effectLst/>
                <a:latin typeface="Courier New" panose="02070309020205020404" pitchFamily="49" charset="0"/>
              </a:rPr>
              <a:t>x</a:t>
            </a:r>
            <a:r>
              <a:rPr lang="en-IN" sz="1800" dirty="0">
                <a:solidFill>
                  <a:srgbClr val="000000"/>
                </a:solidFill>
                <a:effectLst/>
                <a:latin typeface="Courier New" panose="02070309020205020404" pitchFamily="49" charset="0"/>
              </a:rPr>
              <a:t>!=</a:t>
            </a:r>
            <a:r>
              <a:rPr lang="en-IN" sz="1800" dirty="0">
                <a:solidFill>
                  <a:srgbClr val="6A3E3E"/>
                </a:solidFill>
                <a:effectLst/>
                <a:latin typeface="Courier New" panose="02070309020205020404" pitchFamily="49" charset="0"/>
              </a:rPr>
              <a:t>b</a:t>
            </a:r>
            <a:r>
              <a:rPr lang="en-IN" sz="1800" dirty="0">
                <a:solidFill>
                  <a:srgbClr val="000000"/>
                </a:solidFill>
                <a:effectLst/>
                <a:latin typeface="Courier New" panose="02070309020205020404" pitchFamily="49" charset="0"/>
              </a:rPr>
              <a:t>)</a:t>
            </a:r>
          </a:p>
          <a:p>
            <a:pPr marL="342900" marR="0" indent="-342900">
              <a:buFont typeface="+mj-lt"/>
              <a:buAutoNum type="arabicPeriod"/>
            </a:pPr>
            <a:r>
              <a:rPr lang="en-IN" sz="1800" dirty="0">
                <a:solidFill>
                  <a:srgbClr val="000000"/>
                </a:solidFill>
                <a:effectLst/>
                <a:latin typeface="Courier New" panose="02070309020205020404" pitchFamily="49" charset="0"/>
              </a:rPr>
              <a:t>{</a:t>
            </a:r>
          </a:p>
          <a:p>
            <a:pPr marL="342900" marR="0" indent="-342900">
              <a:buFont typeface="+mj-lt"/>
              <a:buAutoNum type="arabicPeriod"/>
            </a:pPr>
            <a:r>
              <a:rPr lang="en-IN" sz="1800" dirty="0">
                <a:solidFill>
                  <a:srgbClr val="6A3E3E"/>
                </a:solidFill>
                <a:effectLst/>
                <a:latin typeface="Courier New" panose="02070309020205020404" pitchFamily="49" charset="0"/>
              </a:rPr>
              <a:t>p2</a:t>
            </a:r>
            <a:r>
              <a:rPr lang="en-IN" sz="1800" dirty="0">
                <a:solidFill>
                  <a:srgbClr val="000000"/>
                </a:solidFill>
                <a:effectLst/>
                <a:latin typeface="Courier New" panose="02070309020205020404" pitchFamily="49" charset="0"/>
              </a:rPr>
              <a:t>=</a:t>
            </a:r>
            <a:r>
              <a:rPr lang="en-IN" sz="1800" dirty="0">
                <a:solidFill>
                  <a:srgbClr val="6A3E3E"/>
                </a:solidFill>
                <a:effectLst/>
                <a:latin typeface="Courier New" panose="02070309020205020404" pitchFamily="49" charset="0"/>
              </a:rPr>
              <a:t>p2</a:t>
            </a:r>
            <a:r>
              <a:rPr lang="en-IN" sz="1800" dirty="0">
                <a:solidFill>
                  <a:srgbClr val="000000"/>
                </a:solidFill>
                <a:effectLst/>
                <a:latin typeface="Courier New" panose="02070309020205020404" pitchFamily="49" charset="0"/>
              </a:rPr>
              <a:t>.</a:t>
            </a:r>
            <a:r>
              <a:rPr lang="en-IN" sz="1800" dirty="0">
                <a:solidFill>
                  <a:srgbClr val="0000C0"/>
                </a:solidFill>
                <a:effectLst/>
                <a:latin typeface="Courier New" panose="02070309020205020404" pitchFamily="49" charset="0"/>
              </a:rPr>
              <a:t>next</a:t>
            </a:r>
            <a:r>
              <a:rPr lang="en-IN" sz="1800" dirty="0">
                <a:solidFill>
                  <a:srgbClr val="000000"/>
                </a:solidFill>
                <a:effectLst/>
                <a:latin typeface="Courier New" panose="02070309020205020404" pitchFamily="49" charset="0"/>
              </a:rPr>
              <a:t>;</a:t>
            </a:r>
          </a:p>
          <a:p>
            <a:pPr marL="342900" marR="0" indent="-342900">
              <a:buFont typeface="+mj-lt"/>
              <a:buAutoNum type="arabicPeriod"/>
            </a:pPr>
            <a:r>
              <a:rPr lang="en-IN" sz="1800" dirty="0">
                <a:solidFill>
                  <a:srgbClr val="6A3E3E"/>
                </a:solidFill>
                <a:effectLst/>
                <a:latin typeface="Courier New" panose="02070309020205020404" pitchFamily="49" charset="0"/>
              </a:rPr>
              <a:t>x</a:t>
            </a:r>
            <a:r>
              <a:rPr lang="en-IN" sz="1800" dirty="0">
                <a:solidFill>
                  <a:srgbClr val="000000"/>
                </a:solidFill>
                <a:effectLst/>
                <a:latin typeface="Courier New" panose="02070309020205020404" pitchFamily="49" charset="0"/>
              </a:rPr>
              <a:t>++; </a:t>
            </a:r>
          </a:p>
          <a:p>
            <a:pPr marL="342900" marR="0" indent="-342900">
              <a:buFont typeface="+mj-lt"/>
              <a:buAutoNum type="arabicPeriod"/>
            </a:pPr>
            <a:r>
              <a:rPr lang="en-IN" sz="1800" dirty="0">
                <a:solidFill>
                  <a:srgbClr val="000000"/>
                </a:solidFill>
                <a:effectLst/>
                <a:latin typeface="Courier New" panose="02070309020205020404" pitchFamily="49" charset="0"/>
              </a:rPr>
              <a:t>} }</a:t>
            </a:r>
          </a:p>
          <a:p>
            <a:pPr marL="342900" marR="0" indent="-342900">
              <a:buFont typeface="+mj-lt"/>
              <a:buAutoNum type="arabicPeriod"/>
            </a:pPr>
            <a:r>
              <a:rPr lang="en-IN" sz="1800" dirty="0">
                <a:solidFill>
                  <a:srgbClr val="6A3E3E"/>
                </a:solidFill>
                <a:effectLst/>
                <a:latin typeface="Courier New" panose="02070309020205020404" pitchFamily="49" charset="0"/>
              </a:rPr>
              <a:t>p2</a:t>
            </a:r>
            <a:r>
              <a:rPr lang="en-IN" sz="1800" dirty="0">
                <a:solidFill>
                  <a:srgbClr val="000000"/>
                </a:solidFill>
                <a:effectLst/>
                <a:latin typeface="Courier New" panose="02070309020205020404" pitchFamily="49" charset="0"/>
              </a:rPr>
              <a:t>.</a:t>
            </a:r>
            <a:r>
              <a:rPr lang="en-IN" sz="1800" dirty="0">
                <a:solidFill>
                  <a:srgbClr val="0000C0"/>
                </a:solidFill>
                <a:effectLst/>
                <a:latin typeface="Courier New" panose="02070309020205020404" pitchFamily="49" charset="0"/>
              </a:rPr>
              <a:t>next</a:t>
            </a:r>
            <a:r>
              <a:rPr lang="en-IN" sz="1800" dirty="0">
                <a:solidFill>
                  <a:srgbClr val="000000"/>
                </a:solidFill>
                <a:effectLst/>
                <a:latin typeface="Courier New" panose="02070309020205020404" pitchFamily="49" charset="0"/>
              </a:rPr>
              <a:t>=</a:t>
            </a:r>
            <a:r>
              <a:rPr lang="en-IN" sz="1800" dirty="0">
                <a:solidFill>
                  <a:srgbClr val="6A3E3E"/>
                </a:solidFill>
                <a:effectLst/>
                <a:latin typeface="Courier New" panose="02070309020205020404" pitchFamily="49" charset="0"/>
              </a:rPr>
              <a:t>p1</a:t>
            </a:r>
            <a:r>
              <a:rPr lang="en-IN" sz="1800" dirty="0">
                <a:solidFill>
                  <a:srgbClr val="000000"/>
                </a:solidFill>
                <a:effectLst/>
                <a:latin typeface="Courier New" panose="02070309020205020404" pitchFamily="49" charset="0"/>
              </a:rPr>
              <a:t>;</a:t>
            </a:r>
          </a:p>
          <a:p>
            <a:pPr marL="342900" marR="0" indent="-342900">
              <a:buFont typeface="+mj-lt"/>
              <a:buAutoNum type="arabicPeriod"/>
            </a:pPr>
            <a:r>
              <a:rPr lang="en-IN" sz="1800" b="1" dirty="0">
                <a:solidFill>
                  <a:srgbClr val="7F0055"/>
                </a:solidFill>
                <a:effectLst/>
                <a:latin typeface="Courier New" panose="02070309020205020404" pitchFamily="49" charset="0"/>
              </a:rPr>
              <a:t>return</a:t>
            </a:r>
            <a:r>
              <a:rPr lang="en-IN" sz="1800" dirty="0">
                <a:solidFill>
                  <a:srgbClr val="000000"/>
                </a:solidFill>
                <a:effectLst/>
                <a:latin typeface="Courier New" panose="02070309020205020404" pitchFamily="49" charset="0"/>
              </a:rPr>
              <a:t> </a:t>
            </a:r>
            <a:r>
              <a:rPr lang="en-IN" sz="1800" b="1" dirty="0">
                <a:solidFill>
                  <a:srgbClr val="7F0055"/>
                </a:solidFill>
                <a:effectLst/>
                <a:latin typeface="Courier New" panose="02070309020205020404" pitchFamily="49" charset="0"/>
              </a:rPr>
              <a:t>true</a:t>
            </a:r>
            <a:r>
              <a:rPr lang="en-IN" sz="1800" dirty="0">
                <a:solidFill>
                  <a:srgbClr val="000000"/>
                </a:solidFill>
                <a:effectLst/>
                <a:latin typeface="Courier New" panose="02070309020205020404" pitchFamily="49" charset="0"/>
              </a:rPr>
              <a:t>;</a:t>
            </a:r>
          </a:p>
          <a:p>
            <a:pPr marL="342900" marR="0" indent="-342900">
              <a:buFont typeface="+mj-lt"/>
              <a:buAutoNum type="arabicPeriod"/>
            </a:pPr>
            <a:r>
              <a:rPr lang="en-IN" sz="1800" dirty="0">
                <a:solidFill>
                  <a:srgbClr val="000000"/>
                </a:solidFill>
                <a:effectLst/>
                <a:latin typeface="Courier New" panose="02070309020205020404" pitchFamily="49" charset="0"/>
              </a:rPr>
              <a:t>}</a:t>
            </a:r>
          </a:p>
          <a:p>
            <a:pPr marL="514350" indent="-514350">
              <a:buFont typeface="+mj-lt"/>
              <a:buAutoNum type="arabicPeriod"/>
            </a:pPr>
            <a:endParaRPr lang="en-IN" dirty="0"/>
          </a:p>
        </p:txBody>
      </p:sp>
    </p:spTree>
    <p:extLst>
      <p:ext uri="{BB962C8B-B14F-4D97-AF65-F5344CB8AC3E}">
        <p14:creationId xmlns:p14="http://schemas.microsoft.com/office/powerpoint/2010/main" val="168008971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 calcmode="lin" valueType="num">
                                      <p:cBhvr additive="base">
                                        <p:cTn id="6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3">
                                            <p:txEl>
                                              <p:pRg st="10" end="10"/>
                                            </p:txEl>
                                          </p:spTgt>
                                        </p:tgtEl>
                                        <p:attrNameLst>
                                          <p:attrName>style.visibility</p:attrName>
                                        </p:attrNameLst>
                                      </p:cBhvr>
                                      <p:to>
                                        <p:strVal val="visible"/>
                                      </p:to>
                                    </p:set>
                                    <p:anim calcmode="lin" valueType="num">
                                      <p:cBhvr additive="base">
                                        <p:cTn id="6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3">
                                            <p:txEl>
                                              <p:pRg st="11" end="11"/>
                                            </p:txEl>
                                          </p:spTgt>
                                        </p:tgtEl>
                                        <p:attrNameLst>
                                          <p:attrName>style.visibility</p:attrName>
                                        </p:attrNameLst>
                                      </p:cBhvr>
                                      <p:to>
                                        <p:strVal val="visible"/>
                                      </p:to>
                                    </p:set>
                                    <p:anim calcmode="lin" valueType="num">
                                      <p:cBhvr additive="base">
                                        <p:cTn id="73"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3">
                                            <p:txEl>
                                              <p:pRg st="12" end="12"/>
                                            </p:txEl>
                                          </p:spTgt>
                                        </p:tgtEl>
                                        <p:attrNameLst>
                                          <p:attrName>style.visibility</p:attrName>
                                        </p:attrNameLst>
                                      </p:cBhvr>
                                      <p:to>
                                        <p:strVal val="visible"/>
                                      </p:to>
                                    </p:set>
                                    <p:anim calcmode="lin" valueType="num">
                                      <p:cBhvr additive="base">
                                        <p:cTn id="79"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nodeType="clickEffect">
                                  <p:stCondLst>
                                    <p:cond delay="0"/>
                                  </p:stCondLst>
                                  <p:childTnLst>
                                    <p:set>
                                      <p:cBhvr>
                                        <p:cTn id="84" dur="1" fill="hold">
                                          <p:stCondLst>
                                            <p:cond delay="0"/>
                                          </p:stCondLst>
                                        </p:cTn>
                                        <p:tgtEl>
                                          <p:spTgt spid="3">
                                            <p:txEl>
                                              <p:pRg st="13" end="13"/>
                                            </p:txEl>
                                          </p:spTgt>
                                        </p:tgtEl>
                                        <p:attrNameLst>
                                          <p:attrName>style.visibility</p:attrName>
                                        </p:attrNameLst>
                                      </p:cBhvr>
                                      <p:to>
                                        <p:strVal val="visible"/>
                                      </p:to>
                                    </p:set>
                                    <p:anim calcmode="lin" valueType="num">
                                      <p:cBhvr additive="base">
                                        <p:cTn id="85"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3">
                                            <p:txEl>
                                              <p:pRg st="13" end="13"/>
                                            </p:txEl>
                                          </p:spTgt>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nodeType="clickEffect">
                                  <p:stCondLst>
                                    <p:cond delay="0"/>
                                  </p:stCondLst>
                                  <p:childTnLst>
                                    <p:set>
                                      <p:cBhvr>
                                        <p:cTn id="90" dur="1" fill="hold">
                                          <p:stCondLst>
                                            <p:cond delay="0"/>
                                          </p:stCondLst>
                                        </p:cTn>
                                        <p:tgtEl>
                                          <p:spTgt spid="3">
                                            <p:txEl>
                                              <p:pRg st="14" end="14"/>
                                            </p:txEl>
                                          </p:spTgt>
                                        </p:tgtEl>
                                        <p:attrNameLst>
                                          <p:attrName>style.visibility</p:attrName>
                                        </p:attrNameLst>
                                      </p:cBhvr>
                                      <p:to>
                                        <p:strVal val="visible"/>
                                      </p:to>
                                    </p:set>
                                    <p:anim calcmode="lin" valueType="num">
                                      <p:cBhvr additive="base">
                                        <p:cTn id="91"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3">
                                            <p:txEl>
                                              <p:pRg st="14" end="14"/>
                                            </p:txEl>
                                          </p:spTgt>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nodeType="clickEffect">
                                  <p:stCondLst>
                                    <p:cond delay="0"/>
                                  </p:stCondLst>
                                  <p:childTnLst>
                                    <p:set>
                                      <p:cBhvr>
                                        <p:cTn id="96" dur="1" fill="hold">
                                          <p:stCondLst>
                                            <p:cond delay="0"/>
                                          </p:stCondLst>
                                        </p:cTn>
                                        <p:tgtEl>
                                          <p:spTgt spid="3">
                                            <p:txEl>
                                              <p:pRg st="15" end="15"/>
                                            </p:txEl>
                                          </p:spTgt>
                                        </p:tgtEl>
                                        <p:attrNameLst>
                                          <p:attrName>style.visibility</p:attrName>
                                        </p:attrNameLst>
                                      </p:cBhvr>
                                      <p:to>
                                        <p:strVal val="visible"/>
                                      </p:to>
                                    </p:set>
                                    <p:anim calcmode="lin" valueType="num">
                                      <p:cBhvr additive="base">
                                        <p:cTn id="97"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98" dur="500" fill="hold"/>
                                        <p:tgtEl>
                                          <p:spTgt spid="3">
                                            <p:txEl>
                                              <p:pRg st="15" end="15"/>
                                            </p:txEl>
                                          </p:spTgt>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nodeType="clickEffect">
                                  <p:stCondLst>
                                    <p:cond delay="0"/>
                                  </p:stCondLst>
                                  <p:childTnLst>
                                    <p:set>
                                      <p:cBhvr>
                                        <p:cTn id="102" dur="1" fill="hold">
                                          <p:stCondLst>
                                            <p:cond delay="0"/>
                                          </p:stCondLst>
                                        </p:cTn>
                                        <p:tgtEl>
                                          <p:spTgt spid="3">
                                            <p:txEl>
                                              <p:pRg st="16" end="16"/>
                                            </p:txEl>
                                          </p:spTgt>
                                        </p:tgtEl>
                                        <p:attrNameLst>
                                          <p:attrName>style.visibility</p:attrName>
                                        </p:attrNameLst>
                                      </p:cBhvr>
                                      <p:to>
                                        <p:strVal val="visible"/>
                                      </p:to>
                                    </p:set>
                                    <p:anim calcmode="lin" valueType="num">
                                      <p:cBhvr additive="base">
                                        <p:cTn id="103" dur="500" fill="hold"/>
                                        <p:tgtEl>
                                          <p:spTgt spid="3">
                                            <p:txEl>
                                              <p:pRg st="16" end="16"/>
                                            </p:txEl>
                                          </p:spTgt>
                                        </p:tgtEl>
                                        <p:attrNameLst>
                                          <p:attrName>ppt_x</p:attrName>
                                        </p:attrNameLst>
                                      </p:cBhvr>
                                      <p:tavLst>
                                        <p:tav tm="0">
                                          <p:val>
                                            <p:strVal val="#ppt_x"/>
                                          </p:val>
                                        </p:tav>
                                        <p:tav tm="100000">
                                          <p:val>
                                            <p:strVal val="#ppt_x"/>
                                          </p:val>
                                        </p:tav>
                                      </p:tavLst>
                                    </p:anim>
                                    <p:anim calcmode="lin" valueType="num">
                                      <p:cBhvr additive="base">
                                        <p:cTn id="104" dur="500" fill="hold"/>
                                        <p:tgtEl>
                                          <p:spTgt spid="3">
                                            <p:txEl>
                                              <p:pRg st="16" end="16"/>
                                            </p:txEl>
                                          </p:spTgt>
                                        </p:tgtEl>
                                        <p:attrNameLst>
                                          <p:attrName>ppt_y</p:attrName>
                                        </p:attrNameLst>
                                      </p:cBhvr>
                                      <p:tavLst>
                                        <p:tav tm="0">
                                          <p:val>
                                            <p:strVal val="1+#ppt_h/2"/>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4" fill="hold" nodeType="clickEffect">
                                  <p:stCondLst>
                                    <p:cond delay="0"/>
                                  </p:stCondLst>
                                  <p:childTnLst>
                                    <p:set>
                                      <p:cBhvr>
                                        <p:cTn id="108" dur="1" fill="hold">
                                          <p:stCondLst>
                                            <p:cond delay="0"/>
                                          </p:stCondLst>
                                        </p:cTn>
                                        <p:tgtEl>
                                          <p:spTgt spid="3">
                                            <p:txEl>
                                              <p:pRg st="17" end="17"/>
                                            </p:txEl>
                                          </p:spTgt>
                                        </p:tgtEl>
                                        <p:attrNameLst>
                                          <p:attrName>style.visibility</p:attrName>
                                        </p:attrNameLst>
                                      </p:cBhvr>
                                      <p:to>
                                        <p:strVal val="visible"/>
                                      </p:to>
                                    </p:set>
                                    <p:anim calcmode="lin" valueType="num">
                                      <p:cBhvr additive="base">
                                        <p:cTn id="109" dur="500" fill="hold"/>
                                        <p:tgtEl>
                                          <p:spTgt spid="3">
                                            <p:txEl>
                                              <p:pRg st="17" end="17"/>
                                            </p:txEl>
                                          </p:spTgt>
                                        </p:tgtEl>
                                        <p:attrNameLst>
                                          <p:attrName>ppt_x</p:attrName>
                                        </p:attrNameLst>
                                      </p:cBhvr>
                                      <p:tavLst>
                                        <p:tav tm="0">
                                          <p:val>
                                            <p:strVal val="#ppt_x"/>
                                          </p:val>
                                        </p:tav>
                                        <p:tav tm="100000">
                                          <p:val>
                                            <p:strVal val="#ppt_x"/>
                                          </p:val>
                                        </p:tav>
                                      </p:tavLst>
                                    </p:anim>
                                    <p:anim calcmode="lin" valueType="num">
                                      <p:cBhvr additive="base">
                                        <p:cTn id="110" dur="500" fill="hold"/>
                                        <p:tgtEl>
                                          <p:spTgt spid="3">
                                            <p:txEl>
                                              <p:pRg st="17" end="17"/>
                                            </p:txEl>
                                          </p:spTgt>
                                        </p:tgtEl>
                                        <p:attrNameLst>
                                          <p:attrName>ppt_y</p:attrName>
                                        </p:attrNameLst>
                                      </p:cBhvr>
                                      <p:tavLst>
                                        <p:tav tm="0">
                                          <p:val>
                                            <p:strVal val="1+#ppt_h/2"/>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2" presetClass="entr" presetSubtype="4" fill="hold" nodeType="clickEffect">
                                  <p:stCondLst>
                                    <p:cond delay="0"/>
                                  </p:stCondLst>
                                  <p:childTnLst>
                                    <p:set>
                                      <p:cBhvr>
                                        <p:cTn id="114" dur="1" fill="hold">
                                          <p:stCondLst>
                                            <p:cond delay="0"/>
                                          </p:stCondLst>
                                        </p:cTn>
                                        <p:tgtEl>
                                          <p:spTgt spid="3">
                                            <p:txEl>
                                              <p:pRg st="18" end="18"/>
                                            </p:txEl>
                                          </p:spTgt>
                                        </p:tgtEl>
                                        <p:attrNameLst>
                                          <p:attrName>style.visibility</p:attrName>
                                        </p:attrNameLst>
                                      </p:cBhvr>
                                      <p:to>
                                        <p:strVal val="visible"/>
                                      </p:to>
                                    </p:set>
                                    <p:anim calcmode="lin" valueType="num">
                                      <p:cBhvr additive="base">
                                        <p:cTn id="115" dur="500" fill="hold"/>
                                        <p:tgtEl>
                                          <p:spTgt spid="3">
                                            <p:txEl>
                                              <p:pRg st="18" end="18"/>
                                            </p:txEl>
                                          </p:spTgt>
                                        </p:tgtEl>
                                        <p:attrNameLst>
                                          <p:attrName>ppt_x</p:attrName>
                                        </p:attrNameLst>
                                      </p:cBhvr>
                                      <p:tavLst>
                                        <p:tav tm="0">
                                          <p:val>
                                            <p:strVal val="#ppt_x"/>
                                          </p:val>
                                        </p:tav>
                                        <p:tav tm="100000">
                                          <p:val>
                                            <p:strVal val="#ppt_x"/>
                                          </p:val>
                                        </p:tav>
                                      </p:tavLst>
                                    </p:anim>
                                    <p:anim calcmode="lin" valueType="num">
                                      <p:cBhvr additive="base">
                                        <p:cTn id="116" dur="500" fill="hold"/>
                                        <p:tgtEl>
                                          <p:spTgt spid="3">
                                            <p:txEl>
                                              <p:pRg st="18" end="18"/>
                                            </p:txEl>
                                          </p:spTgt>
                                        </p:tgtEl>
                                        <p:attrNameLst>
                                          <p:attrName>ppt_y</p:attrName>
                                        </p:attrNameLst>
                                      </p:cBhvr>
                                      <p:tavLst>
                                        <p:tav tm="0">
                                          <p:val>
                                            <p:strVal val="1+#ppt_h/2"/>
                                          </p:val>
                                        </p:tav>
                                        <p:tav tm="100000">
                                          <p:val>
                                            <p:strVal val="#ppt_y"/>
                                          </p:val>
                                        </p:tav>
                                      </p:tavLst>
                                    </p:anim>
                                  </p:childTnLst>
                                </p:cTn>
                              </p:par>
                            </p:childTnLst>
                          </p:cTn>
                        </p:par>
                      </p:childTnLst>
                    </p:cTn>
                  </p:par>
                  <p:par>
                    <p:cTn id="117" fill="hold">
                      <p:stCondLst>
                        <p:cond delay="indefinite"/>
                      </p:stCondLst>
                      <p:childTnLst>
                        <p:par>
                          <p:cTn id="118" fill="hold">
                            <p:stCondLst>
                              <p:cond delay="0"/>
                            </p:stCondLst>
                            <p:childTnLst>
                              <p:par>
                                <p:cTn id="119" presetID="2" presetClass="entr" presetSubtype="4" fill="hold" nodeType="clickEffect">
                                  <p:stCondLst>
                                    <p:cond delay="0"/>
                                  </p:stCondLst>
                                  <p:childTnLst>
                                    <p:set>
                                      <p:cBhvr>
                                        <p:cTn id="120" dur="1" fill="hold">
                                          <p:stCondLst>
                                            <p:cond delay="0"/>
                                          </p:stCondLst>
                                        </p:cTn>
                                        <p:tgtEl>
                                          <p:spTgt spid="3">
                                            <p:txEl>
                                              <p:pRg st="19" end="19"/>
                                            </p:txEl>
                                          </p:spTgt>
                                        </p:tgtEl>
                                        <p:attrNameLst>
                                          <p:attrName>style.visibility</p:attrName>
                                        </p:attrNameLst>
                                      </p:cBhvr>
                                      <p:to>
                                        <p:strVal val="visible"/>
                                      </p:to>
                                    </p:set>
                                    <p:anim calcmode="lin" valueType="num">
                                      <p:cBhvr additive="base">
                                        <p:cTn id="121" dur="500" fill="hold"/>
                                        <p:tgtEl>
                                          <p:spTgt spid="3">
                                            <p:txEl>
                                              <p:pRg st="19" end="19"/>
                                            </p:txEl>
                                          </p:spTgt>
                                        </p:tgtEl>
                                        <p:attrNameLst>
                                          <p:attrName>ppt_x</p:attrName>
                                        </p:attrNameLst>
                                      </p:cBhvr>
                                      <p:tavLst>
                                        <p:tav tm="0">
                                          <p:val>
                                            <p:strVal val="#ppt_x"/>
                                          </p:val>
                                        </p:tav>
                                        <p:tav tm="100000">
                                          <p:val>
                                            <p:strVal val="#ppt_x"/>
                                          </p:val>
                                        </p:tav>
                                      </p:tavLst>
                                    </p:anim>
                                    <p:anim calcmode="lin" valueType="num">
                                      <p:cBhvr additive="base">
                                        <p:cTn id="122" dur="500" fill="hold"/>
                                        <p:tgtEl>
                                          <p:spTgt spid="3">
                                            <p:txEl>
                                              <p:pRg st="19" end="1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05695D-B45B-5366-B82F-101F210FDC02}"/>
              </a:ext>
            </a:extLst>
          </p:cNvPr>
          <p:cNvSpPr>
            <a:spLocks noGrp="1"/>
          </p:cNvSpPr>
          <p:nvPr>
            <p:ph type="title"/>
          </p:nvPr>
        </p:nvSpPr>
        <p:spPr/>
        <p:txBody>
          <a:bodyPr/>
          <a:lstStyle/>
          <a:p>
            <a:r>
              <a:rPr lang="en-IN" b="1" dirty="0"/>
              <a:t>Doubly Linked List</a:t>
            </a:r>
          </a:p>
        </p:txBody>
      </p:sp>
      <p:sp>
        <p:nvSpPr>
          <p:cNvPr id="3" name="Content Placeholder 2">
            <a:extLst>
              <a:ext uri="{FF2B5EF4-FFF2-40B4-BE49-F238E27FC236}">
                <a16:creationId xmlns:a16="http://schemas.microsoft.com/office/drawing/2014/main" id="{63193769-8B30-C8E2-6715-A8F13A173CCD}"/>
              </a:ext>
            </a:extLst>
          </p:cNvPr>
          <p:cNvSpPr>
            <a:spLocks noGrp="1"/>
          </p:cNvSpPr>
          <p:nvPr>
            <p:ph idx="1"/>
          </p:nvPr>
        </p:nvSpPr>
        <p:spPr/>
        <p:txBody>
          <a:bodyPr>
            <a:normAutofit fontScale="92500" lnSpcReduction="20000"/>
          </a:bodyPr>
          <a:lstStyle/>
          <a:p>
            <a:pPr marL="514350" indent="-514350">
              <a:buFont typeface="+mj-lt"/>
              <a:buAutoNum type="arabicPeriod"/>
            </a:pPr>
            <a:r>
              <a:rPr lang="en-IN" dirty="0"/>
              <a:t>class Node {</a:t>
            </a:r>
          </a:p>
          <a:p>
            <a:pPr marL="514350" indent="-514350">
              <a:buFont typeface="+mj-lt"/>
              <a:buAutoNum type="arabicPeriod"/>
            </a:pPr>
            <a:r>
              <a:rPr lang="en-IN" dirty="0"/>
              <a:t>    int data; </a:t>
            </a:r>
          </a:p>
          <a:p>
            <a:pPr marL="514350" indent="-514350">
              <a:buFont typeface="+mj-lt"/>
              <a:buAutoNum type="arabicPeriod"/>
            </a:pPr>
            <a:r>
              <a:rPr lang="en-IN" dirty="0"/>
              <a:t>    Node next; </a:t>
            </a:r>
          </a:p>
          <a:p>
            <a:pPr marL="514350" indent="-514350">
              <a:buFont typeface="+mj-lt"/>
              <a:buAutoNum type="arabicPeriod"/>
            </a:pPr>
            <a:r>
              <a:rPr lang="en-IN" dirty="0"/>
              <a:t>    Node </a:t>
            </a:r>
            <a:r>
              <a:rPr lang="en-IN" dirty="0" err="1"/>
              <a:t>prev</a:t>
            </a:r>
            <a:r>
              <a:rPr lang="en-IN" dirty="0"/>
              <a:t>; </a:t>
            </a:r>
          </a:p>
          <a:p>
            <a:pPr marL="514350" indent="-514350">
              <a:buFont typeface="+mj-lt"/>
              <a:buAutoNum type="arabicPeriod"/>
            </a:pPr>
            <a:r>
              <a:rPr lang="en-IN" dirty="0"/>
              <a:t>public Node(int data) {</a:t>
            </a:r>
          </a:p>
          <a:p>
            <a:pPr marL="514350" indent="-514350">
              <a:buFont typeface="+mj-lt"/>
              <a:buAutoNum type="arabicPeriod"/>
            </a:pPr>
            <a:r>
              <a:rPr lang="en-IN" dirty="0"/>
              <a:t>        </a:t>
            </a:r>
            <a:r>
              <a:rPr lang="en-IN" dirty="0" err="1"/>
              <a:t>this.data</a:t>
            </a:r>
            <a:r>
              <a:rPr lang="en-IN" dirty="0"/>
              <a:t> = data;</a:t>
            </a:r>
          </a:p>
          <a:p>
            <a:pPr marL="514350" indent="-514350">
              <a:buFont typeface="+mj-lt"/>
              <a:buAutoNum type="arabicPeriod"/>
            </a:pPr>
            <a:r>
              <a:rPr lang="en-IN" dirty="0"/>
              <a:t>        </a:t>
            </a:r>
            <a:r>
              <a:rPr lang="en-IN" dirty="0" err="1"/>
              <a:t>this.next</a:t>
            </a:r>
            <a:r>
              <a:rPr lang="en-IN" dirty="0"/>
              <a:t> = null;</a:t>
            </a:r>
          </a:p>
          <a:p>
            <a:pPr marL="514350" indent="-514350">
              <a:buFont typeface="+mj-lt"/>
              <a:buAutoNum type="arabicPeriod"/>
            </a:pPr>
            <a:r>
              <a:rPr lang="en-IN" dirty="0"/>
              <a:t>        </a:t>
            </a:r>
            <a:r>
              <a:rPr lang="en-IN" dirty="0" err="1"/>
              <a:t>this.prev</a:t>
            </a:r>
            <a:r>
              <a:rPr lang="en-IN" dirty="0"/>
              <a:t> = null;</a:t>
            </a:r>
          </a:p>
          <a:p>
            <a:pPr marL="514350" indent="-514350">
              <a:buFont typeface="+mj-lt"/>
              <a:buAutoNum type="arabicPeriod"/>
            </a:pPr>
            <a:r>
              <a:rPr lang="en-IN" dirty="0"/>
              <a:t>    }</a:t>
            </a:r>
          </a:p>
          <a:p>
            <a:pPr marL="514350" indent="-514350">
              <a:buFont typeface="+mj-lt"/>
              <a:buAutoNum type="arabicPeriod"/>
            </a:pPr>
            <a:r>
              <a:rPr lang="en-IN" dirty="0"/>
              <a:t>}</a:t>
            </a:r>
          </a:p>
        </p:txBody>
      </p:sp>
    </p:spTree>
    <p:extLst>
      <p:ext uri="{BB962C8B-B14F-4D97-AF65-F5344CB8AC3E}">
        <p14:creationId xmlns:p14="http://schemas.microsoft.com/office/powerpoint/2010/main" val="84463474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 calcmode="lin" valueType="num">
                                      <p:cBhvr additive="base">
                                        <p:cTn id="6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7BFBAC2-CC27-EC58-FBB0-FF9C2D77C1D2}"/>
              </a:ext>
            </a:extLst>
          </p:cNvPr>
          <p:cNvSpPr>
            <a:spLocks noGrp="1"/>
          </p:cNvSpPr>
          <p:nvPr>
            <p:ph idx="1"/>
          </p:nvPr>
        </p:nvSpPr>
        <p:spPr>
          <a:xfrm>
            <a:off x="838200" y="127820"/>
            <a:ext cx="10515600" cy="6730180"/>
          </a:xfrm>
        </p:spPr>
        <p:txBody>
          <a:bodyPr>
            <a:normAutofit fontScale="92500" lnSpcReduction="10000"/>
          </a:bodyPr>
          <a:lstStyle/>
          <a:p>
            <a:pPr marL="342900" indent="-342900">
              <a:lnSpc>
                <a:spcPct val="107000"/>
              </a:lnSpc>
              <a:spcAft>
                <a:spcPts val="800"/>
              </a:spcAft>
              <a:buFont typeface="+mj-lt"/>
              <a:buAutoNum type="arabicPeriod" startAt="11"/>
            </a:pPr>
            <a:r>
              <a:rPr lang="en-IN" sz="1800" dirty="0">
                <a:effectLst/>
                <a:latin typeface="Calibri" panose="020F0502020204030204" pitchFamily="34" charset="0"/>
                <a:ea typeface="Calibri" panose="020F0502020204030204" pitchFamily="34" charset="0"/>
                <a:cs typeface="Times New Roman" panose="02020603050405020304" pitchFamily="18" charset="0"/>
              </a:rPr>
              <a:t>public void </a:t>
            </a:r>
            <a:r>
              <a:rPr lang="en-IN" sz="1800" dirty="0" err="1">
                <a:effectLst/>
                <a:latin typeface="Calibri" panose="020F0502020204030204" pitchFamily="34" charset="0"/>
                <a:ea typeface="Calibri" panose="020F0502020204030204" pitchFamily="34" charset="0"/>
                <a:cs typeface="Times New Roman" panose="02020603050405020304" pitchFamily="18" charset="0"/>
              </a:rPr>
              <a:t>addNode</a:t>
            </a:r>
            <a:r>
              <a:rPr lang="en-IN" sz="1800" dirty="0">
                <a:effectLst/>
                <a:latin typeface="Calibri" panose="020F0502020204030204" pitchFamily="34" charset="0"/>
                <a:ea typeface="Calibri" panose="020F0502020204030204" pitchFamily="34" charset="0"/>
                <a:cs typeface="Times New Roman" panose="02020603050405020304" pitchFamily="18" charset="0"/>
              </a:rPr>
              <a:t>(int data) {</a:t>
            </a:r>
          </a:p>
          <a:p>
            <a:pPr marL="342900" indent="-342900">
              <a:lnSpc>
                <a:spcPct val="107000"/>
              </a:lnSpc>
              <a:spcAft>
                <a:spcPts val="800"/>
              </a:spcAft>
              <a:buFont typeface="+mj-lt"/>
              <a:buAutoNum type="arabicPeriod" startAt="11"/>
            </a:pPr>
            <a:r>
              <a:rPr lang="en-IN" sz="1800" dirty="0">
                <a:effectLst/>
                <a:latin typeface="Calibri" panose="020F0502020204030204" pitchFamily="34" charset="0"/>
                <a:ea typeface="Calibri" panose="020F0502020204030204" pitchFamily="34" charset="0"/>
                <a:cs typeface="Times New Roman" panose="02020603050405020304" pitchFamily="18" charset="0"/>
              </a:rPr>
              <a:t>Node </a:t>
            </a:r>
            <a:r>
              <a:rPr lang="en-IN" sz="1800" dirty="0" err="1">
                <a:effectLst/>
                <a:latin typeface="Calibri" panose="020F0502020204030204" pitchFamily="34" charset="0"/>
                <a:ea typeface="Calibri" panose="020F0502020204030204" pitchFamily="34" charset="0"/>
                <a:cs typeface="Times New Roman" panose="02020603050405020304" pitchFamily="18" charset="0"/>
              </a:rPr>
              <a:t>newNode</a:t>
            </a:r>
            <a:r>
              <a:rPr lang="en-IN" sz="1800" dirty="0">
                <a:effectLst/>
                <a:latin typeface="Calibri" panose="020F0502020204030204" pitchFamily="34" charset="0"/>
                <a:ea typeface="Calibri" panose="020F0502020204030204" pitchFamily="34" charset="0"/>
                <a:cs typeface="Times New Roman" panose="02020603050405020304" pitchFamily="18" charset="0"/>
              </a:rPr>
              <a:t> = new Node(data);  </a:t>
            </a:r>
          </a:p>
          <a:p>
            <a:pPr marL="342900" indent="-342900">
              <a:lnSpc>
                <a:spcPct val="107000"/>
              </a:lnSpc>
              <a:spcAft>
                <a:spcPts val="800"/>
              </a:spcAft>
              <a:buFont typeface="+mj-lt"/>
              <a:buAutoNum type="arabicPeriod" startAt="11"/>
            </a:pPr>
            <a:r>
              <a:rPr lang="en-IN" sz="1800" dirty="0">
                <a:effectLst/>
                <a:latin typeface="Calibri" panose="020F0502020204030204" pitchFamily="34" charset="0"/>
                <a:ea typeface="Calibri" panose="020F0502020204030204" pitchFamily="34" charset="0"/>
                <a:cs typeface="Times New Roman" panose="02020603050405020304" pitchFamily="18" charset="0"/>
              </a:rPr>
              <a:t>if(head == null) {</a:t>
            </a:r>
          </a:p>
          <a:p>
            <a:pPr marL="342900" indent="-342900">
              <a:lnSpc>
                <a:spcPct val="107000"/>
              </a:lnSpc>
              <a:spcAft>
                <a:spcPts val="800"/>
              </a:spcAft>
              <a:buFont typeface="+mj-lt"/>
              <a:buAutoNum type="arabicPeriod" startAt="11"/>
            </a:pPr>
            <a:r>
              <a:rPr lang="en-IN" sz="1800" dirty="0">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Calibri" panose="020F0502020204030204" pitchFamily="34" charset="0"/>
                <a:ea typeface="Calibri" panose="020F0502020204030204" pitchFamily="34" charset="0"/>
                <a:cs typeface="Times New Roman" panose="02020603050405020304" pitchFamily="18" charset="0"/>
              </a:rPr>
              <a:t>head = tail = </a:t>
            </a:r>
            <a:r>
              <a:rPr lang="en-IN" sz="1800" dirty="0" err="1">
                <a:effectLst/>
                <a:latin typeface="Calibri" panose="020F0502020204030204" pitchFamily="34" charset="0"/>
                <a:ea typeface="Calibri" panose="020F0502020204030204" pitchFamily="34" charset="0"/>
                <a:cs typeface="Times New Roman" panose="02020603050405020304" pitchFamily="18" charset="0"/>
              </a:rPr>
              <a:t>newNode</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p>
          <a:p>
            <a:pPr marL="342900" indent="-342900">
              <a:lnSpc>
                <a:spcPct val="107000"/>
              </a:lnSpc>
              <a:spcAft>
                <a:spcPts val="800"/>
              </a:spcAft>
              <a:buFont typeface="+mj-lt"/>
              <a:buAutoNum type="arabicPeriod" startAt="11"/>
            </a:pPr>
            <a:r>
              <a:rPr lang="en-IN" sz="1800" dirty="0">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Calibri" panose="020F0502020204030204" pitchFamily="34" charset="0"/>
                <a:ea typeface="Calibri" panose="020F0502020204030204" pitchFamily="34" charset="0"/>
                <a:cs typeface="Times New Roman" panose="02020603050405020304" pitchFamily="18" charset="0"/>
              </a:rPr>
              <a:t>head.previous</a:t>
            </a:r>
            <a:r>
              <a:rPr lang="en-IN" sz="1800" dirty="0">
                <a:effectLst/>
                <a:latin typeface="Calibri" panose="020F0502020204030204" pitchFamily="34" charset="0"/>
                <a:ea typeface="Calibri" panose="020F0502020204030204" pitchFamily="34" charset="0"/>
                <a:cs typeface="Times New Roman" panose="02020603050405020304" pitchFamily="18" charset="0"/>
              </a:rPr>
              <a:t> = null; </a:t>
            </a:r>
          </a:p>
          <a:p>
            <a:pPr marL="342900" indent="-342900">
              <a:lnSpc>
                <a:spcPct val="107000"/>
              </a:lnSpc>
              <a:spcAft>
                <a:spcPts val="800"/>
              </a:spcAft>
              <a:buFont typeface="+mj-lt"/>
              <a:buAutoNum type="arabicPeriod" startAt="11"/>
            </a:pPr>
            <a:r>
              <a:rPr lang="en-IN" sz="1800" dirty="0">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Calibri" panose="020F0502020204030204" pitchFamily="34" charset="0"/>
                <a:ea typeface="Calibri" panose="020F0502020204030204" pitchFamily="34" charset="0"/>
                <a:cs typeface="Times New Roman" panose="02020603050405020304" pitchFamily="18" charset="0"/>
              </a:rPr>
              <a:t>tail.next</a:t>
            </a:r>
            <a:r>
              <a:rPr lang="en-IN" sz="1800" dirty="0">
                <a:effectLst/>
                <a:latin typeface="Calibri" panose="020F0502020204030204" pitchFamily="34" charset="0"/>
                <a:ea typeface="Calibri" panose="020F0502020204030204" pitchFamily="34" charset="0"/>
                <a:cs typeface="Times New Roman" panose="02020603050405020304" pitchFamily="18" charset="0"/>
              </a:rPr>
              <a:t> = null;  </a:t>
            </a:r>
          </a:p>
          <a:p>
            <a:pPr marL="342900" indent="-342900">
              <a:lnSpc>
                <a:spcPct val="107000"/>
              </a:lnSpc>
              <a:spcAft>
                <a:spcPts val="800"/>
              </a:spcAft>
              <a:buFont typeface="+mj-lt"/>
              <a:buAutoNum type="arabicPeriod" startAt="11"/>
            </a:pP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p>
          <a:p>
            <a:pPr marL="342900" indent="-342900">
              <a:lnSpc>
                <a:spcPct val="107000"/>
              </a:lnSpc>
              <a:spcAft>
                <a:spcPts val="800"/>
              </a:spcAft>
              <a:buFont typeface="+mj-lt"/>
              <a:buAutoNum type="arabicPeriod" startAt="11"/>
            </a:pPr>
            <a:r>
              <a:rPr lang="en-IN" sz="1800" dirty="0">
                <a:effectLst/>
                <a:latin typeface="Calibri" panose="020F0502020204030204" pitchFamily="34" charset="0"/>
                <a:ea typeface="Calibri" panose="020F0502020204030204" pitchFamily="34" charset="0"/>
                <a:cs typeface="Times New Roman" panose="02020603050405020304" pitchFamily="18" charset="0"/>
              </a:rPr>
              <a:t> else {</a:t>
            </a:r>
          </a:p>
          <a:p>
            <a:pPr marL="342900" indent="-342900">
              <a:lnSpc>
                <a:spcPct val="107000"/>
              </a:lnSpc>
              <a:spcAft>
                <a:spcPts val="800"/>
              </a:spcAft>
              <a:buFont typeface="+mj-lt"/>
              <a:buAutoNum type="arabicPeriod" startAt="11"/>
            </a:pPr>
            <a:r>
              <a:rPr lang="en-IN" sz="1800" dirty="0" err="1">
                <a:effectLst/>
                <a:latin typeface="Calibri" panose="020F0502020204030204" pitchFamily="34" charset="0"/>
                <a:ea typeface="Calibri" panose="020F0502020204030204" pitchFamily="34" charset="0"/>
                <a:cs typeface="Times New Roman" panose="02020603050405020304" pitchFamily="18" charset="0"/>
              </a:rPr>
              <a:t>tail.next</a:t>
            </a:r>
            <a:r>
              <a:rPr lang="en-IN" sz="1800" dirty="0">
                <a:effectLst/>
                <a:latin typeface="Calibri" panose="020F0502020204030204" pitchFamily="34" charset="0"/>
                <a:ea typeface="Calibri" panose="020F0502020204030204" pitchFamily="34" charset="0"/>
                <a:cs typeface="Times New Roman" panose="02020603050405020304" pitchFamily="18" charset="0"/>
              </a:rPr>
              <a:t> = </a:t>
            </a:r>
            <a:r>
              <a:rPr lang="en-IN" sz="1800" dirty="0" err="1">
                <a:effectLst/>
                <a:latin typeface="Calibri" panose="020F0502020204030204" pitchFamily="34" charset="0"/>
                <a:ea typeface="Calibri" panose="020F0502020204030204" pitchFamily="34" charset="0"/>
                <a:cs typeface="Times New Roman" panose="02020603050405020304" pitchFamily="18" charset="0"/>
              </a:rPr>
              <a:t>newNode</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p>
          <a:p>
            <a:pPr marL="342900" indent="-342900">
              <a:lnSpc>
                <a:spcPct val="107000"/>
              </a:lnSpc>
              <a:spcAft>
                <a:spcPts val="800"/>
              </a:spcAft>
              <a:buFont typeface="+mj-lt"/>
              <a:buAutoNum type="arabicPeriod" startAt="11"/>
            </a:pP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Calibri" panose="020F0502020204030204" pitchFamily="34" charset="0"/>
                <a:ea typeface="Calibri" panose="020F0502020204030204" pitchFamily="34" charset="0"/>
                <a:cs typeface="Times New Roman" panose="02020603050405020304" pitchFamily="18" charset="0"/>
              </a:rPr>
              <a:t>newNode.previous</a:t>
            </a:r>
            <a:r>
              <a:rPr lang="en-IN" sz="1800" dirty="0">
                <a:effectLst/>
                <a:latin typeface="Calibri" panose="020F0502020204030204" pitchFamily="34" charset="0"/>
                <a:ea typeface="Calibri" panose="020F0502020204030204" pitchFamily="34" charset="0"/>
                <a:cs typeface="Times New Roman" panose="02020603050405020304" pitchFamily="18" charset="0"/>
              </a:rPr>
              <a:t> = tail;     </a:t>
            </a:r>
          </a:p>
          <a:p>
            <a:pPr marL="342900" indent="-342900">
              <a:lnSpc>
                <a:spcPct val="107000"/>
              </a:lnSpc>
              <a:spcAft>
                <a:spcPts val="800"/>
              </a:spcAft>
              <a:buFont typeface="+mj-lt"/>
              <a:buAutoNum type="arabicPeriod" startAt="11"/>
            </a:pPr>
            <a:r>
              <a:rPr lang="en-IN" sz="1800" dirty="0">
                <a:effectLst/>
                <a:latin typeface="Calibri" panose="020F0502020204030204" pitchFamily="34" charset="0"/>
                <a:ea typeface="Calibri" panose="020F0502020204030204" pitchFamily="34" charset="0"/>
                <a:cs typeface="Times New Roman" panose="02020603050405020304" pitchFamily="18" charset="0"/>
              </a:rPr>
              <a:t>                   tail = </a:t>
            </a:r>
            <a:r>
              <a:rPr lang="en-IN" sz="1800" dirty="0" err="1">
                <a:effectLst/>
                <a:latin typeface="Calibri" panose="020F0502020204030204" pitchFamily="34" charset="0"/>
                <a:ea typeface="Calibri" panose="020F0502020204030204" pitchFamily="34" charset="0"/>
                <a:cs typeface="Times New Roman" panose="02020603050405020304" pitchFamily="18" charset="0"/>
              </a:rPr>
              <a:t>newNode</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endParaRPr lang="en-IN" sz="1800" dirty="0">
              <a:latin typeface="Calibri" panose="020F0502020204030204" pitchFamily="34" charset="0"/>
              <a:ea typeface="Calibri" panose="020F0502020204030204" pitchFamily="34" charset="0"/>
              <a:cs typeface="Times New Roman" panose="02020603050405020304" pitchFamily="18" charset="0"/>
            </a:endParaRPr>
          </a:p>
          <a:p>
            <a:pPr marL="342900" indent="-342900">
              <a:lnSpc>
                <a:spcPct val="107000"/>
              </a:lnSpc>
              <a:spcAft>
                <a:spcPts val="800"/>
              </a:spcAft>
              <a:buFont typeface="+mj-lt"/>
              <a:buAutoNum type="arabicPeriod" startAt="11"/>
            </a:pP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Calibri" panose="020F0502020204030204" pitchFamily="34" charset="0"/>
                <a:ea typeface="Calibri" panose="020F0502020204030204" pitchFamily="34" charset="0"/>
                <a:cs typeface="Times New Roman" panose="02020603050405020304" pitchFamily="18" charset="0"/>
              </a:rPr>
              <a:t>tail.next</a:t>
            </a:r>
            <a:r>
              <a:rPr lang="en-IN" sz="1800" dirty="0">
                <a:effectLst/>
                <a:latin typeface="Calibri" panose="020F0502020204030204" pitchFamily="34" charset="0"/>
                <a:ea typeface="Calibri" panose="020F0502020204030204" pitchFamily="34" charset="0"/>
                <a:cs typeface="Times New Roman" panose="02020603050405020304" pitchFamily="18" charset="0"/>
              </a:rPr>
              <a:t> = null;  </a:t>
            </a:r>
          </a:p>
          <a:p>
            <a:pPr marL="342900" indent="-342900">
              <a:lnSpc>
                <a:spcPct val="107000"/>
              </a:lnSpc>
              <a:spcAft>
                <a:spcPts val="800"/>
              </a:spcAft>
              <a:buFont typeface="+mj-lt"/>
              <a:buAutoNum type="arabicPeriod" startAt="11"/>
            </a:pPr>
            <a:r>
              <a:rPr lang="en-IN" sz="1800" dirty="0">
                <a:effectLst/>
                <a:latin typeface="Calibri" panose="020F0502020204030204" pitchFamily="34" charset="0"/>
                <a:ea typeface="Calibri" panose="020F0502020204030204" pitchFamily="34" charset="0"/>
                <a:cs typeface="Times New Roman" panose="02020603050405020304" pitchFamily="18" charset="0"/>
              </a:rPr>
              <a:t>        }  </a:t>
            </a:r>
          </a:p>
          <a:p>
            <a:pPr marL="342900" indent="-342900">
              <a:lnSpc>
                <a:spcPct val="107000"/>
              </a:lnSpc>
              <a:spcAft>
                <a:spcPts val="800"/>
              </a:spcAft>
              <a:buFont typeface="+mj-lt"/>
              <a:buAutoNum type="arabicPeriod" startAt="11"/>
            </a:pPr>
            <a:r>
              <a:rPr lang="en-IN" sz="1800" dirty="0">
                <a:effectLst/>
                <a:latin typeface="Calibri" panose="020F0502020204030204" pitchFamily="34" charset="0"/>
                <a:ea typeface="Calibri" panose="020F0502020204030204" pitchFamily="34" charset="0"/>
                <a:cs typeface="Times New Roman" panose="02020603050405020304" pitchFamily="18" charset="0"/>
              </a:rPr>
              <a:t>    }  </a:t>
            </a:r>
          </a:p>
          <a:p>
            <a:pPr marL="514350" indent="-514350">
              <a:buFont typeface="+mj-lt"/>
              <a:buAutoNum type="arabicPeriod" startAt="11"/>
            </a:pPr>
            <a:endParaRPr lang="en-IN" dirty="0"/>
          </a:p>
        </p:txBody>
      </p:sp>
    </p:spTree>
    <p:extLst>
      <p:ext uri="{BB962C8B-B14F-4D97-AF65-F5344CB8AC3E}">
        <p14:creationId xmlns:p14="http://schemas.microsoft.com/office/powerpoint/2010/main" val="308043289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 calcmode="lin" valueType="num">
                                      <p:cBhvr additive="base">
                                        <p:cTn id="6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3">
                                            <p:txEl>
                                              <p:pRg st="10" end="10"/>
                                            </p:txEl>
                                          </p:spTgt>
                                        </p:tgtEl>
                                        <p:attrNameLst>
                                          <p:attrName>style.visibility</p:attrName>
                                        </p:attrNameLst>
                                      </p:cBhvr>
                                      <p:to>
                                        <p:strVal val="visible"/>
                                      </p:to>
                                    </p:set>
                                    <p:anim calcmode="lin" valueType="num">
                                      <p:cBhvr additive="base">
                                        <p:cTn id="6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3">
                                            <p:txEl>
                                              <p:pRg st="11" end="11"/>
                                            </p:txEl>
                                          </p:spTgt>
                                        </p:tgtEl>
                                        <p:attrNameLst>
                                          <p:attrName>style.visibility</p:attrName>
                                        </p:attrNameLst>
                                      </p:cBhvr>
                                      <p:to>
                                        <p:strVal val="visible"/>
                                      </p:to>
                                    </p:set>
                                    <p:anim calcmode="lin" valueType="num">
                                      <p:cBhvr additive="base">
                                        <p:cTn id="73"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3">
                                            <p:txEl>
                                              <p:pRg st="12" end="12"/>
                                            </p:txEl>
                                          </p:spTgt>
                                        </p:tgtEl>
                                        <p:attrNameLst>
                                          <p:attrName>style.visibility</p:attrName>
                                        </p:attrNameLst>
                                      </p:cBhvr>
                                      <p:to>
                                        <p:strVal val="visible"/>
                                      </p:to>
                                    </p:set>
                                    <p:anim calcmode="lin" valueType="num">
                                      <p:cBhvr additive="base">
                                        <p:cTn id="79"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nodeType="clickEffect">
                                  <p:stCondLst>
                                    <p:cond delay="0"/>
                                  </p:stCondLst>
                                  <p:childTnLst>
                                    <p:set>
                                      <p:cBhvr>
                                        <p:cTn id="84" dur="1" fill="hold">
                                          <p:stCondLst>
                                            <p:cond delay="0"/>
                                          </p:stCondLst>
                                        </p:cTn>
                                        <p:tgtEl>
                                          <p:spTgt spid="3">
                                            <p:txEl>
                                              <p:pRg st="13" end="13"/>
                                            </p:txEl>
                                          </p:spTgt>
                                        </p:tgtEl>
                                        <p:attrNameLst>
                                          <p:attrName>style.visibility</p:attrName>
                                        </p:attrNameLst>
                                      </p:cBhvr>
                                      <p:to>
                                        <p:strVal val="visible"/>
                                      </p:to>
                                    </p:set>
                                    <p:anim calcmode="lin" valueType="num">
                                      <p:cBhvr additive="base">
                                        <p:cTn id="85"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3">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D19BE-B1E6-B42E-5F1C-5FB1C37D774B}"/>
              </a:ext>
            </a:extLst>
          </p:cNvPr>
          <p:cNvSpPr>
            <a:spLocks noGrp="1"/>
          </p:cNvSpPr>
          <p:nvPr>
            <p:ph type="title"/>
          </p:nvPr>
        </p:nvSpPr>
        <p:spPr/>
        <p:txBody>
          <a:bodyPr/>
          <a:lstStyle/>
          <a:p>
            <a:r>
              <a:rPr lang="en-IN" b="1" dirty="0"/>
              <a:t>Sort the </a:t>
            </a:r>
            <a:r>
              <a:rPr lang="en-IN" b="1" dirty="0" err="1"/>
              <a:t>bitonic</a:t>
            </a:r>
            <a:r>
              <a:rPr lang="en-IN" b="1" dirty="0"/>
              <a:t> DLL</a:t>
            </a:r>
          </a:p>
        </p:txBody>
      </p:sp>
      <p:sp>
        <p:nvSpPr>
          <p:cNvPr id="6" name="Content Placeholder 5">
            <a:extLst>
              <a:ext uri="{FF2B5EF4-FFF2-40B4-BE49-F238E27FC236}">
                <a16:creationId xmlns:a16="http://schemas.microsoft.com/office/drawing/2014/main" id="{5FD4D110-A15C-538A-1DB0-4F652EF03F1B}"/>
              </a:ext>
            </a:extLst>
          </p:cNvPr>
          <p:cNvSpPr>
            <a:spLocks noGrp="1"/>
          </p:cNvSpPr>
          <p:nvPr>
            <p:ph idx="1"/>
          </p:nvPr>
        </p:nvSpPr>
        <p:spPr/>
        <p:txBody>
          <a:bodyPr>
            <a:normAutofit fontScale="85000" lnSpcReduction="20000"/>
          </a:bodyPr>
          <a:lstStyle/>
          <a:p>
            <a:pPr marL="514350" indent="-514350">
              <a:buFont typeface="+mj-lt"/>
              <a:buAutoNum type="arabicPeriod"/>
            </a:pPr>
            <a:r>
              <a:rPr lang="en-IN" dirty="0"/>
              <a:t>static Node </a:t>
            </a:r>
            <a:r>
              <a:rPr lang="en-IN" dirty="0" err="1"/>
              <a:t>sortBitonicDLL</a:t>
            </a:r>
            <a:r>
              <a:rPr lang="en-IN" dirty="0"/>
              <a:t>(Node head) {</a:t>
            </a:r>
          </a:p>
          <a:p>
            <a:pPr marL="514350" indent="-514350">
              <a:buFont typeface="+mj-lt"/>
              <a:buAutoNum type="arabicPeriod"/>
            </a:pPr>
            <a:r>
              <a:rPr lang="en-IN" dirty="0"/>
              <a:t>        if (head == null || </a:t>
            </a:r>
            <a:r>
              <a:rPr lang="en-IN" dirty="0" err="1"/>
              <a:t>head.next</a:t>
            </a:r>
            <a:r>
              <a:rPr lang="en-IN" dirty="0"/>
              <a:t> == null) return head;</a:t>
            </a:r>
          </a:p>
          <a:p>
            <a:pPr marL="514350" indent="-514350">
              <a:buFont typeface="+mj-lt"/>
              <a:buAutoNum type="arabicPeriod"/>
            </a:pPr>
            <a:endParaRPr lang="en-IN" dirty="0"/>
          </a:p>
          <a:p>
            <a:pPr marL="514350" indent="-514350">
              <a:buFont typeface="+mj-lt"/>
              <a:buAutoNum type="arabicPeriod"/>
            </a:pPr>
            <a:r>
              <a:rPr lang="en-IN" dirty="0"/>
              <a:t>        Node last = head;</a:t>
            </a:r>
          </a:p>
          <a:p>
            <a:pPr marL="514350" indent="-514350">
              <a:buFont typeface="+mj-lt"/>
              <a:buAutoNum type="arabicPeriod"/>
            </a:pPr>
            <a:r>
              <a:rPr lang="en-IN" dirty="0"/>
              <a:t>        while (</a:t>
            </a:r>
            <a:r>
              <a:rPr lang="en-IN" dirty="0" err="1"/>
              <a:t>last.next</a:t>
            </a:r>
            <a:r>
              <a:rPr lang="en-IN" dirty="0"/>
              <a:t> != null) {</a:t>
            </a:r>
          </a:p>
          <a:p>
            <a:pPr marL="514350" indent="-514350">
              <a:buFont typeface="+mj-lt"/>
              <a:buAutoNum type="arabicPeriod"/>
            </a:pPr>
            <a:r>
              <a:rPr lang="en-IN" dirty="0"/>
              <a:t>            last = </a:t>
            </a:r>
            <a:r>
              <a:rPr lang="en-IN" dirty="0" err="1"/>
              <a:t>last.next</a:t>
            </a:r>
            <a:r>
              <a:rPr lang="en-IN" dirty="0"/>
              <a:t>;</a:t>
            </a:r>
          </a:p>
          <a:p>
            <a:pPr marL="514350" indent="-514350">
              <a:buFont typeface="+mj-lt"/>
              <a:buAutoNum type="arabicPeriod"/>
            </a:pPr>
            <a:r>
              <a:rPr lang="en-IN" dirty="0"/>
              <a:t>        }</a:t>
            </a:r>
          </a:p>
          <a:p>
            <a:pPr marL="514350" indent="-514350">
              <a:buFont typeface="+mj-lt"/>
              <a:buAutoNum type="arabicPeriod"/>
            </a:pPr>
            <a:endParaRPr lang="en-IN" dirty="0"/>
          </a:p>
          <a:p>
            <a:pPr marL="514350" indent="-514350">
              <a:buFont typeface="+mj-lt"/>
              <a:buAutoNum type="arabicPeriod"/>
            </a:pPr>
            <a:r>
              <a:rPr lang="en-IN" dirty="0"/>
              <a:t>        Node front = head;</a:t>
            </a:r>
          </a:p>
          <a:p>
            <a:pPr marL="514350" indent="-514350">
              <a:buFont typeface="+mj-lt"/>
              <a:buAutoNum type="arabicPeriod"/>
            </a:pPr>
            <a:r>
              <a:rPr lang="en-IN" dirty="0"/>
              <a:t>        Node result = null;</a:t>
            </a:r>
          </a:p>
          <a:p>
            <a:pPr marL="514350" indent="-514350">
              <a:buFont typeface="+mj-lt"/>
              <a:buAutoNum type="arabicPeriod"/>
            </a:pPr>
            <a:r>
              <a:rPr lang="en-IN" dirty="0"/>
              <a:t>        Node tail = null;</a:t>
            </a:r>
          </a:p>
        </p:txBody>
      </p:sp>
    </p:spTree>
    <p:extLst>
      <p:ext uri="{BB962C8B-B14F-4D97-AF65-F5344CB8AC3E}">
        <p14:creationId xmlns:p14="http://schemas.microsoft.com/office/powerpoint/2010/main" val="126828835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anim calcmode="lin" valueType="num">
                                      <p:cBhvr additive="base">
                                        <p:cTn id="13"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anim calcmode="lin" valueType="num">
                                      <p:cBhvr additive="base">
                                        <p:cTn id="19"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
                                            <p:txEl>
                                              <p:pRg st="4" end="4"/>
                                            </p:txEl>
                                          </p:spTgt>
                                        </p:tgtEl>
                                        <p:attrNameLst>
                                          <p:attrName>style.visibility</p:attrName>
                                        </p:attrNameLst>
                                      </p:cBhvr>
                                      <p:to>
                                        <p:strVal val="visible"/>
                                      </p:to>
                                    </p:set>
                                    <p:anim calcmode="lin" valueType="num">
                                      <p:cBhvr additive="base">
                                        <p:cTn id="25"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6">
                                            <p:txEl>
                                              <p:pRg st="5" end="5"/>
                                            </p:txEl>
                                          </p:spTgt>
                                        </p:tgtEl>
                                        <p:attrNameLst>
                                          <p:attrName>style.visibility</p:attrName>
                                        </p:attrNameLst>
                                      </p:cBhvr>
                                      <p:to>
                                        <p:strVal val="visible"/>
                                      </p:to>
                                    </p:set>
                                    <p:anim calcmode="lin" valueType="num">
                                      <p:cBhvr additive="base">
                                        <p:cTn id="31" dur="500" fill="hold"/>
                                        <p:tgtEl>
                                          <p:spTgt spid="6">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6">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6">
                                            <p:txEl>
                                              <p:pRg st="6" end="6"/>
                                            </p:txEl>
                                          </p:spTgt>
                                        </p:tgtEl>
                                        <p:attrNameLst>
                                          <p:attrName>style.visibility</p:attrName>
                                        </p:attrNameLst>
                                      </p:cBhvr>
                                      <p:to>
                                        <p:strVal val="visible"/>
                                      </p:to>
                                    </p:set>
                                    <p:anim calcmode="lin" valueType="num">
                                      <p:cBhvr additive="base">
                                        <p:cTn id="37" dur="500" fill="hold"/>
                                        <p:tgtEl>
                                          <p:spTgt spid="6">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6">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6">
                                            <p:txEl>
                                              <p:pRg st="8" end="8"/>
                                            </p:txEl>
                                          </p:spTgt>
                                        </p:tgtEl>
                                        <p:attrNameLst>
                                          <p:attrName>style.visibility</p:attrName>
                                        </p:attrNameLst>
                                      </p:cBhvr>
                                      <p:to>
                                        <p:strVal val="visible"/>
                                      </p:to>
                                    </p:set>
                                    <p:anim calcmode="lin" valueType="num">
                                      <p:cBhvr additive="base">
                                        <p:cTn id="43" dur="500" fill="hold"/>
                                        <p:tgtEl>
                                          <p:spTgt spid="6">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6">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6">
                                            <p:txEl>
                                              <p:pRg st="9" end="9"/>
                                            </p:txEl>
                                          </p:spTgt>
                                        </p:tgtEl>
                                        <p:attrNameLst>
                                          <p:attrName>style.visibility</p:attrName>
                                        </p:attrNameLst>
                                      </p:cBhvr>
                                      <p:to>
                                        <p:strVal val="visible"/>
                                      </p:to>
                                    </p:set>
                                    <p:anim calcmode="lin" valueType="num">
                                      <p:cBhvr additive="base">
                                        <p:cTn id="49" dur="500" fill="hold"/>
                                        <p:tgtEl>
                                          <p:spTgt spid="6">
                                            <p:txEl>
                                              <p:pRg st="9" end="9"/>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6">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6">
                                            <p:txEl>
                                              <p:pRg st="10" end="10"/>
                                            </p:txEl>
                                          </p:spTgt>
                                        </p:tgtEl>
                                        <p:attrNameLst>
                                          <p:attrName>style.visibility</p:attrName>
                                        </p:attrNameLst>
                                      </p:cBhvr>
                                      <p:to>
                                        <p:strVal val="visible"/>
                                      </p:to>
                                    </p:set>
                                    <p:anim calcmode="lin" valueType="num">
                                      <p:cBhvr additive="base">
                                        <p:cTn id="55" dur="500" fill="hold"/>
                                        <p:tgtEl>
                                          <p:spTgt spid="6">
                                            <p:txEl>
                                              <p:pRg st="10" end="10"/>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6">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697C412-17BC-6DE9-AE7A-369BDB122F1E}"/>
              </a:ext>
            </a:extLst>
          </p:cNvPr>
          <p:cNvSpPr>
            <a:spLocks noGrp="1"/>
          </p:cNvSpPr>
          <p:nvPr>
            <p:ph idx="1"/>
          </p:nvPr>
        </p:nvSpPr>
        <p:spPr>
          <a:xfrm>
            <a:off x="334963" y="225424"/>
            <a:ext cx="11018837" cy="6632575"/>
          </a:xfrm>
        </p:spPr>
        <p:txBody>
          <a:bodyPr>
            <a:normAutofit fontScale="77500" lnSpcReduction="20000"/>
          </a:bodyPr>
          <a:lstStyle/>
          <a:p>
            <a:pPr marL="514350" indent="-514350">
              <a:buFont typeface="+mj-lt"/>
              <a:buAutoNum type="arabicPeriod" startAt="10"/>
            </a:pPr>
            <a:r>
              <a:rPr lang="en-IN" dirty="0"/>
              <a:t> while (front != null &amp;&amp; last != null &amp;&amp; front != last &amp;&amp; </a:t>
            </a:r>
            <a:r>
              <a:rPr lang="en-IN" dirty="0" err="1"/>
              <a:t>last.next</a:t>
            </a:r>
            <a:r>
              <a:rPr lang="en-IN" dirty="0"/>
              <a:t> != front) {</a:t>
            </a:r>
          </a:p>
          <a:p>
            <a:pPr marL="514350" indent="-514350">
              <a:buFont typeface="+mj-lt"/>
              <a:buAutoNum type="arabicPeriod" startAt="10"/>
            </a:pPr>
            <a:r>
              <a:rPr lang="en-IN" dirty="0"/>
              <a:t>            Node </a:t>
            </a:r>
            <a:r>
              <a:rPr lang="en-IN" dirty="0" err="1"/>
              <a:t>newNode</a:t>
            </a:r>
            <a:r>
              <a:rPr lang="en-IN" dirty="0"/>
              <a:t>;</a:t>
            </a:r>
          </a:p>
          <a:p>
            <a:pPr marL="514350" indent="-514350">
              <a:buFont typeface="+mj-lt"/>
              <a:buAutoNum type="arabicPeriod" startAt="10"/>
            </a:pPr>
            <a:r>
              <a:rPr lang="en-IN" dirty="0"/>
              <a:t>            if (</a:t>
            </a:r>
            <a:r>
              <a:rPr lang="en-IN" dirty="0" err="1"/>
              <a:t>front.data</a:t>
            </a:r>
            <a:r>
              <a:rPr lang="en-IN" dirty="0"/>
              <a:t> &lt; </a:t>
            </a:r>
            <a:r>
              <a:rPr lang="en-IN" dirty="0" err="1"/>
              <a:t>last.data</a:t>
            </a:r>
            <a:r>
              <a:rPr lang="en-IN" dirty="0"/>
              <a:t>) {</a:t>
            </a:r>
          </a:p>
          <a:p>
            <a:pPr marL="514350" indent="-514350">
              <a:buFont typeface="+mj-lt"/>
              <a:buAutoNum type="arabicPeriod" startAt="10"/>
            </a:pPr>
            <a:r>
              <a:rPr lang="en-IN" dirty="0"/>
              <a:t>                </a:t>
            </a:r>
            <a:r>
              <a:rPr lang="en-IN" dirty="0" err="1"/>
              <a:t>newNode</a:t>
            </a:r>
            <a:r>
              <a:rPr lang="en-IN" dirty="0"/>
              <a:t> = new Node(</a:t>
            </a:r>
            <a:r>
              <a:rPr lang="en-IN" dirty="0" err="1"/>
              <a:t>front.data</a:t>
            </a:r>
            <a:r>
              <a:rPr lang="en-IN" dirty="0"/>
              <a:t>);</a:t>
            </a:r>
          </a:p>
          <a:p>
            <a:pPr marL="514350" indent="-514350">
              <a:buFont typeface="+mj-lt"/>
              <a:buAutoNum type="arabicPeriod" startAt="10"/>
            </a:pPr>
            <a:r>
              <a:rPr lang="en-IN" dirty="0"/>
              <a:t>                front = </a:t>
            </a:r>
            <a:r>
              <a:rPr lang="en-IN" dirty="0" err="1"/>
              <a:t>front.next</a:t>
            </a:r>
            <a:r>
              <a:rPr lang="en-IN" dirty="0"/>
              <a:t>;</a:t>
            </a:r>
          </a:p>
          <a:p>
            <a:pPr marL="514350" indent="-514350">
              <a:buFont typeface="+mj-lt"/>
              <a:buAutoNum type="arabicPeriod" startAt="10"/>
            </a:pPr>
            <a:r>
              <a:rPr lang="en-IN" dirty="0"/>
              <a:t>            } else {</a:t>
            </a:r>
          </a:p>
          <a:p>
            <a:pPr marL="514350" indent="-514350">
              <a:buFont typeface="+mj-lt"/>
              <a:buAutoNum type="arabicPeriod" startAt="10"/>
            </a:pPr>
            <a:r>
              <a:rPr lang="en-IN" dirty="0"/>
              <a:t>                </a:t>
            </a:r>
            <a:r>
              <a:rPr lang="en-IN" dirty="0" err="1"/>
              <a:t>newNode</a:t>
            </a:r>
            <a:r>
              <a:rPr lang="en-IN" dirty="0"/>
              <a:t> = new Node(</a:t>
            </a:r>
            <a:r>
              <a:rPr lang="en-IN" dirty="0" err="1"/>
              <a:t>last.data</a:t>
            </a:r>
            <a:r>
              <a:rPr lang="en-IN" dirty="0"/>
              <a:t>);</a:t>
            </a:r>
          </a:p>
          <a:p>
            <a:pPr marL="514350" indent="-514350">
              <a:buFont typeface="+mj-lt"/>
              <a:buAutoNum type="arabicPeriod" startAt="10"/>
            </a:pPr>
            <a:r>
              <a:rPr lang="en-IN" dirty="0"/>
              <a:t>                last = </a:t>
            </a:r>
            <a:r>
              <a:rPr lang="en-IN" dirty="0" err="1"/>
              <a:t>last.prev</a:t>
            </a:r>
            <a:r>
              <a:rPr lang="en-IN" dirty="0"/>
              <a:t>;</a:t>
            </a:r>
          </a:p>
          <a:p>
            <a:pPr marL="514350" indent="-514350">
              <a:buFont typeface="+mj-lt"/>
              <a:buAutoNum type="arabicPeriod" startAt="10"/>
            </a:pPr>
            <a:r>
              <a:rPr lang="en-IN" dirty="0"/>
              <a:t>            }</a:t>
            </a:r>
          </a:p>
          <a:p>
            <a:pPr marL="514350" indent="-514350">
              <a:buFont typeface="+mj-lt"/>
              <a:buAutoNum type="arabicPeriod" startAt="10"/>
            </a:pPr>
            <a:r>
              <a:rPr lang="en-IN" dirty="0"/>
              <a:t>            if (result == null) {</a:t>
            </a:r>
          </a:p>
          <a:p>
            <a:pPr marL="514350" indent="-514350">
              <a:buFont typeface="+mj-lt"/>
              <a:buAutoNum type="arabicPeriod" startAt="10"/>
            </a:pPr>
            <a:r>
              <a:rPr lang="en-IN" dirty="0"/>
              <a:t>                result = </a:t>
            </a:r>
            <a:r>
              <a:rPr lang="en-IN" dirty="0" err="1"/>
              <a:t>newNode</a:t>
            </a:r>
            <a:r>
              <a:rPr lang="en-IN" dirty="0"/>
              <a:t>;</a:t>
            </a:r>
          </a:p>
          <a:p>
            <a:pPr marL="514350" indent="-514350">
              <a:buFont typeface="+mj-lt"/>
              <a:buAutoNum type="arabicPeriod" startAt="10"/>
            </a:pPr>
            <a:r>
              <a:rPr lang="en-IN" dirty="0"/>
              <a:t>                tail = result;</a:t>
            </a:r>
          </a:p>
          <a:p>
            <a:pPr marL="514350" indent="-514350">
              <a:buFont typeface="+mj-lt"/>
              <a:buAutoNum type="arabicPeriod" startAt="10"/>
            </a:pPr>
            <a:r>
              <a:rPr lang="en-IN" dirty="0"/>
              <a:t>            } else {</a:t>
            </a:r>
          </a:p>
          <a:p>
            <a:pPr marL="514350" indent="-514350">
              <a:buFont typeface="+mj-lt"/>
              <a:buAutoNum type="arabicPeriod" startAt="10"/>
            </a:pPr>
            <a:r>
              <a:rPr lang="en-IN" dirty="0"/>
              <a:t>                </a:t>
            </a:r>
            <a:r>
              <a:rPr lang="en-IN" dirty="0" err="1"/>
              <a:t>tail.next</a:t>
            </a:r>
            <a:r>
              <a:rPr lang="en-IN" dirty="0"/>
              <a:t> = </a:t>
            </a:r>
            <a:r>
              <a:rPr lang="en-IN" dirty="0" err="1"/>
              <a:t>newNode</a:t>
            </a:r>
            <a:r>
              <a:rPr lang="en-IN" dirty="0"/>
              <a:t>;</a:t>
            </a:r>
          </a:p>
          <a:p>
            <a:pPr marL="514350" indent="-514350">
              <a:buFont typeface="+mj-lt"/>
              <a:buAutoNum type="arabicPeriod" startAt="10"/>
            </a:pPr>
            <a:r>
              <a:rPr lang="en-IN" dirty="0"/>
              <a:t>                </a:t>
            </a:r>
            <a:r>
              <a:rPr lang="en-IN" dirty="0" err="1"/>
              <a:t>newNode.prev</a:t>
            </a:r>
            <a:r>
              <a:rPr lang="en-IN" dirty="0"/>
              <a:t> = tail;</a:t>
            </a:r>
          </a:p>
          <a:p>
            <a:pPr marL="514350" indent="-514350">
              <a:buFont typeface="+mj-lt"/>
              <a:buAutoNum type="arabicPeriod" startAt="10"/>
            </a:pPr>
            <a:r>
              <a:rPr lang="en-IN" dirty="0"/>
              <a:t>                tail = </a:t>
            </a:r>
            <a:r>
              <a:rPr lang="en-IN" dirty="0" err="1"/>
              <a:t>tail.next</a:t>
            </a:r>
            <a:r>
              <a:rPr lang="en-IN" dirty="0"/>
              <a:t>;</a:t>
            </a:r>
          </a:p>
          <a:p>
            <a:pPr marL="514350" indent="-514350">
              <a:buFont typeface="+mj-lt"/>
              <a:buAutoNum type="arabicPeriod" startAt="10"/>
            </a:pPr>
            <a:r>
              <a:rPr lang="en-IN" dirty="0"/>
              <a:t>            }</a:t>
            </a:r>
          </a:p>
          <a:p>
            <a:pPr marL="514350" indent="-514350">
              <a:buFont typeface="+mj-lt"/>
              <a:buAutoNum type="arabicPeriod" startAt="10"/>
            </a:pPr>
            <a:r>
              <a:rPr lang="en-IN" dirty="0"/>
              <a:t>        }</a:t>
            </a:r>
          </a:p>
        </p:txBody>
      </p:sp>
    </p:spTree>
    <p:extLst>
      <p:ext uri="{BB962C8B-B14F-4D97-AF65-F5344CB8AC3E}">
        <p14:creationId xmlns:p14="http://schemas.microsoft.com/office/powerpoint/2010/main" val="345510004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 calcmode="lin" valueType="num">
                                      <p:cBhvr additive="base">
                                        <p:cTn id="19"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anim calcmode="lin" valueType="num">
                                      <p:cBhvr additive="base">
                                        <p:cTn id="25"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anim calcmode="lin" valueType="num">
                                      <p:cBhvr additive="base">
                                        <p:cTn id="31"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4">
                                            <p:txEl>
                                              <p:pRg st="5" end="5"/>
                                            </p:txEl>
                                          </p:spTgt>
                                        </p:tgtEl>
                                        <p:attrNameLst>
                                          <p:attrName>style.visibility</p:attrName>
                                        </p:attrNameLst>
                                      </p:cBhvr>
                                      <p:to>
                                        <p:strVal val="visible"/>
                                      </p:to>
                                    </p:set>
                                    <p:anim calcmode="lin" valueType="num">
                                      <p:cBhvr additive="base">
                                        <p:cTn id="37"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4">
                                            <p:txEl>
                                              <p:pRg st="6" end="6"/>
                                            </p:txEl>
                                          </p:spTgt>
                                        </p:tgtEl>
                                        <p:attrNameLst>
                                          <p:attrName>style.visibility</p:attrName>
                                        </p:attrNameLst>
                                      </p:cBhvr>
                                      <p:to>
                                        <p:strVal val="visible"/>
                                      </p:to>
                                    </p:set>
                                    <p:anim calcmode="lin" valueType="num">
                                      <p:cBhvr additive="base">
                                        <p:cTn id="43"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4">
                                            <p:txEl>
                                              <p:pRg st="7" end="7"/>
                                            </p:txEl>
                                          </p:spTgt>
                                        </p:tgtEl>
                                        <p:attrNameLst>
                                          <p:attrName>style.visibility</p:attrName>
                                        </p:attrNameLst>
                                      </p:cBhvr>
                                      <p:to>
                                        <p:strVal val="visible"/>
                                      </p:to>
                                    </p:set>
                                    <p:anim calcmode="lin" valueType="num">
                                      <p:cBhvr additive="base">
                                        <p:cTn id="49"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4">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4">
                                            <p:txEl>
                                              <p:pRg st="8" end="8"/>
                                            </p:txEl>
                                          </p:spTgt>
                                        </p:tgtEl>
                                        <p:attrNameLst>
                                          <p:attrName>style.visibility</p:attrName>
                                        </p:attrNameLst>
                                      </p:cBhvr>
                                      <p:to>
                                        <p:strVal val="visible"/>
                                      </p:to>
                                    </p:set>
                                    <p:anim calcmode="lin" valueType="num">
                                      <p:cBhvr additive="base">
                                        <p:cTn id="55"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4">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4">
                                            <p:txEl>
                                              <p:pRg st="9" end="9"/>
                                            </p:txEl>
                                          </p:spTgt>
                                        </p:tgtEl>
                                        <p:attrNameLst>
                                          <p:attrName>style.visibility</p:attrName>
                                        </p:attrNameLst>
                                      </p:cBhvr>
                                      <p:to>
                                        <p:strVal val="visible"/>
                                      </p:to>
                                    </p:set>
                                    <p:anim calcmode="lin" valueType="num">
                                      <p:cBhvr additive="base">
                                        <p:cTn id="61" dur="500" fill="hold"/>
                                        <p:tgtEl>
                                          <p:spTgt spid="4">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4">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4">
                                            <p:txEl>
                                              <p:pRg st="10" end="10"/>
                                            </p:txEl>
                                          </p:spTgt>
                                        </p:tgtEl>
                                        <p:attrNameLst>
                                          <p:attrName>style.visibility</p:attrName>
                                        </p:attrNameLst>
                                      </p:cBhvr>
                                      <p:to>
                                        <p:strVal val="visible"/>
                                      </p:to>
                                    </p:set>
                                    <p:anim calcmode="lin" valueType="num">
                                      <p:cBhvr additive="base">
                                        <p:cTn id="67" dur="500" fill="hold"/>
                                        <p:tgtEl>
                                          <p:spTgt spid="4">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4">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4">
                                            <p:txEl>
                                              <p:pRg st="11" end="11"/>
                                            </p:txEl>
                                          </p:spTgt>
                                        </p:tgtEl>
                                        <p:attrNameLst>
                                          <p:attrName>style.visibility</p:attrName>
                                        </p:attrNameLst>
                                      </p:cBhvr>
                                      <p:to>
                                        <p:strVal val="visible"/>
                                      </p:to>
                                    </p:set>
                                    <p:anim calcmode="lin" valueType="num">
                                      <p:cBhvr additive="base">
                                        <p:cTn id="73" dur="500" fill="hold"/>
                                        <p:tgtEl>
                                          <p:spTgt spid="4">
                                            <p:txEl>
                                              <p:pRg st="11" end="11"/>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4">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4">
                                            <p:txEl>
                                              <p:pRg st="12" end="12"/>
                                            </p:txEl>
                                          </p:spTgt>
                                        </p:tgtEl>
                                        <p:attrNameLst>
                                          <p:attrName>style.visibility</p:attrName>
                                        </p:attrNameLst>
                                      </p:cBhvr>
                                      <p:to>
                                        <p:strVal val="visible"/>
                                      </p:to>
                                    </p:set>
                                    <p:anim calcmode="lin" valueType="num">
                                      <p:cBhvr additive="base">
                                        <p:cTn id="79" dur="500" fill="hold"/>
                                        <p:tgtEl>
                                          <p:spTgt spid="4">
                                            <p:txEl>
                                              <p:pRg st="12" end="12"/>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4">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nodeType="clickEffect">
                                  <p:stCondLst>
                                    <p:cond delay="0"/>
                                  </p:stCondLst>
                                  <p:childTnLst>
                                    <p:set>
                                      <p:cBhvr>
                                        <p:cTn id="84" dur="1" fill="hold">
                                          <p:stCondLst>
                                            <p:cond delay="0"/>
                                          </p:stCondLst>
                                        </p:cTn>
                                        <p:tgtEl>
                                          <p:spTgt spid="4">
                                            <p:txEl>
                                              <p:pRg st="13" end="13"/>
                                            </p:txEl>
                                          </p:spTgt>
                                        </p:tgtEl>
                                        <p:attrNameLst>
                                          <p:attrName>style.visibility</p:attrName>
                                        </p:attrNameLst>
                                      </p:cBhvr>
                                      <p:to>
                                        <p:strVal val="visible"/>
                                      </p:to>
                                    </p:set>
                                    <p:anim calcmode="lin" valueType="num">
                                      <p:cBhvr additive="base">
                                        <p:cTn id="85" dur="500" fill="hold"/>
                                        <p:tgtEl>
                                          <p:spTgt spid="4">
                                            <p:txEl>
                                              <p:pRg st="13" end="13"/>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4">
                                            <p:txEl>
                                              <p:pRg st="13" end="13"/>
                                            </p:txEl>
                                          </p:spTgt>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nodeType="clickEffect">
                                  <p:stCondLst>
                                    <p:cond delay="0"/>
                                  </p:stCondLst>
                                  <p:childTnLst>
                                    <p:set>
                                      <p:cBhvr>
                                        <p:cTn id="90" dur="1" fill="hold">
                                          <p:stCondLst>
                                            <p:cond delay="0"/>
                                          </p:stCondLst>
                                        </p:cTn>
                                        <p:tgtEl>
                                          <p:spTgt spid="4">
                                            <p:txEl>
                                              <p:pRg st="14" end="14"/>
                                            </p:txEl>
                                          </p:spTgt>
                                        </p:tgtEl>
                                        <p:attrNameLst>
                                          <p:attrName>style.visibility</p:attrName>
                                        </p:attrNameLst>
                                      </p:cBhvr>
                                      <p:to>
                                        <p:strVal val="visible"/>
                                      </p:to>
                                    </p:set>
                                    <p:anim calcmode="lin" valueType="num">
                                      <p:cBhvr additive="base">
                                        <p:cTn id="91" dur="500" fill="hold"/>
                                        <p:tgtEl>
                                          <p:spTgt spid="4">
                                            <p:txEl>
                                              <p:pRg st="14" end="14"/>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4">
                                            <p:txEl>
                                              <p:pRg st="14" end="14"/>
                                            </p:txEl>
                                          </p:spTgt>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nodeType="clickEffect">
                                  <p:stCondLst>
                                    <p:cond delay="0"/>
                                  </p:stCondLst>
                                  <p:childTnLst>
                                    <p:set>
                                      <p:cBhvr>
                                        <p:cTn id="96" dur="1" fill="hold">
                                          <p:stCondLst>
                                            <p:cond delay="0"/>
                                          </p:stCondLst>
                                        </p:cTn>
                                        <p:tgtEl>
                                          <p:spTgt spid="4">
                                            <p:txEl>
                                              <p:pRg st="15" end="15"/>
                                            </p:txEl>
                                          </p:spTgt>
                                        </p:tgtEl>
                                        <p:attrNameLst>
                                          <p:attrName>style.visibility</p:attrName>
                                        </p:attrNameLst>
                                      </p:cBhvr>
                                      <p:to>
                                        <p:strVal val="visible"/>
                                      </p:to>
                                    </p:set>
                                    <p:anim calcmode="lin" valueType="num">
                                      <p:cBhvr additive="base">
                                        <p:cTn id="97" dur="500" fill="hold"/>
                                        <p:tgtEl>
                                          <p:spTgt spid="4">
                                            <p:txEl>
                                              <p:pRg st="15" end="15"/>
                                            </p:txEl>
                                          </p:spTgt>
                                        </p:tgtEl>
                                        <p:attrNameLst>
                                          <p:attrName>ppt_x</p:attrName>
                                        </p:attrNameLst>
                                      </p:cBhvr>
                                      <p:tavLst>
                                        <p:tav tm="0">
                                          <p:val>
                                            <p:strVal val="#ppt_x"/>
                                          </p:val>
                                        </p:tav>
                                        <p:tav tm="100000">
                                          <p:val>
                                            <p:strVal val="#ppt_x"/>
                                          </p:val>
                                        </p:tav>
                                      </p:tavLst>
                                    </p:anim>
                                    <p:anim calcmode="lin" valueType="num">
                                      <p:cBhvr additive="base">
                                        <p:cTn id="98" dur="500" fill="hold"/>
                                        <p:tgtEl>
                                          <p:spTgt spid="4">
                                            <p:txEl>
                                              <p:pRg st="15" end="15"/>
                                            </p:txEl>
                                          </p:spTgt>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nodeType="clickEffect">
                                  <p:stCondLst>
                                    <p:cond delay="0"/>
                                  </p:stCondLst>
                                  <p:childTnLst>
                                    <p:set>
                                      <p:cBhvr>
                                        <p:cTn id="102" dur="1" fill="hold">
                                          <p:stCondLst>
                                            <p:cond delay="0"/>
                                          </p:stCondLst>
                                        </p:cTn>
                                        <p:tgtEl>
                                          <p:spTgt spid="4">
                                            <p:txEl>
                                              <p:pRg st="16" end="16"/>
                                            </p:txEl>
                                          </p:spTgt>
                                        </p:tgtEl>
                                        <p:attrNameLst>
                                          <p:attrName>style.visibility</p:attrName>
                                        </p:attrNameLst>
                                      </p:cBhvr>
                                      <p:to>
                                        <p:strVal val="visible"/>
                                      </p:to>
                                    </p:set>
                                    <p:anim calcmode="lin" valueType="num">
                                      <p:cBhvr additive="base">
                                        <p:cTn id="103" dur="500" fill="hold"/>
                                        <p:tgtEl>
                                          <p:spTgt spid="4">
                                            <p:txEl>
                                              <p:pRg st="16" end="16"/>
                                            </p:txEl>
                                          </p:spTgt>
                                        </p:tgtEl>
                                        <p:attrNameLst>
                                          <p:attrName>ppt_x</p:attrName>
                                        </p:attrNameLst>
                                      </p:cBhvr>
                                      <p:tavLst>
                                        <p:tav tm="0">
                                          <p:val>
                                            <p:strVal val="#ppt_x"/>
                                          </p:val>
                                        </p:tav>
                                        <p:tav tm="100000">
                                          <p:val>
                                            <p:strVal val="#ppt_x"/>
                                          </p:val>
                                        </p:tav>
                                      </p:tavLst>
                                    </p:anim>
                                    <p:anim calcmode="lin" valueType="num">
                                      <p:cBhvr additive="base">
                                        <p:cTn id="104" dur="500" fill="hold"/>
                                        <p:tgtEl>
                                          <p:spTgt spid="4">
                                            <p:txEl>
                                              <p:pRg st="16" end="16"/>
                                            </p:txEl>
                                          </p:spTgt>
                                        </p:tgtEl>
                                        <p:attrNameLst>
                                          <p:attrName>ppt_y</p:attrName>
                                        </p:attrNameLst>
                                      </p:cBhvr>
                                      <p:tavLst>
                                        <p:tav tm="0">
                                          <p:val>
                                            <p:strVal val="1+#ppt_h/2"/>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4" fill="hold" nodeType="clickEffect">
                                  <p:stCondLst>
                                    <p:cond delay="0"/>
                                  </p:stCondLst>
                                  <p:childTnLst>
                                    <p:set>
                                      <p:cBhvr>
                                        <p:cTn id="108" dur="1" fill="hold">
                                          <p:stCondLst>
                                            <p:cond delay="0"/>
                                          </p:stCondLst>
                                        </p:cTn>
                                        <p:tgtEl>
                                          <p:spTgt spid="4">
                                            <p:txEl>
                                              <p:pRg st="17" end="17"/>
                                            </p:txEl>
                                          </p:spTgt>
                                        </p:tgtEl>
                                        <p:attrNameLst>
                                          <p:attrName>style.visibility</p:attrName>
                                        </p:attrNameLst>
                                      </p:cBhvr>
                                      <p:to>
                                        <p:strVal val="visible"/>
                                      </p:to>
                                    </p:set>
                                    <p:anim calcmode="lin" valueType="num">
                                      <p:cBhvr additive="base">
                                        <p:cTn id="109" dur="500" fill="hold"/>
                                        <p:tgtEl>
                                          <p:spTgt spid="4">
                                            <p:txEl>
                                              <p:pRg st="17" end="17"/>
                                            </p:txEl>
                                          </p:spTgt>
                                        </p:tgtEl>
                                        <p:attrNameLst>
                                          <p:attrName>ppt_x</p:attrName>
                                        </p:attrNameLst>
                                      </p:cBhvr>
                                      <p:tavLst>
                                        <p:tav tm="0">
                                          <p:val>
                                            <p:strVal val="#ppt_x"/>
                                          </p:val>
                                        </p:tav>
                                        <p:tav tm="100000">
                                          <p:val>
                                            <p:strVal val="#ppt_x"/>
                                          </p:val>
                                        </p:tav>
                                      </p:tavLst>
                                    </p:anim>
                                    <p:anim calcmode="lin" valueType="num">
                                      <p:cBhvr additive="base">
                                        <p:cTn id="110" dur="500" fill="hold"/>
                                        <p:tgtEl>
                                          <p:spTgt spid="4">
                                            <p:txEl>
                                              <p:pRg st="17" end="1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6F5FE39-8F59-AD1C-0E7B-581D62134C78}"/>
              </a:ext>
            </a:extLst>
          </p:cNvPr>
          <p:cNvSpPr>
            <a:spLocks noGrp="1"/>
          </p:cNvSpPr>
          <p:nvPr>
            <p:ph idx="1"/>
          </p:nvPr>
        </p:nvSpPr>
        <p:spPr>
          <a:xfrm>
            <a:off x="462116" y="255639"/>
            <a:ext cx="10891684" cy="6499122"/>
          </a:xfrm>
        </p:spPr>
        <p:txBody>
          <a:bodyPr>
            <a:normAutofit fontScale="77500" lnSpcReduction="20000"/>
          </a:bodyPr>
          <a:lstStyle/>
          <a:p>
            <a:pPr marL="514350" indent="-514350">
              <a:buFont typeface="+mj-lt"/>
              <a:buAutoNum type="arabicPeriod" startAt="28"/>
            </a:pPr>
            <a:r>
              <a:rPr lang="en-IN" dirty="0"/>
              <a:t>while (front != null &amp;&amp; front != </a:t>
            </a:r>
            <a:r>
              <a:rPr lang="en-IN" dirty="0" err="1"/>
              <a:t>last.next</a:t>
            </a:r>
            <a:r>
              <a:rPr lang="en-IN" dirty="0"/>
              <a:t>) {</a:t>
            </a:r>
          </a:p>
          <a:p>
            <a:pPr marL="514350" indent="-514350">
              <a:buFont typeface="+mj-lt"/>
              <a:buAutoNum type="arabicPeriod" startAt="28"/>
            </a:pPr>
            <a:r>
              <a:rPr lang="en-IN" dirty="0"/>
              <a:t>            Node </a:t>
            </a:r>
            <a:r>
              <a:rPr lang="en-IN" dirty="0" err="1"/>
              <a:t>newNode</a:t>
            </a:r>
            <a:r>
              <a:rPr lang="en-IN" dirty="0"/>
              <a:t> = new Node(</a:t>
            </a:r>
            <a:r>
              <a:rPr lang="en-IN" dirty="0" err="1"/>
              <a:t>front.data</a:t>
            </a:r>
            <a:r>
              <a:rPr lang="en-IN" dirty="0"/>
              <a:t>);</a:t>
            </a:r>
          </a:p>
          <a:p>
            <a:pPr marL="514350" indent="-514350">
              <a:buFont typeface="+mj-lt"/>
              <a:buAutoNum type="arabicPeriod" startAt="28"/>
            </a:pPr>
            <a:r>
              <a:rPr lang="en-IN" dirty="0"/>
              <a:t>            front = </a:t>
            </a:r>
            <a:r>
              <a:rPr lang="en-IN" dirty="0" err="1"/>
              <a:t>front.next</a:t>
            </a:r>
            <a:r>
              <a:rPr lang="en-IN" dirty="0"/>
              <a:t>;</a:t>
            </a:r>
          </a:p>
          <a:p>
            <a:pPr marL="514350" indent="-514350">
              <a:buFont typeface="+mj-lt"/>
              <a:buAutoNum type="arabicPeriod" startAt="28"/>
            </a:pPr>
            <a:r>
              <a:rPr lang="en-IN" dirty="0"/>
              <a:t>            </a:t>
            </a:r>
            <a:r>
              <a:rPr lang="en-IN" dirty="0" err="1"/>
              <a:t>tail.next</a:t>
            </a:r>
            <a:r>
              <a:rPr lang="en-IN" dirty="0"/>
              <a:t> = </a:t>
            </a:r>
            <a:r>
              <a:rPr lang="en-IN" dirty="0" err="1"/>
              <a:t>newNode</a:t>
            </a:r>
            <a:r>
              <a:rPr lang="en-IN" dirty="0"/>
              <a:t>;</a:t>
            </a:r>
          </a:p>
          <a:p>
            <a:pPr marL="514350" indent="-514350">
              <a:buFont typeface="+mj-lt"/>
              <a:buAutoNum type="arabicPeriod" startAt="28"/>
            </a:pPr>
            <a:r>
              <a:rPr lang="en-IN" dirty="0"/>
              <a:t>            </a:t>
            </a:r>
            <a:r>
              <a:rPr lang="en-IN" dirty="0" err="1"/>
              <a:t>newNode.prev</a:t>
            </a:r>
            <a:r>
              <a:rPr lang="en-IN" dirty="0"/>
              <a:t> = tail;</a:t>
            </a:r>
          </a:p>
          <a:p>
            <a:pPr marL="514350" indent="-514350">
              <a:buFont typeface="+mj-lt"/>
              <a:buAutoNum type="arabicPeriod" startAt="28"/>
            </a:pPr>
            <a:r>
              <a:rPr lang="en-IN" dirty="0"/>
              <a:t>            tail = </a:t>
            </a:r>
            <a:r>
              <a:rPr lang="en-IN" dirty="0" err="1"/>
              <a:t>tail.next</a:t>
            </a:r>
            <a:r>
              <a:rPr lang="en-IN" dirty="0"/>
              <a:t>;</a:t>
            </a:r>
          </a:p>
          <a:p>
            <a:pPr marL="514350" indent="-514350">
              <a:buFont typeface="+mj-lt"/>
              <a:buAutoNum type="arabicPeriod" startAt="28"/>
            </a:pPr>
            <a:r>
              <a:rPr lang="en-IN" dirty="0"/>
              <a:t>        }</a:t>
            </a:r>
          </a:p>
          <a:p>
            <a:pPr marL="514350" indent="-514350">
              <a:buFont typeface="+mj-lt"/>
              <a:buAutoNum type="arabicPeriod" startAt="28"/>
            </a:pPr>
            <a:endParaRPr lang="en-IN" dirty="0"/>
          </a:p>
          <a:p>
            <a:pPr marL="514350" indent="-514350">
              <a:buFont typeface="+mj-lt"/>
              <a:buAutoNum type="arabicPeriod" startAt="28"/>
            </a:pPr>
            <a:r>
              <a:rPr lang="en-IN" dirty="0"/>
              <a:t>        while (last != null &amp;&amp; </a:t>
            </a:r>
            <a:r>
              <a:rPr lang="en-IN" dirty="0" err="1"/>
              <a:t>last.next</a:t>
            </a:r>
            <a:r>
              <a:rPr lang="en-IN" dirty="0"/>
              <a:t> != front) {</a:t>
            </a:r>
          </a:p>
          <a:p>
            <a:pPr marL="514350" indent="-514350">
              <a:buFont typeface="+mj-lt"/>
              <a:buAutoNum type="arabicPeriod" startAt="28"/>
            </a:pPr>
            <a:r>
              <a:rPr lang="en-IN" dirty="0"/>
              <a:t>            Node </a:t>
            </a:r>
            <a:r>
              <a:rPr lang="en-IN" dirty="0" err="1"/>
              <a:t>newNode</a:t>
            </a:r>
            <a:r>
              <a:rPr lang="en-IN" dirty="0"/>
              <a:t> = new Node(</a:t>
            </a:r>
            <a:r>
              <a:rPr lang="en-IN" dirty="0" err="1"/>
              <a:t>last.data</a:t>
            </a:r>
            <a:r>
              <a:rPr lang="en-IN" dirty="0"/>
              <a:t>);</a:t>
            </a:r>
          </a:p>
          <a:p>
            <a:pPr marL="514350" indent="-514350">
              <a:buFont typeface="+mj-lt"/>
              <a:buAutoNum type="arabicPeriod" startAt="28"/>
            </a:pPr>
            <a:r>
              <a:rPr lang="en-IN" dirty="0"/>
              <a:t>            last = </a:t>
            </a:r>
            <a:r>
              <a:rPr lang="en-IN" dirty="0" err="1"/>
              <a:t>last.prev</a:t>
            </a:r>
            <a:r>
              <a:rPr lang="en-IN" dirty="0"/>
              <a:t>;</a:t>
            </a:r>
          </a:p>
          <a:p>
            <a:pPr marL="514350" indent="-514350">
              <a:buFont typeface="+mj-lt"/>
              <a:buAutoNum type="arabicPeriod" startAt="28"/>
            </a:pPr>
            <a:r>
              <a:rPr lang="en-IN" dirty="0"/>
              <a:t>            </a:t>
            </a:r>
            <a:r>
              <a:rPr lang="en-IN" dirty="0" err="1"/>
              <a:t>tail.next</a:t>
            </a:r>
            <a:r>
              <a:rPr lang="en-IN" dirty="0"/>
              <a:t> = </a:t>
            </a:r>
            <a:r>
              <a:rPr lang="en-IN" dirty="0" err="1"/>
              <a:t>newNode</a:t>
            </a:r>
            <a:r>
              <a:rPr lang="en-IN" dirty="0"/>
              <a:t>;</a:t>
            </a:r>
          </a:p>
          <a:p>
            <a:pPr marL="514350" indent="-514350">
              <a:buFont typeface="+mj-lt"/>
              <a:buAutoNum type="arabicPeriod" startAt="28"/>
            </a:pPr>
            <a:r>
              <a:rPr lang="en-IN" dirty="0"/>
              <a:t>            </a:t>
            </a:r>
            <a:r>
              <a:rPr lang="en-IN" dirty="0" err="1"/>
              <a:t>newNode.prev</a:t>
            </a:r>
            <a:r>
              <a:rPr lang="en-IN" dirty="0"/>
              <a:t> = tail;</a:t>
            </a:r>
          </a:p>
          <a:p>
            <a:pPr marL="514350" indent="-514350">
              <a:buFont typeface="+mj-lt"/>
              <a:buAutoNum type="arabicPeriod" startAt="28"/>
            </a:pPr>
            <a:r>
              <a:rPr lang="en-IN" dirty="0"/>
              <a:t>            tail = </a:t>
            </a:r>
            <a:r>
              <a:rPr lang="en-IN" dirty="0" err="1"/>
              <a:t>tail.next</a:t>
            </a:r>
            <a:r>
              <a:rPr lang="en-IN" dirty="0"/>
              <a:t>;</a:t>
            </a:r>
          </a:p>
          <a:p>
            <a:pPr marL="514350" indent="-514350">
              <a:buFont typeface="+mj-lt"/>
              <a:buAutoNum type="arabicPeriod" startAt="28"/>
            </a:pPr>
            <a:r>
              <a:rPr lang="en-IN" dirty="0"/>
              <a:t>        }</a:t>
            </a:r>
          </a:p>
          <a:p>
            <a:pPr marL="514350" indent="-514350">
              <a:buFont typeface="+mj-lt"/>
              <a:buAutoNum type="arabicPeriod" startAt="28"/>
            </a:pPr>
            <a:endParaRPr lang="en-IN" dirty="0"/>
          </a:p>
          <a:p>
            <a:pPr marL="514350" indent="-514350">
              <a:buFont typeface="+mj-lt"/>
              <a:buAutoNum type="arabicPeriod" startAt="28"/>
            </a:pPr>
            <a:r>
              <a:rPr lang="en-IN" dirty="0"/>
              <a:t>        return result;</a:t>
            </a:r>
          </a:p>
          <a:p>
            <a:pPr marL="514350" indent="-514350">
              <a:buFont typeface="+mj-lt"/>
              <a:buAutoNum type="arabicPeriod" startAt="28"/>
            </a:pPr>
            <a:r>
              <a:rPr lang="en-IN" dirty="0"/>
              <a:t>    }</a:t>
            </a:r>
          </a:p>
        </p:txBody>
      </p:sp>
    </p:spTree>
    <p:extLst>
      <p:ext uri="{BB962C8B-B14F-4D97-AF65-F5344CB8AC3E}">
        <p14:creationId xmlns:p14="http://schemas.microsoft.com/office/powerpoint/2010/main" val="107993705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8" end="8"/>
                                            </p:txEl>
                                          </p:spTgt>
                                        </p:tgtEl>
                                        <p:attrNameLst>
                                          <p:attrName>style.visibility</p:attrName>
                                        </p:attrNameLst>
                                      </p:cBhvr>
                                      <p:to>
                                        <p:strVal val="visible"/>
                                      </p:to>
                                    </p:set>
                                    <p:anim calcmode="lin" valueType="num">
                                      <p:cBhvr additive="base">
                                        <p:cTn id="49"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3">
                                            <p:txEl>
                                              <p:pRg st="9" end="9"/>
                                            </p:txEl>
                                          </p:spTgt>
                                        </p:tgtEl>
                                        <p:attrNameLst>
                                          <p:attrName>style.visibility</p:attrName>
                                        </p:attrNameLst>
                                      </p:cBhvr>
                                      <p:to>
                                        <p:strVal val="visible"/>
                                      </p:to>
                                    </p:set>
                                    <p:anim calcmode="lin" valueType="num">
                                      <p:cBhvr additive="base">
                                        <p:cTn id="55"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3">
                                            <p:txEl>
                                              <p:pRg st="10" end="10"/>
                                            </p:txEl>
                                          </p:spTgt>
                                        </p:tgtEl>
                                        <p:attrNameLst>
                                          <p:attrName>style.visibility</p:attrName>
                                        </p:attrNameLst>
                                      </p:cBhvr>
                                      <p:to>
                                        <p:strVal val="visible"/>
                                      </p:to>
                                    </p:set>
                                    <p:anim calcmode="lin" valueType="num">
                                      <p:cBhvr additive="base">
                                        <p:cTn id="61"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3">
                                            <p:txEl>
                                              <p:pRg st="11" end="11"/>
                                            </p:txEl>
                                          </p:spTgt>
                                        </p:tgtEl>
                                        <p:attrNameLst>
                                          <p:attrName>style.visibility</p:attrName>
                                        </p:attrNameLst>
                                      </p:cBhvr>
                                      <p:to>
                                        <p:strVal val="visible"/>
                                      </p:to>
                                    </p:set>
                                    <p:anim calcmode="lin" valueType="num">
                                      <p:cBhvr additive="base">
                                        <p:cTn id="67"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3">
                                            <p:txEl>
                                              <p:pRg st="12" end="12"/>
                                            </p:txEl>
                                          </p:spTgt>
                                        </p:tgtEl>
                                        <p:attrNameLst>
                                          <p:attrName>style.visibility</p:attrName>
                                        </p:attrNameLst>
                                      </p:cBhvr>
                                      <p:to>
                                        <p:strVal val="visible"/>
                                      </p:to>
                                    </p:set>
                                    <p:anim calcmode="lin" valueType="num">
                                      <p:cBhvr additive="base">
                                        <p:cTn id="73"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3">
                                            <p:txEl>
                                              <p:pRg st="13" end="13"/>
                                            </p:txEl>
                                          </p:spTgt>
                                        </p:tgtEl>
                                        <p:attrNameLst>
                                          <p:attrName>style.visibility</p:attrName>
                                        </p:attrNameLst>
                                      </p:cBhvr>
                                      <p:to>
                                        <p:strVal val="visible"/>
                                      </p:to>
                                    </p:set>
                                    <p:anim calcmode="lin" valueType="num">
                                      <p:cBhvr additive="base">
                                        <p:cTn id="79"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3">
                                            <p:txEl>
                                              <p:pRg st="13" end="13"/>
                                            </p:txEl>
                                          </p:spTgt>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nodeType="clickEffect">
                                  <p:stCondLst>
                                    <p:cond delay="0"/>
                                  </p:stCondLst>
                                  <p:childTnLst>
                                    <p:set>
                                      <p:cBhvr>
                                        <p:cTn id="84" dur="1" fill="hold">
                                          <p:stCondLst>
                                            <p:cond delay="0"/>
                                          </p:stCondLst>
                                        </p:cTn>
                                        <p:tgtEl>
                                          <p:spTgt spid="3">
                                            <p:txEl>
                                              <p:pRg st="14" end="14"/>
                                            </p:txEl>
                                          </p:spTgt>
                                        </p:tgtEl>
                                        <p:attrNameLst>
                                          <p:attrName>style.visibility</p:attrName>
                                        </p:attrNameLst>
                                      </p:cBhvr>
                                      <p:to>
                                        <p:strVal val="visible"/>
                                      </p:to>
                                    </p:set>
                                    <p:anim calcmode="lin" valueType="num">
                                      <p:cBhvr additive="base">
                                        <p:cTn id="85"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3">
                                            <p:txEl>
                                              <p:pRg st="14" end="14"/>
                                            </p:txEl>
                                          </p:spTgt>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nodeType="clickEffect">
                                  <p:stCondLst>
                                    <p:cond delay="0"/>
                                  </p:stCondLst>
                                  <p:childTnLst>
                                    <p:set>
                                      <p:cBhvr>
                                        <p:cTn id="90" dur="1" fill="hold">
                                          <p:stCondLst>
                                            <p:cond delay="0"/>
                                          </p:stCondLst>
                                        </p:cTn>
                                        <p:tgtEl>
                                          <p:spTgt spid="3">
                                            <p:txEl>
                                              <p:pRg st="16" end="16"/>
                                            </p:txEl>
                                          </p:spTgt>
                                        </p:tgtEl>
                                        <p:attrNameLst>
                                          <p:attrName>style.visibility</p:attrName>
                                        </p:attrNameLst>
                                      </p:cBhvr>
                                      <p:to>
                                        <p:strVal val="visible"/>
                                      </p:to>
                                    </p:set>
                                    <p:anim calcmode="lin" valueType="num">
                                      <p:cBhvr additive="base">
                                        <p:cTn id="91" dur="500" fill="hold"/>
                                        <p:tgtEl>
                                          <p:spTgt spid="3">
                                            <p:txEl>
                                              <p:pRg st="16" end="16"/>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3">
                                            <p:txEl>
                                              <p:pRg st="16" end="16"/>
                                            </p:txEl>
                                          </p:spTgt>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nodeType="clickEffect">
                                  <p:stCondLst>
                                    <p:cond delay="0"/>
                                  </p:stCondLst>
                                  <p:childTnLst>
                                    <p:set>
                                      <p:cBhvr>
                                        <p:cTn id="96" dur="1" fill="hold">
                                          <p:stCondLst>
                                            <p:cond delay="0"/>
                                          </p:stCondLst>
                                        </p:cTn>
                                        <p:tgtEl>
                                          <p:spTgt spid="3">
                                            <p:txEl>
                                              <p:pRg st="17" end="17"/>
                                            </p:txEl>
                                          </p:spTgt>
                                        </p:tgtEl>
                                        <p:attrNameLst>
                                          <p:attrName>style.visibility</p:attrName>
                                        </p:attrNameLst>
                                      </p:cBhvr>
                                      <p:to>
                                        <p:strVal val="visible"/>
                                      </p:to>
                                    </p:set>
                                    <p:anim calcmode="lin" valueType="num">
                                      <p:cBhvr additive="base">
                                        <p:cTn id="97" dur="500" fill="hold"/>
                                        <p:tgtEl>
                                          <p:spTgt spid="3">
                                            <p:txEl>
                                              <p:pRg st="17" end="17"/>
                                            </p:txEl>
                                          </p:spTgt>
                                        </p:tgtEl>
                                        <p:attrNameLst>
                                          <p:attrName>ppt_x</p:attrName>
                                        </p:attrNameLst>
                                      </p:cBhvr>
                                      <p:tavLst>
                                        <p:tav tm="0">
                                          <p:val>
                                            <p:strVal val="#ppt_x"/>
                                          </p:val>
                                        </p:tav>
                                        <p:tav tm="100000">
                                          <p:val>
                                            <p:strVal val="#ppt_x"/>
                                          </p:val>
                                        </p:tav>
                                      </p:tavLst>
                                    </p:anim>
                                    <p:anim calcmode="lin" valueType="num">
                                      <p:cBhvr additive="base">
                                        <p:cTn id="98" dur="500" fill="hold"/>
                                        <p:tgtEl>
                                          <p:spTgt spid="3">
                                            <p:txEl>
                                              <p:pRg st="17" end="1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0A0B9B-444B-4E05-0490-5672D396A779}"/>
              </a:ext>
            </a:extLst>
          </p:cNvPr>
          <p:cNvSpPr>
            <a:spLocks noGrp="1"/>
          </p:cNvSpPr>
          <p:nvPr>
            <p:ph type="title"/>
          </p:nvPr>
        </p:nvSpPr>
        <p:spPr/>
        <p:txBody>
          <a:bodyPr/>
          <a:lstStyle/>
          <a:p>
            <a:r>
              <a:rPr lang="en-IN" b="1" dirty="0"/>
              <a:t>Segregate even and odd nodes in a LL</a:t>
            </a:r>
          </a:p>
        </p:txBody>
      </p:sp>
      <p:sp>
        <p:nvSpPr>
          <p:cNvPr id="3" name="Content Placeholder 2">
            <a:extLst>
              <a:ext uri="{FF2B5EF4-FFF2-40B4-BE49-F238E27FC236}">
                <a16:creationId xmlns:a16="http://schemas.microsoft.com/office/drawing/2014/main" id="{989CFF9B-1C40-ABC9-2126-82F53B187CD7}"/>
              </a:ext>
            </a:extLst>
          </p:cNvPr>
          <p:cNvSpPr>
            <a:spLocks noGrp="1"/>
          </p:cNvSpPr>
          <p:nvPr>
            <p:ph idx="1"/>
          </p:nvPr>
        </p:nvSpPr>
        <p:spPr/>
        <p:txBody>
          <a:bodyPr>
            <a:normAutofit fontScale="85000" lnSpcReduction="20000"/>
          </a:bodyPr>
          <a:lstStyle/>
          <a:p>
            <a:pPr marL="514350" indent="-514350">
              <a:buFont typeface="+mj-lt"/>
              <a:buAutoNum type="arabicPeriod"/>
            </a:pPr>
            <a:r>
              <a:rPr lang="en-IN" dirty="0"/>
              <a:t>public static void segregate()</a:t>
            </a:r>
          </a:p>
          <a:p>
            <a:pPr marL="514350" indent="-514350">
              <a:buFont typeface="+mj-lt"/>
              <a:buAutoNum type="arabicPeriod"/>
            </a:pPr>
            <a:r>
              <a:rPr lang="en-IN" dirty="0"/>
              <a:t>	 {</a:t>
            </a:r>
          </a:p>
          <a:p>
            <a:pPr marL="514350" indent="-514350">
              <a:buFont typeface="+mj-lt"/>
              <a:buAutoNum type="arabicPeriod"/>
            </a:pPr>
            <a:r>
              <a:rPr lang="en-IN" dirty="0"/>
              <a:t>       Node6 </a:t>
            </a:r>
            <a:r>
              <a:rPr lang="en-IN" dirty="0" err="1"/>
              <a:t>even_start</a:t>
            </a:r>
            <a:r>
              <a:rPr lang="en-IN" dirty="0"/>
              <a:t>=null;</a:t>
            </a:r>
          </a:p>
          <a:p>
            <a:pPr marL="514350" indent="-514350">
              <a:buFont typeface="+mj-lt"/>
              <a:buAutoNum type="arabicPeriod"/>
            </a:pPr>
            <a:r>
              <a:rPr lang="en-IN" dirty="0"/>
              <a:t>       Node6 </a:t>
            </a:r>
            <a:r>
              <a:rPr lang="en-IN" dirty="0" err="1"/>
              <a:t>even_end</a:t>
            </a:r>
            <a:r>
              <a:rPr lang="en-IN" dirty="0"/>
              <a:t>=null;</a:t>
            </a:r>
          </a:p>
          <a:p>
            <a:pPr marL="514350" indent="-514350">
              <a:buFont typeface="+mj-lt"/>
              <a:buAutoNum type="arabicPeriod"/>
            </a:pPr>
            <a:r>
              <a:rPr lang="en-IN" dirty="0"/>
              <a:t>       Node6 </a:t>
            </a:r>
            <a:r>
              <a:rPr lang="en-IN" dirty="0" err="1"/>
              <a:t>odd_start</a:t>
            </a:r>
            <a:r>
              <a:rPr lang="en-IN" dirty="0"/>
              <a:t>=null;</a:t>
            </a:r>
          </a:p>
          <a:p>
            <a:pPr marL="514350" indent="-514350">
              <a:buFont typeface="+mj-lt"/>
              <a:buAutoNum type="arabicPeriod"/>
            </a:pPr>
            <a:r>
              <a:rPr lang="en-IN" dirty="0"/>
              <a:t>       Node6 </a:t>
            </a:r>
            <a:r>
              <a:rPr lang="en-IN" dirty="0" err="1"/>
              <a:t>odd_end</a:t>
            </a:r>
            <a:r>
              <a:rPr lang="en-IN" dirty="0"/>
              <a:t>=null;</a:t>
            </a:r>
          </a:p>
          <a:p>
            <a:pPr marL="514350" indent="-514350">
              <a:buFont typeface="+mj-lt"/>
              <a:buAutoNum type="arabicPeriod"/>
            </a:pPr>
            <a:r>
              <a:rPr lang="en-IN" dirty="0"/>
              <a:t>		 Node6 </a:t>
            </a:r>
            <a:r>
              <a:rPr lang="en-IN" dirty="0" err="1"/>
              <a:t>curr</a:t>
            </a:r>
            <a:r>
              <a:rPr lang="en-IN" dirty="0"/>
              <a:t>=head;</a:t>
            </a:r>
          </a:p>
          <a:p>
            <a:pPr marL="514350" indent="-514350">
              <a:buFont typeface="+mj-lt"/>
              <a:buAutoNum type="arabicPeriod"/>
            </a:pPr>
            <a:r>
              <a:rPr lang="en-IN" dirty="0"/>
              <a:t>		 </a:t>
            </a:r>
          </a:p>
          <a:p>
            <a:pPr marL="514350" indent="-514350">
              <a:buFont typeface="+mj-lt"/>
              <a:buAutoNum type="arabicPeriod"/>
            </a:pPr>
            <a:r>
              <a:rPr lang="en-IN" dirty="0"/>
              <a:t>		 while(</a:t>
            </a:r>
            <a:r>
              <a:rPr lang="en-IN" dirty="0" err="1"/>
              <a:t>curr</a:t>
            </a:r>
            <a:r>
              <a:rPr lang="en-IN" dirty="0"/>
              <a:t>!=null)</a:t>
            </a:r>
          </a:p>
          <a:p>
            <a:pPr marL="514350" indent="-514350">
              <a:buFont typeface="+mj-lt"/>
              <a:buAutoNum type="arabicPeriod"/>
            </a:pPr>
            <a:r>
              <a:rPr lang="en-IN" dirty="0"/>
              <a:t>		 {</a:t>
            </a:r>
          </a:p>
          <a:p>
            <a:pPr marL="514350" indent="-514350">
              <a:buFont typeface="+mj-lt"/>
              <a:buAutoNum type="arabicPeriod"/>
            </a:pPr>
            <a:r>
              <a:rPr lang="en-IN" dirty="0"/>
              <a:t>			 int </a:t>
            </a:r>
            <a:r>
              <a:rPr lang="en-IN" dirty="0" err="1"/>
              <a:t>ele</a:t>
            </a:r>
            <a:r>
              <a:rPr lang="en-IN" dirty="0"/>
              <a:t>=</a:t>
            </a:r>
            <a:r>
              <a:rPr lang="en-IN" dirty="0" err="1"/>
              <a:t>curr.d</a:t>
            </a:r>
            <a:r>
              <a:rPr lang="en-IN" dirty="0"/>
              <a:t>;</a:t>
            </a:r>
          </a:p>
          <a:p>
            <a:pPr marL="514350" indent="-514350">
              <a:buFont typeface="+mj-lt"/>
              <a:buAutoNum type="arabicPeriod"/>
            </a:pPr>
            <a:endParaRPr lang="en-IN" dirty="0"/>
          </a:p>
        </p:txBody>
      </p:sp>
    </p:spTree>
    <p:extLst>
      <p:ext uri="{BB962C8B-B14F-4D97-AF65-F5344CB8AC3E}">
        <p14:creationId xmlns:p14="http://schemas.microsoft.com/office/powerpoint/2010/main" val="209470113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 calcmode="lin" valueType="num">
                                      <p:cBhvr additive="base">
                                        <p:cTn id="6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3">
                                            <p:txEl>
                                              <p:pRg st="10" end="10"/>
                                            </p:txEl>
                                          </p:spTgt>
                                        </p:tgtEl>
                                        <p:attrNameLst>
                                          <p:attrName>style.visibility</p:attrName>
                                        </p:attrNameLst>
                                      </p:cBhvr>
                                      <p:to>
                                        <p:strVal val="visible"/>
                                      </p:to>
                                    </p:set>
                                    <p:anim calcmode="lin" valueType="num">
                                      <p:cBhvr additive="base">
                                        <p:cTn id="6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186AA3D-4840-9949-A4D5-07863ECCBA1C}"/>
              </a:ext>
            </a:extLst>
          </p:cNvPr>
          <p:cNvSpPr>
            <a:spLocks noGrp="1"/>
          </p:cNvSpPr>
          <p:nvPr>
            <p:ph idx="1"/>
          </p:nvPr>
        </p:nvSpPr>
        <p:spPr>
          <a:xfrm>
            <a:off x="452284" y="235974"/>
            <a:ext cx="10901516" cy="5940989"/>
          </a:xfrm>
        </p:spPr>
        <p:txBody>
          <a:bodyPr>
            <a:normAutofit fontScale="92500" lnSpcReduction="10000"/>
          </a:bodyPr>
          <a:lstStyle/>
          <a:p>
            <a:pPr marL="514350" indent="-514350">
              <a:buFont typeface="+mj-lt"/>
              <a:buAutoNum type="arabicPeriod" startAt="12"/>
            </a:pPr>
            <a:r>
              <a:rPr lang="en-IN" dirty="0"/>
              <a:t>                      if(ele%2==0)</a:t>
            </a:r>
          </a:p>
          <a:p>
            <a:pPr marL="514350" indent="-514350">
              <a:buFont typeface="+mj-lt"/>
              <a:buAutoNum type="arabicPeriod" startAt="12"/>
            </a:pPr>
            <a:r>
              <a:rPr lang="en-IN" dirty="0"/>
              <a:t>			 {</a:t>
            </a:r>
          </a:p>
          <a:p>
            <a:pPr marL="514350" indent="-514350">
              <a:buFont typeface="+mj-lt"/>
              <a:buAutoNum type="arabicPeriod" startAt="12"/>
            </a:pPr>
            <a:r>
              <a:rPr lang="en-IN" dirty="0"/>
              <a:t>				 if(</a:t>
            </a:r>
            <a:r>
              <a:rPr lang="en-IN" dirty="0" err="1"/>
              <a:t>even_start</a:t>
            </a:r>
            <a:r>
              <a:rPr lang="en-IN" dirty="0"/>
              <a:t>==null)</a:t>
            </a:r>
          </a:p>
          <a:p>
            <a:pPr marL="514350" indent="-514350">
              <a:buFont typeface="+mj-lt"/>
              <a:buAutoNum type="arabicPeriod" startAt="12"/>
            </a:pPr>
            <a:r>
              <a:rPr lang="en-IN" dirty="0"/>
              <a:t>				 {</a:t>
            </a:r>
          </a:p>
          <a:p>
            <a:pPr marL="514350" indent="-514350">
              <a:buFont typeface="+mj-lt"/>
              <a:buAutoNum type="arabicPeriod" startAt="12"/>
            </a:pPr>
            <a:r>
              <a:rPr lang="en-IN" dirty="0"/>
              <a:t>					 </a:t>
            </a:r>
            <a:r>
              <a:rPr lang="en-IN" dirty="0" err="1"/>
              <a:t>even_start</a:t>
            </a:r>
            <a:r>
              <a:rPr lang="en-IN" dirty="0"/>
              <a:t>=</a:t>
            </a:r>
            <a:r>
              <a:rPr lang="en-IN" dirty="0" err="1"/>
              <a:t>curr</a:t>
            </a:r>
            <a:r>
              <a:rPr lang="en-IN" dirty="0"/>
              <a:t>;</a:t>
            </a:r>
          </a:p>
          <a:p>
            <a:pPr marL="514350" indent="-514350">
              <a:buFont typeface="+mj-lt"/>
              <a:buAutoNum type="arabicPeriod" startAt="12"/>
            </a:pPr>
            <a:r>
              <a:rPr lang="en-IN" dirty="0"/>
              <a:t>					 </a:t>
            </a:r>
            <a:r>
              <a:rPr lang="en-IN" dirty="0" err="1"/>
              <a:t>even_end</a:t>
            </a:r>
            <a:r>
              <a:rPr lang="en-IN" dirty="0"/>
              <a:t>=</a:t>
            </a:r>
            <a:r>
              <a:rPr lang="en-IN" dirty="0" err="1"/>
              <a:t>curr</a:t>
            </a:r>
            <a:r>
              <a:rPr lang="en-IN" dirty="0"/>
              <a:t>;</a:t>
            </a:r>
          </a:p>
          <a:p>
            <a:pPr marL="514350" indent="-514350">
              <a:buFont typeface="+mj-lt"/>
              <a:buAutoNum type="arabicPeriod" startAt="12"/>
            </a:pPr>
            <a:r>
              <a:rPr lang="en-IN" dirty="0"/>
              <a:t>				 }</a:t>
            </a:r>
          </a:p>
          <a:p>
            <a:pPr marL="514350" indent="-514350">
              <a:buFont typeface="+mj-lt"/>
              <a:buAutoNum type="arabicPeriod" startAt="12"/>
            </a:pPr>
            <a:r>
              <a:rPr lang="en-IN" dirty="0"/>
              <a:t>				 else</a:t>
            </a:r>
          </a:p>
          <a:p>
            <a:pPr marL="514350" indent="-514350">
              <a:buFont typeface="+mj-lt"/>
              <a:buAutoNum type="arabicPeriod" startAt="12"/>
            </a:pPr>
            <a:r>
              <a:rPr lang="en-IN" dirty="0"/>
              <a:t>				 {</a:t>
            </a:r>
          </a:p>
          <a:p>
            <a:pPr marL="514350" indent="-514350">
              <a:buFont typeface="+mj-lt"/>
              <a:buAutoNum type="arabicPeriod" startAt="12"/>
            </a:pPr>
            <a:r>
              <a:rPr lang="en-IN" dirty="0"/>
              <a:t>					 </a:t>
            </a:r>
            <a:r>
              <a:rPr lang="en-IN" dirty="0" err="1"/>
              <a:t>even_end.next</a:t>
            </a:r>
            <a:r>
              <a:rPr lang="en-IN" dirty="0"/>
              <a:t>=</a:t>
            </a:r>
            <a:r>
              <a:rPr lang="en-IN" dirty="0" err="1"/>
              <a:t>curr</a:t>
            </a:r>
            <a:r>
              <a:rPr lang="en-IN" dirty="0"/>
              <a:t>;</a:t>
            </a:r>
          </a:p>
          <a:p>
            <a:pPr marL="514350" indent="-514350">
              <a:buFont typeface="+mj-lt"/>
              <a:buAutoNum type="arabicPeriod" startAt="12"/>
            </a:pPr>
            <a:r>
              <a:rPr lang="en-IN" dirty="0"/>
              <a:t>					 </a:t>
            </a:r>
            <a:r>
              <a:rPr lang="en-IN" dirty="0" err="1"/>
              <a:t>even_end</a:t>
            </a:r>
            <a:r>
              <a:rPr lang="en-IN" dirty="0"/>
              <a:t>=</a:t>
            </a:r>
            <a:r>
              <a:rPr lang="en-IN" dirty="0" err="1"/>
              <a:t>even_end.next</a:t>
            </a:r>
            <a:r>
              <a:rPr lang="en-IN" dirty="0"/>
              <a:t>;</a:t>
            </a:r>
          </a:p>
          <a:p>
            <a:pPr marL="514350" indent="-514350">
              <a:buFont typeface="+mj-lt"/>
              <a:buAutoNum type="arabicPeriod" startAt="12"/>
            </a:pPr>
            <a:r>
              <a:rPr lang="en-IN" dirty="0"/>
              <a:t>				 }</a:t>
            </a:r>
          </a:p>
          <a:p>
            <a:pPr marL="514350" indent="-514350">
              <a:buFont typeface="+mj-lt"/>
              <a:buAutoNum type="arabicPeriod" startAt="12"/>
            </a:pPr>
            <a:r>
              <a:rPr lang="en-IN" dirty="0"/>
              <a:t>			 }</a:t>
            </a:r>
          </a:p>
          <a:p>
            <a:pPr marL="514350" indent="-514350">
              <a:buFont typeface="+mj-lt"/>
              <a:buAutoNum type="arabicPeriod" startAt="12"/>
            </a:pPr>
            <a:endParaRPr lang="en-IN" dirty="0"/>
          </a:p>
        </p:txBody>
      </p:sp>
    </p:spTree>
    <p:extLst>
      <p:ext uri="{BB962C8B-B14F-4D97-AF65-F5344CB8AC3E}">
        <p14:creationId xmlns:p14="http://schemas.microsoft.com/office/powerpoint/2010/main" val="164424890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 calcmode="lin" valueType="num">
                                      <p:cBhvr additive="base">
                                        <p:cTn id="6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3">
                                            <p:txEl>
                                              <p:pRg st="10" end="10"/>
                                            </p:txEl>
                                          </p:spTgt>
                                        </p:tgtEl>
                                        <p:attrNameLst>
                                          <p:attrName>style.visibility</p:attrName>
                                        </p:attrNameLst>
                                      </p:cBhvr>
                                      <p:to>
                                        <p:strVal val="visible"/>
                                      </p:to>
                                    </p:set>
                                    <p:anim calcmode="lin" valueType="num">
                                      <p:cBhvr additive="base">
                                        <p:cTn id="6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3">
                                            <p:txEl>
                                              <p:pRg st="11" end="11"/>
                                            </p:txEl>
                                          </p:spTgt>
                                        </p:tgtEl>
                                        <p:attrNameLst>
                                          <p:attrName>style.visibility</p:attrName>
                                        </p:attrNameLst>
                                      </p:cBhvr>
                                      <p:to>
                                        <p:strVal val="visible"/>
                                      </p:to>
                                    </p:set>
                                    <p:anim calcmode="lin" valueType="num">
                                      <p:cBhvr additive="base">
                                        <p:cTn id="73"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3">
                                            <p:txEl>
                                              <p:pRg st="12" end="12"/>
                                            </p:txEl>
                                          </p:spTgt>
                                        </p:tgtEl>
                                        <p:attrNameLst>
                                          <p:attrName>style.visibility</p:attrName>
                                        </p:attrNameLst>
                                      </p:cBhvr>
                                      <p:to>
                                        <p:strVal val="visible"/>
                                      </p:to>
                                    </p:set>
                                    <p:anim calcmode="lin" valueType="num">
                                      <p:cBhvr additive="base">
                                        <p:cTn id="79"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EC5C07-B356-6D28-7C11-F3ABE86F1738}"/>
              </a:ext>
            </a:extLst>
          </p:cNvPr>
          <p:cNvSpPr>
            <a:spLocks noGrp="1"/>
          </p:cNvSpPr>
          <p:nvPr>
            <p:ph idx="1"/>
          </p:nvPr>
        </p:nvSpPr>
        <p:spPr>
          <a:xfrm>
            <a:off x="324465" y="167148"/>
            <a:ext cx="11029335" cy="6009815"/>
          </a:xfrm>
        </p:spPr>
        <p:txBody>
          <a:bodyPr>
            <a:normAutofit fontScale="85000" lnSpcReduction="20000"/>
          </a:bodyPr>
          <a:lstStyle/>
          <a:p>
            <a:pPr marL="514350" indent="-514350">
              <a:buFont typeface="+mj-lt"/>
              <a:buAutoNum type="arabicPeriod" startAt="25"/>
            </a:pPr>
            <a:r>
              <a:rPr lang="en-IN" dirty="0"/>
              <a:t> else</a:t>
            </a:r>
          </a:p>
          <a:p>
            <a:pPr marL="514350" indent="-514350">
              <a:buFont typeface="+mj-lt"/>
              <a:buAutoNum type="arabicPeriod" startAt="25"/>
            </a:pPr>
            <a:r>
              <a:rPr lang="en-IN" dirty="0"/>
              <a:t>			 {</a:t>
            </a:r>
          </a:p>
          <a:p>
            <a:pPr marL="514350" indent="-514350">
              <a:buFont typeface="+mj-lt"/>
              <a:buAutoNum type="arabicPeriod" startAt="25"/>
            </a:pPr>
            <a:r>
              <a:rPr lang="en-IN" dirty="0"/>
              <a:t>				 if(</a:t>
            </a:r>
            <a:r>
              <a:rPr lang="en-IN" dirty="0" err="1"/>
              <a:t>odd_start</a:t>
            </a:r>
            <a:r>
              <a:rPr lang="en-IN" dirty="0"/>
              <a:t>==null)</a:t>
            </a:r>
          </a:p>
          <a:p>
            <a:pPr marL="514350" indent="-514350">
              <a:buFont typeface="+mj-lt"/>
              <a:buAutoNum type="arabicPeriod" startAt="25"/>
            </a:pPr>
            <a:r>
              <a:rPr lang="en-IN" dirty="0"/>
              <a:t>				 {</a:t>
            </a:r>
          </a:p>
          <a:p>
            <a:pPr marL="514350" indent="-514350">
              <a:buFont typeface="+mj-lt"/>
              <a:buAutoNum type="arabicPeriod" startAt="25"/>
            </a:pPr>
            <a:r>
              <a:rPr lang="en-IN" dirty="0"/>
              <a:t>					 </a:t>
            </a:r>
            <a:r>
              <a:rPr lang="en-IN" dirty="0" err="1"/>
              <a:t>odd_start</a:t>
            </a:r>
            <a:r>
              <a:rPr lang="en-IN" dirty="0"/>
              <a:t>=</a:t>
            </a:r>
            <a:r>
              <a:rPr lang="en-IN" dirty="0" err="1"/>
              <a:t>curr</a:t>
            </a:r>
            <a:r>
              <a:rPr lang="en-IN" dirty="0"/>
              <a:t>;</a:t>
            </a:r>
          </a:p>
          <a:p>
            <a:pPr marL="514350" indent="-514350">
              <a:buFont typeface="+mj-lt"/>
              <a:buAutoNum type="arabicPeriod" startAt="25"/>
            </a:pPr>
            <a:r>
              <a:rPr lang="en-IN" dirty="0"/>
              <a:t>					 </a:t>
            </a:r>
            <a:r>
              <a:rPr lang="en-IN" dirty="0" err="1"/>
              <a:t>odd_end</a:t>
            </a:r>
            <a:r>
              <a:rPr lang="en-IN" dirty="0"/>
              <a:t>=</a:t>
            </a:r>
            <a:r>
              <a:rPr lang="en-IN" dirty="0" err="1"/>
              <a:t>curr</a:t>
            </a:r>
            <a:r>
              <a:rPr lang="en-IN" dirty="0"/>
              <a:t>;</a:t>
            </a:r>
          </a:p>
          <a:p>
            <a:pPr marL="514350" indent="-514350">
              <a:buFont typeface="+mj-lt"/>
              <a:buAutoNum type="arabicPeriod" startAt="25"/>
            </a:pPr>
            <a:r>
              <a:rPr lang="en-IN" dirty="0"/>
              <a:t>				 }</a:t>
            </a:r>
          </a:p>
          <a:p>
            <a:pPr marL="514350" indent="-514350">
              <a:buFont typeface="+mj-lt"/>
              <a:buAutoNum type="arabicPeriod" startAt="25"/>
            </a:pPr>
            <a:r>
              <a:rPr lang="en-IN" dirty="0"/>
              <a:t>				 else</a:t>
            </a:r>
          </a:p>
          <a:p>
            <a:pPr marL="514350" indent="-514350">
              <a:buFont typeface="+mj-lt"/>
              <a:buAutoNum type="arabicPeriod" startAt="25"/>
            </a:pPr>
            <a:r>
              <a:rPr lang="en-IN" dirty="0"/>
              <a:t>				 {</a:t>
            </a:r>
          </a:p>
          <a:p>
            <a:pPr marL="514350" indent="-514350">
              <a:buFont typeface="+mj-lt"/>
              <a:buAutoNum type="arabicPeriod" startAt="25"/>
            </a:pPr>
            <a:r>
              <a:rPr lang="en-IN" dirty="0"/>
              <a:t>					 </a:t>
            </a:r>
            <a:r>
              <a:rPr lang="en-IN" dirty="0" err="1"/>
              <a:t>odd_end.next</a:t>
            </a:r>
            <a:r>
              <a:rPr lang="en-IN" dirty="0"/>
              <a:t>=</a:t>
            </a:r>
            <a:r>
              <a:rPr lang="en-IN" dirty="0" err="1"/>
              <a:t>curr</a:t>
            </a:r>
            <a:r>
              <a:rPr lang="en-IN" dirty="0"/>
              <a:t>;</a:t>
            </a:r>
          </a:p>
          <a:p>
            <a:pPr marL="514350" indent="-514350">
              <a:buFont typeface="+mj-lt"/>
              <a:buAutoNum type="arabicPeriod" startAt="25"/>
            </a:pPr>
            <a:r>
              <a:rPr lang="en-IN" dirty="0"/>
              <a:t>					 </a:t>
            </a:r>
            <a:r>
              <a:rPr lang="en-IN" dirty="0" err="1"/>
              <a:t>odd_end</a:t>
            </a:r>
            <a:r>
              <a:rPr lang="en-IN" dirty="0"/>
              <a:t>=</a:t>
            </a:r>
            <a:r>
              <a:rPr lang="en-IN" dirty="0" err="1"/>
              <a:t>odd_end.next</a:t>
            </a:r>
            <a:r>
              <a:rPr lang="en-IN" dirty="0"/>
              <a:t>;</a:t>
            </a:r>
          </a:p>
          <a:p>
            <a:pPr marL="514350" indent="-514350">
              <a:buFont typeface="+mj-lt"/>
              <a:buAutoNum type="arabicPeriod" startAt="25"/>
            </a:pPr>
            <a:r>
              <a:rPr lang="en-IN" dirty="0"/>
              <a:t>				 }</a:t>
            </a:r>
          </a:p>
          <a:p>
            <a:pPr marL="514350" indent="-514350">
              <a:buFont typeface="+mj-lt"/>
              <a:buAutoNum type="arabicPeriod" startAt="25"/>
            </a:pPr>
            <a:r>
              <a:rPr lang="en-IN" dirty="0"/>
              <a:t>			 }</a:t>
            </a:r>
          </a:p>
          <a:p>
            <a:pPr marL="514350" indent="-514350">
              <a:buFont typeface="+mj-lt"/>
              <a:buAutoNum type="arabicPeriod" startAt="25"/>
            </a:pPr>
            <a:r>
              <a:rPr lang="en-IN" dirty="0"/>
              <a:t>			 </a:t>
            </a:r>
            <a:r>
              <a:rPr lang="en-IN" dirty="0" err="1"/>
              <a:t>curr</a:t>
            </a:r>
            <a:r>
              <a:rPr lang="en-IN" dirty="0"/>
              <a:t>=</a:t>
            </a:r>
            <a:r>
              <a:rPr lang="en-IN" dirty="0" err="1"/>
              <a:t>curr.next</a:t>
            </a:r>
            <a:r>
              <a:rPr lang="en-IN" dirty="0"/>
              <a:t>;</a:t>
            </a:r>
          </a:p>
          <a:p>
            <a:pPr marL="514350" indent="-514350">
              <a:buFont typeface="+mj-lt"/>
              <a:buAutoNum type="arabicPeriod" startAt="25"/>
            </a:pPr>
            <a:r>
              <a:rPr lang="en-IN" dirty="0"/>
              <a:t>		 }</a:t>
            </a:r>
          </a:p>
        </p:txBody>
      </p:sp>
    </p:spTree>
    <p:extLst>
      <p:ext uri="{BB962C8B-B14F-4D97-AF65-F5344CB8AC3E}">
        <p14:creationId xmlns:p14="http://schemas.microsoft.com/office/powerpoint/2010/main" val="334347561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 calcmode="lin" valueType="num">
                                      <p:cBhvr additive="base">
                                        <p:cTn id="6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3">
                                            <p:txEl>
                                              <p:pRg st="10" end="10"/>
                                            </p:txEl>
                                          </p:spTgt>
                                        </p:tgtEl>
                                        <p:attrNameLst>
                                          <p:attrName>style.visibility</p:attrName>
                                        </p:attrNameLst>
                                      </p:cBhvr>
                                      <p:to>
                                        <p:strVal val="visible"/>
                                      </p:to>
                                    </p:set>
                                    <p:anim calcmode="lin" valueType="num">
                                      <p:cBhvr additive="base">
                                        <p:cTn id="6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3">
                                            <p:txEl>
                                              <p:pRg st="11" end="11"/>
                                            </p:txEl>
                                          </p:spTgt>
                                        </p:tgtEl>
                                        <p:attrNameLst>
                                          <p:attrName>style.visibility</p:attrName>
                                        </p:attrNameLst>
                                      </p:cBhvr>
                                      <p:to>
                                        <p:strVal val="visible"/>
                                      </p:to>
                                    </p:set>
                                    <p:anim calcmode="lin" valueType="num">
                                      <p:cBhvr additive="base">
                                        <p:cTn id="73"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3">
                                            <p:txEl>
                                              <p:pRg st="12" end="12"/>
                                            </p:txEl>
                                          </p:spTgt>
                                        </p:tgtEl>
                                        <p:attrNameLst>
                                          <p:attrName>style.visibility</p:attrName>
                                        </p:attrNameLst>
                                      </p:cBhvr>
                                      <p:to>
                                        <p:strVal val="visible"/>
                                      </p:to>
                                    </p:set>
                                    <p:anim calcmode="lin" valueType="num">
                                      <p:cBhvr additive="base">
                                        <p:cTn id="79"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nodeType="clickEffect">
                                  <p:stCondLst>
                                    <p:cond delay="0"/>
                                  </p:stCondLst>
                                  <p:childTnLst>
                                    <p:set>
                                      <p:cBhvr>
                                        <p:cTn id="84" dur="1" fill="hold">
                                          <p:stCondLst>
                                            <p:cond delay="0"/>
                                          </p:stCondLst>
                                        </p:cTn>
                                        <p:tgtEl>
                                          <p:spTgt spid="3">
                                            <p:txEl>
                                              <p:pRg st="13" end="13"/>
                                            </p:txEl>
                                          </p:spTgt>
                                        </p:tgtEl>
                                        <p:attrNameLst>
                                          <p:attrName>style.visibility</p:attrName>
                                        </p:attrNameLst>
                                      </p:cBhvr>
                                      <p:to>
                                        <p:strVal val="visible"/>
                                      </p:to>
                                    </p:set>
                                    <p:anim calcmode="lin" valueType="num">
                                      <p:cBhvr additive="base">
                                        <p:cTn id="85"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3">
                                            <p:txEl>
                                              <p:pRg st="13" end="13"/>
                                            </p:txEl>
                                          </p:spTgt>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nodeType="clickEffect">
                                  <p:stCondLst>
                                    <p:cond delay="0"/>
                                  </p:stCondLst>
                                  <p:childTnLst>
                                    <p:set>
                                      <p:cBhvr>
                                        <p:cTn id="90" dur="1" fill="hold">
                                          <p:stCondLst>
                                            <p:cond delay="0"/>
                                          </p:stCondLst>
                                        </p:cTn>
                                        <p:tgtEl>
                                          <p:spTgt spid="3">
                                            <p:txEl>
                                              <p:pRg st="14" end="14"/>
                                            </p:txEl>
                                          </p:spTgt>
                                        </p:tgtEl>
                                        <p:attrNameLst>
                                          <p:attrName>style.visibility</p:attrName>
                                        </p:attrNameLst>
                                      </p:cBhvr>
                                      <p:to>
                                        <p:strVal val="visible"/>
                                      </p:to>
                                    </p:set>
                                    <p:anim calcmode="lin" valueType="num">
                                      <p:cBhvr additive="base">
                                        <p:cTn id="91"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3">
                                            <p:txEl>
                                              <p:pRg st="14" end="1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59ED23F-9BD6-F637-5E4E-2B408A69D9BD}"/>
              </a:ext>
            </a:extLst>
          </p:cNvPr>
          <p:cNvSpPr>
            <a:spLocks noGrp="1"/>
          </p:cNvSpPr>
          <p:nvPr>
            <p:ph idx="1"/>
          </p:nvPr>
        </p:nvSpPr>
        <p:spPr>
          <a:xfrm>
            <a:off x="353961" y="304800"/>
            <a:ext cx="10999839" cy="5872163"/>
          </a:xfrm>
        </p:spPr>
        <p:txBody>
          <a:bodyPr/>
          <a:lstStyle/>
          <a:p>
            <a:pPr marL="514350" indent="-514350">
              <a:buFont typeface="+mj-lt"/>
              <a:buAutoNum type="arabicPeriod" startAt="40"/>
            </a:pPr>
            <a:r>
              <a:rPr lang="en-US" dirty="0"/>
              <a:t>if(</a:t>
            </a:r>
            <a:r>
              <a:rPr lang="en-US" dirty="0" err="1"/>
              <a:t>odd_start</a:t>
            </a:r>
            <a:r>
              <a:rPr lang="en-US" dirty="0"/>
              <a:t>==null || </a:t>
            </a:r>
            <a:r>
              <a:rPr lang="en-US" dirty="0" err="1"/>
              <a:t>even_start</a:t>
            </a:r>
            <a:r>
              <a:rPr lang="en-US" dirty="0"/>
              <a:t>==null)</a:t>
            </a:r>
          </a:p>
          <a:p>
            <a:pPr marL="514350" indent="-514350">
              <a:buFont typeface="+mj-lt"/>
              <a:buAutoNum type="arabicPeriod" startAt="40"/>
            </a:pPr>
            <a:r>
              <a:rPr lang="en-US" dirty="0"/>
              <a:t>			 return;</a:t>
            </a:r>
          </a:p>
          <a:p>
            <a:pPr marL="514350" indent="-514350">
              <a:buFont typeface="+mj-lt"/>
              <a:buAutoNum type="arabicPeriod" startAt="40"/>
            </a:pPr>
            <a:r>
              <a:rPr lang="en-US" dirty="0"/>
              <a:t>		 </a:t>
            </a:r>
            <a:r>
              <a:rPr lang="en-US" dirty="0" err="1"/>
              <a:t>even_end.next</a:t>
            </a:r>
            <a:r>
              <a:rPr lang="en-US" dirty="0"/>
              <a:t>=</a:t>
            </a:r>
            <a:r>
              <a:rPr lang="en-US" dirty="0" err="1"/>
              <a:t>odd_start</a:t>
            </a:r>
            <a:r>
              <a:rPr lang="en-US" dirty="0"/>
              <a:t>;</a:t>
            </a:r>
          </a:p>
          <a:p>
            <a:pPr marL="514350" indent="-514350">
              <a:buFont typeface="+mj-lt"/>
              <a:buAutoNum type="arabicPeriod" startAt="40"/>
            </a:pPr>
            <a:r>
              <a:rPr lang="en-US" dirty="0"/>
              <a:t>		 </a:t>
            </a:r>
            <a:r>
              <a:rPr lang="en-US" dirty="0" err="1"/>
              <a:t>odd_end.next</a:t>
            </a:r>
            <a:r>
              <a:rPr lang="en-US" dirty="0"/>
              <a:t>=null;</a:t>
            </a:r>
          </a:p>
          <a:p>
            <a:pPr marL="514350" indent="-514350">
              <a:buFont typeface="+mj-lt"/>
              <a:buAutoNum type="arabicPeriod" startAt="40"/>
            </a:pPr>
            <a:r>
              <a:rPr lang="en-US" dirty="0"/>
              <a:t>		 head=</a:t>
            </a:r>
            <a:r>
              <a:rPr lang="en-US" dirty="0" err="1"/>
              <a:t>even_start</a:t>
            </a:r>
            <a:r>
              <a:rPr lang="en-US" dirty="0"/>
              <a:t>;</a:t>
            </a:r>
          </a:p>
          <a:p>
            <a:pPr marL="514350" indent="-514350">
              <a:buFont typeface="+mj-lt"/>
              <a:buAutoNum type="arabicPeriod" startAt="40"/>
            </a:pPr>
            <a:r>
              <a:rPr lang="en-US" dirty="0"/>
              <a:t>	 }</a:t>
            </a:r>
            <a:endParaRPr lang="en-IN" dirty="0"/>
          </a:p>
        </p:txBody>
      </p:sp>
    </p:spTree>
    <p:extLst>
      <p:ext uri="{BB962C8B-B14F-4D97-AF65-F5344CB8AC3E}">
        <p14:creationId xmlns:p14="http://schemas.microsoft.com/office/powerpoint/2010/main" val="169271191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2F207-2E0E-E18D-3B1E-95B1A02E5003}"/>
              </a:ext>
            </a:extLst>
          </p:cNvPr>
          <p:cNvSpPr>
            <a:spLocks noGrp="1"/>
          </p:cNvSpPr>
          <p:nvPr>
            <p:ph type="title"/>
          </p:nvPr>
        </p:nvSpPr>
        <p:spPr/>
        <p:txBody>
          <a:bodyPr/>
          <a:lstStyle/>
          <a:p>
            <a:r>
              <a:rPr lang="en-IN" b="1" dirty="0"/>
              <a:t>Merge Sort Principle</a:t>
            </a:r>
          </a:p>
        </p:txBody>
      </p:sp>
      <p:sp>
        <p:nvSpPr>
          <p:cNvPr id="3" name="Content Placeholder 2">
            <a:extLst>
              <a:ext uri="{FF2B5EF4-FFF2-40B4-BE49-F238E27FC236}">
                <a16:creationId xmlns:a16="http://schemas.microsoft.com/office/drawing/2014/main" id="{D14B2E9C-29A9-22D9-B225-694FD7F4D104}"/>
              </a:ext>
            </a:extLst>
          </p:cNvPr>
          <p:cNvSpPr>
            <a:spLocks noGrp="1"/>
          </p:cNvSpPr>
          <p:nvPr>
            <p:ph idx="1"/>
          </p:nvPr>
        </p:nvSpPr>
        <p:spPr/>
        <p:txBody>
          <a:bodyPr/>
          <a:lstStyle/>
          <a:p>
            <a:pPr>
              <a:lnSpc>
                <a:spcPct val="100000"/>
              </a:lnSpc>
            </a:pPr>
            <a:r>
              <a:rPr lang="en-US" b="1" i="1" dirty="0">
                <a:solidFill>
                  <a:srgbClr val="FF0000"/>
                </a:solidFill>
                <a:effectLst/>
                <a:latin typeface="Times New Roman" panose="02020603050405020304" pitchFamily="18" charset="0"/>
                <a:cs typeface="Times New Roman" panose="02020603050405020304" pitchFamily="18" charset="0"/>
              </a:rPr>
              <a:t>Divide</a:t>
            </a:r>
            <a:r>
              <a:rPr lang="en-US" b="1" i="1" dirty="0">
                <a:solidFill>
                  <a:srgbClr val="273239"/>
                </a:solidFill>
                <a:effectLst/>
                <a:latin typeface="Times New Roman" panose="02020603050405020304" pitchFamily="18" charset="0"/>
                <a:cs typeface="Times New Roman" panose="02020603050405020304" pitchFamily="18" charset="0"/>
              </a:rPr>
              <a:t>:</a:t>
            </a:r>
            <a:r>
              <a:rPr lang="en-US" b="0" i="1" dirty="0">
                <a:solidFill>
                  <a:srgbClr val="273239"/>
                </a:solidFill>
                <a:effectLst/>
                <a:latin typeface="Times New Roman" panose="02020603050405020304" pitchFamily="18" charset="0"/>
                <a:cs typeface="Times New Roman" panose="02020603050405020304" pitchFamily="18" charset="0"/>
              </a:rPr>
              <a:t> Split the list into two halves using a </a:t>
            </a:r>
            <a:r>
              <a:rPr lang="en-US" b="1" i="1" dirty="0">
                <a:solidFill>
                  <a:schemeClr val="accent1"/>
                </a:solidFill>
                <a:effectLst/>
                <a:latin typeface="Times New Roman" panose="02020603050405020304" pitchFamily="18" charset="0"/>
                <a:cs typeface="Times New Roman" panose="02020603050405020304" pitchFamily="18" charset="0"/>
              </a:rPr>
              <a:t>mid</a:t>
            </a:r>
            <a:r>
              <a:rPr lang="en-US" b="1" i="1" dirty="0">
                <a:solidFill>
                  <a:srgbClr val="273239"/>
                </a:solidFill>
                <a:effectLst/>
                <a:latin typeface="Times New Roman" panose="02020603050405020304" pitchFamily="18" charset="0"/>
                <a:cs typeface="Times New Roman" panose="02020603050405020304" pitchFamily="18" charset="0"/>
              </a:rPr>
              <a:t> </a:t>
            </a:r>
            <a:r>
              <a:rPr lang="en-US" b="0" i="1" dirty="0">
                <a:solidFill>
                  <a:srgbClr val="273239"/>
                </a:solidFill>
                <a:effectLst/>
                <a:latin typeface="Times New Roman" panose="02020603050405020304" pitchFamily="18" charset="0"/>
                <a:cs typeface="Times New Roman" panose="02020603050405020304" pitchFamily="18" charset="0"/>
              </a:rPr>
              <a:t>node. The first half runs from the </a:t>
            </a:r>
            <a:r>
              <a:rPr lang="en-US" b="1" i="1" dirty="0">
                <a:solidFill>
                  <a:schemeClr val="accent1"/>
                </a:solidFill>
                <a:effectLst/>
                <a:latin typeface="Times New Roman" panose="02020603050405020304" pitchFamily="18" charset="0"/>
                <a:cs typeface="Times New Roman" panose="02020603050405020304" pitchFamily="18" charset="0"/>
              </a:rPr>
              <a:t>head</a:t>
            </a:r>
            <a:r>
              <a:rPr lang="en-US" b="1" i="1" dirty="0">
                <a:solidFill>
                  <a:srgbClr val="273239"/>
                </a:solidFill>
                <a:effectLst/>
                <a:latin typeface="Times New Roman" panose="02020603050405020304" pitchFamily="18" charset="0"/>
                <a:cs typeface="Times New Roman" panose="02020603050405020304" pitchFamily="18" charset="0"/>
              </a:rPr>
              <a:t> </a:t>
            </a:r>
            <a:r>
              <a:rPr lang="en-US" b="0" i="1" dirty="0">
                <a:solidFill>
                  <a:srgbClr val="273239"/>
                </a:solidFill>
                <a:effectLst/>
                <a:latin typeface="Times New Roman" panose="02020603050405020304" pitchFamily="18" charset="0"/>
                <a:cs typeface="Times New Roman" panose="02020603050405020304" pitchFamily="18" charset="0"/>
              </a:rPr>
              <a:t>to just before </a:t>
            </a:r>
            <a:r>
              <a:rPr lang="en-US" b="1" i="1" dirty="0">
                <a:solidFill>
                  <a:schemeClr val="accent1"/>
                </a:solidFill>
                <a:effectLst/>
                <a:latin typeface="Times New Roman" panose="02020603050405020304" pitchFamily="18" charset="0"/>
                <a:cs typeface="Times New Roman" panose="02020603050405020304" pitchFamily="18" charset="0"/>
              </a:rPr>
              <a:t>mid</a:t>
            </a:r>
            <a:r>
              <a:rPr lang="en-US" b="0" i="1" dirty="0">
                <a:solidFill>
                  <a:srgbClr val="273239"/>
                </a:solidFill>
                <a:effectLst/>
                <a:latin typeface="Times New Roman" panose="02020603050405020304" pitchFamily="18" charset="0"/>
                <a:cs typeface="Times New Roman" panose="02020603050405020304" pitchFamily="18" charset="0"/>
              </a:rPr>
              <a:t>, and the second half starts at </a:t>
            </a:r>
            <a:r>
              <a:rPr lang="en-US" b="1" i="1" dirty="0">
                <a:solidFill>
                  <a:schemeClr val="accent1"/>
                </a:solidFill>
                <a:effectLst/>
                <a:latin typeface="Times New Roman" panose="02020603050405020304" pitchFamily="18" charset="0"/>
                <a:cs typeface="Times New Roman" panose="02020603050405020304" pitchFamily="18" charset="0"/>
              </a:rPr>
              <a:t>mid</a:t>
            </a:r>
            <a:r>
              <a:rPr lang="en-US" b="1" i="1" dirty="0">
                <a:solidFill>
                  <a:srgbClr val="273239"/>
                </a:solidFill>
                <a:effectLst/>
                <a:latin typeface="Times New Roman" panose="02020603050405020304" pitchFamily="18" charset="0"/>
                <a:cs typeface="Times New Roman" panose="02020603050405020304" pitchFamily="18" charset="0"/>
              </a:rPr>
              <a:t> </a:t>
            </a:r>
            <a:r>
              <a:rPr lang="en-US" b="0" i="1" dirty="0">
                <a:solidFill>
                  <a:srgbClr val="273239"/>
                </a:solidFill>
                <a:effectLst/>
                <a:latin typeface="Times New Roman" panose="02020603050405020304" pitchFamily="18" charset="0"/>
                <a:cs typeface="Times New Roman" panose="02020603050405020304" pitchFamily="18" charset="0"/>
              </a:rPr>
              <a:t>and runs to the </a:t>
            </a:r>
            <a:r>
              <a:rPr lang="en-US" b="1" i="1" dirty="0">
                <a:solidFill>
                  <a:schemeClr val="accent1"/>
                </a:solidFill>
                <a:effectLst/>
                <a:latin typeface="Times New Roman" panose="02020603050405020304" pitchFamily="18" charset="0"/>
                <a:cs typeface="Times New Roman" panose="02020603050405020304" pitchFamily="18" charset="0"/>
              </a:rPr>
              <a:t>end</a:t>
            </a:r>
            <a:r>
              <a:rPr lang="en-US" b="0" i="1" dirty="0">
                <a:solidFill>
                  <a:srgbClr val="273239"/>
                </a:solidFill>
                <a:effectLst/>
                <a:latin typeface="Times New Roman" panose="02020603050405020304" pitchFamily="18" charset="0"/>
                <a:cs typeface="Times New Roman" panose="02020603050405020304" pitchFamily="18" charset="0"/>
              </a:rPr>
              <a:t>.</a:t>
            </a:r>
          </a:p>
          <a:p>
            <a:pPr>
              <a:lnSpc>
                <a:spcPct val="100000"/>
              </a:lnSpc>
            </a:pPr>
            <a:endParaRPr lang="en-US" b="0" i="1" dirty="0">
              <a:solidFill>
                <a:srgbClr val="273239"/>
              </a:solidFill>
              <a:effectLst/>
              <a:latin typeface="Times New Roman" panose="02020603050405020304" pitchFamily="18" charset="0"/>
              <a:cs typeface="Times New Roman" panose="02020603050405020304" pitchFamily="18" charset="0"/>
            </a:endParaRPr>
          </a:p>
          <a:p>
            <a:pPr>
              <a:lnSpc>
                <a:spcPct val="100000"/>
              </a:lnSpc>
            </a:pPr>
            <a:r>
              <a:rPr lang="en-US" b="1" i="1" dirty="0">
                <a:solidFill>
                  <a:srgbClr val="FF0000"/>
                </a:solidFill>
                <a:effectLst/>
                <a:latin typeface="Times New Roman" panose="02020603050405020304" pitchFamily="18" charset="0"/>
                <a:cs typeface="Times New Roman" panose="02020603050405020304" pitchFamily="18" charset="0"/>
              </a:rPr>
              <a:t>Recursively Sort</a:t>
            </a:r>
            <a:r>
              <a:rPr lang="en-US" b="1" i="1" dirty="0">
                <a:solidFill>
                  <a:srgbClr val="273239"/>
                </a:solidFill>
                <a:effectLst/>
                <a:latin typeface="Times New Roman" panose="02020603050405020304" pitchFamily="18" charset="0"/>
                <a:cs typeface="Times New Roman" panose="02020603050405020304" pitchFamily="18" charset="0"/>
              </a:rPr>
              <a:t>:</a:t>
            </a:r>
            <a:r>
              <a:rPr lang="en-US" b="0" i="1" dirty="0">
                <a:solidFill>
                  <a:srgbClr val="273239"/>
                </a:solidFill>
                <a:effectLst/>
                <a:latin typeface="Times New Roman" panose="02020603050405020304" pitchFamily="18" charset="0"/>
                <a:cs typeface="Times New Roman" panose="02020603050405020304" pitchFamily="18" charset="0"/>
              </a:rPr>
              <a:t> Apply </a:t>
            </a:r>
            <a:r>
              <a:rPr lang="en-US" b="0" i="1" dirty="0" err="1">
                <a:solidFill>
                  <a:srgbClr val="273239"/>
                </a:solidFill>
                <a:effectLst/>
                <a:latin typeface="Times New Roman" panose="02020603050405020304" pitchFamily="18" charset="0"/>
                <a:cs typeface="Times New Roman" panose="02020603050405020304" pitchFamily="18" charset="0"/>
              </a:rPr>
              <a:t>MergeSort</a:t>
            </a:r>
            <a:r>
              <a:rPr lang="en-US" b="0" i="1" dirty="0">
                <a:solidFill>
                  <a:srgbClr val="273239"/>
                </a:solidFill>
                <a:effectLst/>
                <a:latin typeface="Times New Roman" panose="02020603050405020304" pitchFamily="18" charset="0"/>
                <a:cs typeface="Times New Roman" panose="02020603050405020304" pitchFamily="18" charset="0"/>
              </a:rPr>
              <a:t> </a:t>
            </a:r>
            <a:r>
              <a:rPr lang="en-US" b="1" i="1" dirty="0">
                <a:solidFill>
                  <a:schemeClr val="accent1"/>
                </a:solidFill>
                <a:effectLst/>
                <a:latin typeface="Times New Roman" panose="02020603050405020304" pitchFamily="18" charset="0"/>
                <a:cs typeface="Times New Roman" panose="02020603050405020304" pitchFamily="18" charset="0"/>
              </a:rPr>
              <a:t>recursively</a:t>
            </a:r>
            <a:r>
              <a:rPr lang="en-US" b="1" i="1" dirty="0">
                <a:solidFill>
                  <a:srgbClr val="273239"/>
                </a:solidFill>
                <a:effectLst/>
                <a:latin typeface="Times New Roman" panose="02020603050405020304" pitchFamily="18" charset="0"/>
                <a:cs typeface="Times New Roman" panose="02020603050405020304" pitchFamily="18" charset="0"/>
              </a:rPr>
              <a:t> </a:t>
            </a:r>
            <a:r>
              <a:rPr lang="en-US" b="0" i="1" dirty="0">
                <a:solidFill>
                  <a:srgbClr val="273239"/>
                </a:solidFill>
                <a:effectLst/>
                <a:latin typeface="Times New Roman" panose="02020603050405020304" pitchFamily="18" charset="0"/>
                <a:cs typeface="Times New Roman" panose="02020603050405020304" pitchFamily="18" charset="0"/>
              </a:rPr>
              <a:t>on both halves.</a:t>
            </a:r>
          </a:p>
          <a:p>
            <a:pPr>
              <a:lnSpc>
                <a:spcPct val="100000"/>
              </a:lnSpc>
            </a:pPr>
            <a:endParaRPr lang="en-US" b="0" i="1" dirty="0">
              <a:solidFill>
                <a:srgbClr val="273239"/>
              </a:solidFill>
              <a:effectLst/>
              <a:latin typeface="Times New Roman" panose="02020603050405020304" pitchFamily="18" charset="0"/>
              <a:cs typeface="Times New Roman" panose="02020603050405020304" pitchFamily="18" charset="0"/>
            </a:endParaRPr>
          </a:p>
          <a:p>
            <a:pPr>
              <a:lnSpc>
                <a:spcPct val="100000"/>
              </a:lnSpc>
            </a:pPr>
            <a:r>
              <a:rPr lang="en-US" b="1" i="1" dirty="0">
                <a:solidFill>
                  <a:srgbClr val="FF0000"/>
                </a:solidFill>
                <a:effectLst/>
                <a:latin typeface="Times New Roman" panose="02020603050405020304" pitchFamily="18" charset="0"/>
                <a:cs typeface="Times New Roman" panose="02020603050405020304" pitchFamily="18" charset="0"/>
              </a:rPr>
              <a:t>Merge</a:t>
            </a:r>
            <a:r>
              <a:rPr lang="en-US" b="1" i="1" dirty="0">
                <a:solidFill>
                  <a:srgbClr val="273239"/>
                </a:solidFill>
                <a:effectLst/>
                <a:latin typeface="Times New Roman" panose="02020603050405020304" pitchFamily="18" charset="0"/>
                <a:cs typeface="Times New Roman" panose="02020603050405020304" pitchFamily="18" charset="0"/>
              </a:rPr>
              <a:t>: </a:t>
            </a:r>
            <a:r>
              <a:rPr lang="en-US" b="0" i="1" dirty="0">
                <a:solidFill>
                  <a:srgbClr val="273239"/>
                </a:solidFill>
                <a:effectLst/>
                <a:latin typeface="Times New Roman" panose="02020603050405020304" pitchFamily="18" charset="0"/>
                <a:cs typeface="Times New Roman" panose="02020603050405020304" pitchFamily="18" charset="0"/>
              </a:rPr>
              <a:t>Merge the </a:t>
            </a:r>
            <a:r>
              <a:rPr lang="en-US" b="1" i="1" dirty="0">
                <a:solidFill>
                  <a:schemeClr val="accent1"/>
                </a:solidFill>
                <a:effectLst/>
                <a:latin typeface="Times New Roman" panose="02020603050405020304" pitchFamily="18" charset="0"/>
                <a:cs typeface="Times New Roman" panose="02020603050405020304" pitchFamily="18" charset="0"/>
              </a:rPr>
              <a:t>two sorted halves</a:t>
            </a:r>
            <a:r>
              <a:rPr lang="en-US" b="0" i="1" dirty="0">
                <a:solidFill>
                  <a:srgbClr val="273239"/>
                </a:solidFill>
                <a:effectLst/>
                <a:latin typeface="Times New Roman" panose="02020603050405020304" pitchFamily="18" charset="0"/>
                <a:cs typeface="Times New Roman" panose="02020603050405020304" pitchFamily="18" charset="0"/>
              </a:rPr>
              <a:t> into one sorted list and return the </a:t>
            </a:r>
            <a:r>
              <a:rPr lang="en-US" b="1" i="1" dirty="0">
                <a:solidFill>
                  <a:schemeClr val="accent1"/>
                </a:solidFill>
                <a:effectLst/>
                <a:latin typeface="Times New Roman" panose="02020603050405020304" pitchFamily="18" charset="0"/>
                <a:cs typeface="Times New Roman" panose="02020603050405020304" pitchFamily="18" charset="0"/>
              </a:rPr>
              <a:t>new head</a:t>
            </a:r>
            <a:r>
              <a:rPr lang="en-US" b="0" i="1" dirty="0">
                <a:solidFill>
                  <a:schemeClr val="accent1"/>
                </a:solidFill>
                <a:effectLst/>
                <a:latin typeface="Times New Roman" panose="02020603050405020304" pitchFamily="18" charset="0"/>
                <a:cs typeface="Times New Roman" panose="02020603050405020304" pitchFamily="18" charset="0"/>
              </a:rPr>
              <a:t> </a:t>
            </a:r>
            <a:r>
              <a:rPr lang="en-US" b="0" i="1" dirty="0">
                <a:solidFill>
                  <a:srgbClr val="273239"/>
                </a:solidFill>
                <a:effectLst/>
                <a:latin typeface="Times New Roman" panose="02020603050405020304" pitchFamily="18" charset="0"/>
                <a:cs typeface="Times New Roman" panose="02020603050405020304" pitchFamily="18" charset="0"/>
              </a:rPr>
              <a:t>node.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28626806"/>
      </p:ext>
    </p:extLst>
  </p:cSld>
  <p:clrMapOvr>
    <a:masterClrMapping/>
  </p:clrMapOvr>
  <p:transition spd="slow">
    <p:push dir="u"/>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Time and Space Complexity Analysis of Merge Sort - GeeksforGeeks">
            <a:extLst>
              <a:ext uri="{FF2B5EF4-FFF2-40B4-BE49-F238E27FC236}">
                <a16:creationId xmlns:a16="http://schemas.microsoft.com/office/drawing/2014/main" id="{665DB51B-4B8B-EE16-89A3-1C8E1769E15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9897"/>
          <a:stretch/>
        </p:blipFill>
        <p:spPr bwMode="auto">
          <a:xfrm>
            <a:off x="304798" y="428531"/>
            <a:ext cx="11267769" cy="60009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6344687"/>
      </p:ext>
    </p:extLst>
  </p:cSld>
  <p:clrMapOvr>
    <a:masterClrMapping/>
  </p:clrMapOvr>
  <p:transition spd="slow">
    <p:push dir="u"/>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1FB6DC-D995-A1AB-CC1B-BAACFD371328}"/>
              </a:ext>
            </a:extLst>
          </p:cNvPr>
          <p:cNvSpPr>
            <a:spLocks noGrp="1"/>
          </p:cNvSpPr>
          <p:nvPr>
            <p:ph type="title"/>
          </p:nvPr>
        </p:nvSpPr>
        <p:spPr/>
        <p:txBody>
          <a:bodyPr/>
          <a:lstStyle/>
          <a:p>
            <a:r>
              <a:rPr lang="en-US" b="1" dirty="0"/>
              <a:t>Merge Sort for Doubly Linked List</a:t>
            </a:r>
            <a:endParaRPr lang="en-IN" b="1" dirty="0"/>
          </a:p>
        </p:txBody>
      </p:sp>
      <p:sp>
        <p:nvSpPr>
          <p:cNvPr id="3" name="Content Placeholder 2">
            <a:extLst>
              <a:ext uri="{FF2B5EF4-FFF2-40B4-BE49-F238E27FC236}">
                <a16:creationId xmlns:a16="http://schemas.microsoft.com/office/drawing/2014/main" id="{BE0DB274-C9D2-9E06-61FA-72794D005DDF}"/>
              </a:ext>
            </a:extLst>
          </p:cNvPr>
          <p:cNvSpPr>
            <a:spLocks noGrp="1"/>
          </p:cNvSpPr>
          <p:nvPr>
            <p:ph idx="1"/>
          </p:nvPr>
        </p:nvSpPr>
        <p:spPr/>
        <p:txBody>
          <a:bodyPr>
            <a:normAutofit lnSpcReduction="10000"/>
          </a:bodyPr>
          <a:lstStyle/>
          <a:p>
            <a:pPr>
              <a:lnSpc>
                <a:spcPct val="150000"/>
              </a:lnSpc>
            </a:pPr>
            <a:r>
              <a:rPr lang="en-US" b="0" i="1" dirty="0">
                <a:solidFill>
                  <a:srgbClr val="FF0000"/>
                </a:solidFill>
                <a:effectLst/>
                <a:latin typeface="Nunito" pitchFamily="2" charset="0"/>
              </a:rPr>
              <a:t>Input</a:t>
            </a:r>
            <a:r>
              <a:rPr lang="en-US" b="0" i="1" dirty="0">
                <a:effectLst/>
                <a:latin typeface="Nunito" pitchFamily="2" charset="0"/>
              </a:rPr>
              <a:t>: 10 &lt;-&gt; 8 &lt;-&gt; 4 &lt;-&gt; 2</a:t>
            </a:r>
          </a:p>
          <a:p>
            <a:pPr>
              <a:lnSpc>
                <a:spcPct val="150000"/>
              </a:lnSpc>
            </a:pPr>
            <a:r>
              <a:rPr lang="en-US" b="0" i="1" dirty="0">
                <a:solidFill>
                  <a:srgbClr val="FF0000"/>
                </a:solidFill>
                <a:effectLst/>
                <a:latin typeface="Nunito" pitchFamily="2" charset="0"/>
              </a:rPr>
              <a:t>Output</a:t>
            </a:r>
            <a:r>
              <a:rPr lang="en-US" b="0" i="1" dirty="0">
                <a:effectLst/>
                <a:latin typeface="Nunito" pitchFamily="2" charset="0"/>
              </a:rPr>
              <a:t>: 2 &lt;-&gt; 4 &lt;-&gt; 8 &lt;-&gt; 10</a:t>
            </a:r>
          </a:p>
          <a:p>
            <a:pPr>
              <a:lnSpc>
                <a:spcPct val="150000"/>
              </a:lnSpc>
            </a:pPr>
            <a:endParaRPr lang="en-US" i="1" dirty="0">
              <a:latin typeface="Nunito" pitchFamily="2" charset="0"/>
            </a:endParaRPr>
          </a:p>
          <a:p>
            <a:pPr>
              <a:lnSpc>
                <a:spcPct val="150000"/>
              </a:lnSpc>
            </a:pPr>
            <a:endParaRPr lang="en-US" b="0" i="1" dirty="0">
              <a:effectLst/>
              <a:latin typeface="Nunito" pitchFamily="2" charset="0"/>
            </a:endParaRPr>
          </a:p>
          <a:p>
            <a:pPr>
              <a:lnSpc>
                <a:spcPct val="150000"/>
              </a:lnSpc>
            </a:pPr>
            <a:r>
              <a:rPr lang="en-US" b="0" i="1" dirty="0">
                <a:solidFill>
                  <a:srgbClr val="FF0000"/>
                </a:solidFill>
                <a:effectLst/>
                <a:latin typeface="Nunito" pitchFamily="2" charset="0"/>
              </a:rPr>
              <a:t>Input</a:t>
            </a:r>
            <a:r>
              <a:rPr lang="en-US" b="0" i="1" dirty="0">
                <a:effectLst/>
                <a:latin typeface="Nunito" pitchFamily="2" charset="0"/>
              </a:rPr>
              <a:t>: 5 &lt;-&gt; 3 &lt;-&gt; 2</a:t>
            </a:r>
          </a:p>
          <a:p>
            <a:pPr>
              <a:lnSpc>
                <a:spcPct val="150000"/>
              </a:lnSpc>
            </a:pPr>
            <a:r>
              <a:rPr lang="en-US" b="0" i="1" dirty="0">
                <a:solidFill>
                  <a:srgbClr val="FF0000"/>
                </a:solidFill>
                <a:effectLst/>
                <a:latin typeface="Nunito" pitchFamily="2" charset="0"/>
              </a:rPr>
              <a:t>Output</a:t>
            </a:r>
            <a:r>
              <a:rPr lang="en-US" b="0" i="1" dirty="0">
                <a:effectLst/>
                <a:latin typeface="Nunito" pitchFamily="2" charset="0"/>
              </a:rPr>
              <a:t>: 2 &lt;-&gt; 3 &lt;-&gt; 5 </a:t>
            </a:r>
            <a:endParaRPr lang="en-IN" dirty="0"/>
          </a:p>
        </p:txBody>
      </p:sp>
    </p:spTree>
    <p:extLst>
      <p:ext uri="{BB962C8B-B14F-4D97-AF65-F5344CB8AC3E}">
        <p14:creationId xmlns:p14="http://schemas.microsoft.com/office/powerpoint/2010/main" val="1771750300"/>
      </p:ext>
    </p:extLst>
  </p:cSld>
  <p:clrMapOvr>
    <a:masterClrMapping/>
  </p:clrMapOvr>
  <p:transition spd="slow">
    <p:push dir="u"/>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6EEEB33-D5F8-2C25-6596-DEF61DBDDAD8}"/>
              </a:ext>
            </a:extLst>
          </p:cNvPr>
          <p:cNvSpPr>
            <a:spLocks noGrp="1"/>
          </p:cNvSpPr>
          <p:nvPr>
            <p:ph idx="1"/>
          </p:nvPr>
        </p:nvSpPr>
        <p:spPr>
          <a:xfrm>
            <a:off x="304800" y="275303"/>
            <a:ext cx="11049000" cy="6390968"/>
          </a:xfrm>
        </p:spPr>
        <p:txBody>
          <a:bodyPr>
            <a:normAutofit lnSpcReduction="10000"/>
          </a:bodyPr>
          <a:lstStyle/>
          <a:p>
            <a:pPr marL="514350" indent="-514350">
              <a:buFont typeface="+mj-lt"/>
              <a:buAutoNum type="arabicPeriod"/>
            </a:pPr>
            <a:r>
              <a:rPr lang="en-US" dirty="0"/>
              <a:t>static Node </a:t>
            </a:r>
            <a:r>
              <a:rPr lang="en-US" dirty="0" err="1"/>
              <a:t>MergeSort</a:t>
            </a:r>
            <a:r>
              <a:rPr lang="en-US" dirty="0"/>
              <a:t>(Node head) {      </a:t>
            </a:r>
          </a:p>
          <a:p>
            <a:pPr marL="514350" indent="-514350">
              <a:buFont typeface="+mj-lt"/>
              <a:buAutoNum type="arabicPeriod"/>
            </a:pPr>
            <a:r>
              <a:rPr lang="en-US" dirty="0"/>
              <a:t>if (head == null || </a:t>
            </a:r>
            <a:r>
              <a:rPr lang="en-US" dirty="0" err="1"/>
              <a:t>head.next</a:t>
            </a:r>
            <a:r>
              <a:rPr lang="en-US" dirty="0"/>
              <a:t> == null) {</a:t>
            </a:r>
          </a:p>
          <a:p>
            <a:pPr marL="514350" indent="-514350">
              <a:buFont typeface="+mj-lt"/>
              <a:buAutoNum type="arabicPeriod"/>
            </a:pPr>
            <a:r>
              <a:rPr lang="en-US" dirty="0"/>
              <a:t>            return head;</a:t>
            </a:r>
          </a:p>
          <a:p>
            <a:pPr marL="514350" indent="-514350">
              <a:buFont typeface="+mj-lt"/>
              <a:buAutoNum type="arabicPeriod"/>
            </a:pPr>
            <a:r>
              <a:rPr lang="en-US" dirty="0"/>
              <a:t>        }</a:t>
            </a:r>
          </a:p>
          <a:p>
            <a:pPr marL="514350" indent="-514350">
              <a:buFont typeface="+mj-lt"/>
              <a:buAutoNum type="arabicPeriod"/>
            </a:pPr>
            <a:endParaRPr lang="en-US" dirty="0"/>
          </a:p>
          <a:p>
            <a:pPr marL="514350" indent="-514350">
              <a:buFont typeface="+mj-lt"/>
              <a:buAutoNum type="arabicPeriod"/>
            </a:pPr>
            <a:r>
              <a:rPr lang="en-US" dirty="0"/>
              <a:t>       Node second = split(head);</a:t>
            </a:r>
          </a:p>
          <a:p>
            <a:pPr marL="514350" indent="-514350">
              <a:buFont typeface="+mj-lt"/>
              <a:buAutoNum type="arabicPeriod"/>
            </a:pPr>
            <a:endParaRPr lang="en-US" dirty="0"/>
          </a:p>
          <a:p>
            <a:pPr marL="514350" indent="-514350">
              <a:buFont typeface="+mj-lt"/>
              <a:buAutoNum type="arabicPeriod"/>
            </a:pPr>
            <a:r>
              <a:rPr lang="en-US" dirty="0"/>
              <a:t>        </a:t>
            </a:r>
          </a:p>
          <a:p>
            <a:pPr marL="514350" indent="-514350">
              <a:buFont typeface="+mj-lt"/>
              <a:buAutoNum type="arabicPeriod"/>
            </a:pPr>
            <a:r>
              <a:rPr lang="en-US" dirty="0"/>
              <a:t>       Node first = </a:t>
            </a:r>
            <a:r>
              <a:rPr lang="en-US" dirty="0" err="1"/>
              <a:t>MergeSort</a:t>
            </a:r>
            <a:r>
              <a:rPr lang="en-US" dirty="0"/>
              <a:t>(head);</a:t>
            </a:r>
          </a:p>
          <a:p>
            <a:pPr marL="514350" indent="-514350">
              <a:buFont typeface="+mj-lt"/>
              <a:buAutoNum type="arabicPeriod"/>
            </a:pPr>
            <a:r>
              <a:rPr lang="en-US" dirty="0"/>
              <a:t>        second = </a:t>
            </a:r>
            <a:r>
              <a:rPr lang="en-US" dirty="0" err="1"/>
              <a:t>MergeSort</a:t>
            </a:r>
            <a:r>
              <a:rPr lang="en-US" dirty="0"/>
              <a:t>(second);</a:t>
            </a:r>
          </a:p>
          <a:p>
            <a:pPr marL="514350" indent="-514350">
              <a:buFont typeface="+mj-lt"/>
              <a:buAutoNum type="arabicPeriod"/>
            </a:pPr>
            <a:endParaRPr lang="en-US" dirty="0"/>
          </a:p>
          <a:p>
            <a:pPr marL="514350" indent="-514350">
              <a:buFont typeface="+mj-lt"/>
              <a:buAutoNum type="arabicPeriod"/>
            </a:pPr>
            <a:r>
              <a:rPr lang="en-US" dirty="0"/>
              <a:t>        return merge(first, second);</a:t>
            </a:r>
          </a:p>
          <a:p>
            <a:pPr marL="514350" indent="-514350">
              <a:buFont typeface="+mj-lt"/>
              <a:buAutoNum type="arabicPeriod"/>
            </a:pPr>
            <a:r>
              <a:rPr lang="en-US" dirty="0"/>
              <a:t>    }</a:t>
            </a:r>
          </a:p>
          <a:p>
            <a:pPr marL="514350" indent="-514350">
              <a:buFont typeface="+mj-lt"/>
              <a:buAutoNum type="arabicPeriod"/>
            </a:pPr>
            <a:endParaRPr lang="en-IN" dirty="0"/>
          </a:p>
        </p:txBody>
      </p:sp>
    </p:spTree>
    <p:extLst>
      <p:ext uri="{BB962C8B-B14F-4D97-AF65-F5344CB8AC3E}">
        <p14:creationId xmlns:p14="http://schemas.microsoft.com/office/powerpoint/2010/main" val="1363966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 calcmode="lin" valueType="num">
                                      <p:cBhvr additive="base">
                                        <p:cTn id="3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anim calcmode="lin" valueType="num">
                                      <p:cBhvr additive="base">
                                        <p:cTn id="4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9" end="9"/>
                                            </p:txEl>
                                          </p:spTgt>
                                        </p:tgtEl>
                                        <p:attrNameLst>
                                          <p:attrName>style.visibility</p:attrName>
                                        </p:attrNameLst>
                                      </p:cBhvr>
                                      <p:to>
                                        <p:strVal val="visible"/>
                                      </p:to>
                                    </p:set>
                                    <p:anim calcmode="lin" valueType="num">
                                      <p:cBhvr additive="base">
                                        <p:cTn id="49"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3">
                                            <p:txEl>
                                              <p:pRg st="11" end="11"/>
                                            </p:txEl>
                                          </p:spTgt>
                                        </p:tgtEl>
                                        <p:attrNameLst>
                                          <p:attrName>style.visibility</p:attrName>
                                        </p:attrNameLst>
                                      </p:cBhvr>
                                      <p:to>
                                        <p:strVal val="visible"/>
                                      </p:to>
                                    </p:set>
                                    <p:anim calcmode="lin" valueType="num">
                                      <p:cBhvr additive="base">
                                        <p:cTn id="55"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3">
                                            <p:txEl>
                                              <p:pRg st="12" end="12"/>
                                            </p:txEl>
                                          </p:spTgt>
                                        </p:tgtEl>
                                        <p:attrNameLst>
                                          <p:attrName>style.visibility</p:attrName>
                                        </p:attrNameLst>
                                      </p:cBhvr>
                                      <p:to>
                                        <p:strVal val="visible"/>
                                      </p:to>
                                    </p:set>
                                    <p:anim calcmode="lin" valueType="num">
                                      <p:cBhvr additive="base">
                                        <p:cTn id="61"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A15DA-2205-5C61-B362-47D7D2A428EE}"/>
              </a:ext>
            </a:extLst>
          </p:cNvPr>
          <p:cNvSpPr>
            <a:spLocks noGrp="1"/>
          </p:cNvSpPr>
          <p:nvPr>
            <p:ph type="title"/>
          </p:nvPr>
        </p:nvSpPr>
        <p:spPr>
          <a:xfrm>
            <a:off x="592393" y="112097"/>
            <a:ext cx="10515600" cy="568940"/>
          </a:xfrm>
        </p:spPr>
        <p:txBody>
          <a:bodyPr>
            <a:normAutofit fontScale="90000"/>
          </a:bodyPr>
          <a:lstStyle/>
          <a:p>
            <a:r>
              <a:rPr lang="en-IN" b="1" dirty="0"/>
              <a:t>Dividing</a:t>
            </a:r>
          </a:p>
        </p:txBody>
      </p:sp>
      <p:sp>
        <p:nvSpPr>
          <p:cNvPr id="3" name="Content Placeholder 2">
            <a:extLst>
              <a:ext uri="{FF2B5EF4-FFF2-40B4-BE49-F238E27FC236}">
                <a16:creationId xmlns:a16="http://schemas.microsoft.com/office/drawing/2014/main" id="{9A3D9A2B-BFEF-7CEE-613A-8CC1D5EB23AF}"/>
              </a:ext>
            </a:extLst>
          </p:cNvPr>
          <p:cNvSpPr>
            <a:spLocks noGrp="1"/>
          </p:cNvSpPr>
          <p:nvPr>
            <p:ph idx="1"/>
          </p:nvPr>
        </p:nvSpPr>
        <p:spPr>
          <a:xfrm>
            <a:off x="838200" y="806245"/>
            <a:ext cx="10515600" cy="5869858"/>
          </a:xfrm>
        </p:spPr>
        <p:txBody>
          <a:bodyPr>
            <a:normAutofit fontScale="92500" lnSpcReduction="10000"/>
          </a:bodyPr>
          <a:lstStyle/>
          <a:p>
            <a:pPr marL="514350" indent="-514350">
              <a:buFont typeface="+mj-lt"/>
              <a:buAutoNum type="arabicPeriod"/>
            </a:pPr>
            <a:r>
              <a:rPr lang="en-IN" dirty="0"/>
              <a:t>static Node split(Node head) {</a:t>
            </a:r>
          </a:p>
          <a:p>
            <a:pPr marL="514350" indent="-514350">
              <a:buFont typeface="+mj-lt"/>
              <a:buAutoNum type="arabicPeriod"/>
            </a:pPr>
            <a:r>
              <a:rPr lang="en-IN" dirty="0"/>
              <a:t>        Node fast = </a:t>
            </a:r>
            <a:r>
              <a:rPr lang="en-IN" dirty="0" err="1"/>
              <a:t>head,slow</a:t>
            </a:r>
            <a:r>
              <a:rPr lang="en-IN" dirty="0"/>
              <a:t> = head;</a:t>
            </a:r>
          </a:p>
          <a:p>
            <a:pPr marL="514350" indent="-514350">
              <a:buFont typeface="+mj-lt"/>
              <a:buAutoNum type="arabicPeriod"/>
            </a:pPr>
            <a:r>
              <a:rPr lang="en-IN" dirty="0"/>
              <a:t>  while (fast != null &amp;&amp; </a:t>
            </a:r>
            <a:r>
              <a:rPr lang="en-IN" dirty="0" err="1"/>
              <a:t>fast.next</a:t>
            </a:r>
            <a:r>
              <a:rPr lang="en-IN" dirty="0"/>
              <a:t> != null  &amp;&amp; </a:t>
            </a:r>
            <a:r>
              <a:rPr lang="en-IN" dirty="0" err="1"/>
              <a:t>fast.next.next</a:t>
            </a:r>
            <a:r>
              <a:rPr lang="en-IN" dirty="0"/>
              <a:t> != null) {</a:t>
            </a:r>
          </a:p>
          <a:p>
            <a:pPr marL="514350" indent="-514350">
              <a:buFont typeface="+mj-lt"/>
              <a:buAutoNum type="arabicPeriod"/>
            </a:pPr>
            <a:r>
              <a:rPr lang="en-IN" dirty="0"/>
              <a:t>            fast = </a:t>
            </a:r>
            <a:r>
              <a:rPr lang="en-IN" dirty="0" err="1"/>
              <a:t>fast.next.next</a:t>
            </a:r>
            <a:r>
              <a:rPr lang="en-IN" dirty="0"/>
              <a:t>;</a:t>
            </a:r>
          </a:p>
          <a:p>
            <a:pPr marL="514350" indent="-514350">
              <a:buFont typeface="+mj-lt"/>
              <a:buAutoNum type="arabicPeriod"/>
            </a:pPr>
            <a:r>
              <a:rPr lang="en-IN" dirty="0"/>
              <a:t>            slow = </a:t>
            </a:r>
            <a:r>
              <a:rPr lang="en-IN" dirty="0" err="1"/>
              <a:t>slow.next</a:t>
            </a:r>
            <a:r>
              <a:rPr lang="en-IN" dirty="0"/>
              <a:t>;</a:t>
            </a:r>
          </a:p>
          <a:p>
            <a:pPr marL="514350" indent="-514350">
              <a:buFont typeface="+mj-lt"/>
              <a:buAutoNum type="arabicPeriod"/>
            </a:pPr>
            <a:r>
              <a:rPr lang="en-IN" dirty="0"/>
              <a:t>        }</a:t>
            </a:r>
          </a:p>
          <a:p>
            <a:pPr marL="514350" indent="-514350">
              <a:buFont typeface="+mj-lt"/>
              <a:buAutoNum type="arabicPeriod"/>
            </a:pPr>
            <a:r>
              <a:rPr lang="en-IN" dirty="0"/>
              <a:t>        Node temp = </a:t>
            </a:r>
            <a:r>
              <a:rPr lang="en-IN" dirty="0" err="1"/>
              <a:t>slow.next</a:t>
            </a:r>
            <a:r>
              <a:rPr lang="en-IN" dirty="0"/>
              <a:t>;</a:t>
            </a:r>
          </a:p>
          <a:p>
            <a:pPr marL="514350" indent="-514350">
              <a:buFont typeface="+mj-lt"/>
              <a:buAutoNum type="arabicPeriod"/>
            </a:pPr>
            <a:r>
              <a:rPr lang="en-IN" dirty="0"/>
              <a:t>        </a:t>
            </a:r>
            <a:r>
              <a:rPr lang="en-IN" dirty="0" err="1"/>
              <a:t>slow.next</a:t>
            </a:r>
            <a:r>
              <a:rPr lang="en-IN" dirty="0"/>
              <a:t> = null;</a:t>
            </a:r>
          </a:p>
          <a:p>
            <a:pPr marL="514350" indent="-514350">
              <a:buFont typeface="+mj-lt"/>
              <a:buAutoNum type="arabicPeriod"/>
            </a:pPr>
            <a:r>
              <a:rPr lang="en-IN" dirty="0"/>
              <a:t>        if (temp != null) {</a:t>
            </a:r>
          </a:p>
          <a:p>
            <a:pPr marL="514350" indent="-514350">
              <a:buFont typeface="+mj-lt"/>
              <a:buAutoNum type="arabicPeriod"/>
            </a:pPr>
            <a:r>
              <a:rPr lang="en-IN" dirty="0"/>
              <a:t>            </a:t>
            </a:r>
            <a:r>
              <a:rPr lang="en-IN" dirty="0" err="1"/>
              <a:t>temp.prev</a:t>
            </a:r>
            <a:r>
              <a:rPr lang="en-IN" dirty="0"/>
              <a:t> = null;</a:t>
            </a:r>
          </a:p>
          <a:p>
            <a:pPr marL="514350" indent="-514350">
              <a:buFont typeface="+mj-lt"/>
              <a:buAutoNum type="arabicPeriod"/>
            </a:pPr>
            <a:r>
              <a:rPr lang="en-IN" dirty="0"/>
              <a:t>        }</a:t>
            </a:r>
          </a:p>
          <a:p>
            <a:pPr marL="514350" indent="-514350">
              <a:buFont typeface="+mj-lt"/>
              <a:buAutoNum type="arabicPeriod"/>
            </a:pPr>
            <a:r>
              <a:rPr lang="en-IN" dirty="0"/>
              <a:t>        return temp;</a:t>
            </a:r>
          </a:p>
          <a:p>
            <a:pPr marL="514350" indent="-514350">
              <a:buFont typeface="+mj-lt"/>
              <a:buAutoNum type="arabicPeriod"/>
            </a:pPr>
            <a:r>
              <a:rPr lang="en-IN" dirty="0"/>
              <a:t>    }</a:t>
            </a:r>
          </a:p>
          <a:p>
            <a:pPr marL="514350" indent="-514350">
              <a:buFont typeface="+mj-lt"/>
              <a:buAutoNum type="arabicPeriod"/>
            </a:pPr>
            <a:endParaRPr lang="en-IN" dirty="0"/>
          </a:p>
        </p:txBody>
      </p:sp>
    </p:spTree>
    <p:extLst>
      <p:ext uri="{BB962C8B-B14F-4D97-AF65-F5344CB8AC3E}">
        <p14:creationId xmlns:p14="http://schemas.microsoft.com/office/powerpoint/2010/main" val="316976839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 calcmode="lin" valueType="num">
                                      <p:cBhvr additive="base">
                                        <p:cTn id="6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3">
                                            <p:txEl>
                                              <p:pRg st="10" end="10"/>
                                            </p:txEl>
                                          </p:spTgt>
                                        </p:tgtEl>
                                        <p:attrNameLst>
                                          <p:attrName>style.visibility</p:attrName>
                                        </p:attrNameLst>
                                      </p:cBhvr>
                                      <p:to>
                                        <p:strVal val="visible"/>
                                      </p:to>
                                    </p:set>
                                    <p:anim calcmode="lin" valueType="num">
                                      <p:cBhvr additive="base">
                                        <p:cTn id="6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3">
                                            <p:txEl>
                                              <p:pRg st="11" end="11"/>
                                            </p:txEl>
                                          </p:spTgt>
                                        </p:tgtEl>
                                        <p:attrNameLst>
                                          <p:attrName>style.visibility</p:attrName>
                                        </p:attrNameLst>
                                      </p:cBhvr>
                                      <p:to>
                                        <p:strVal val="visible"/>
                                      </p:to>
                                    </p:set>
                                    <p:anim calcmode="lin" valueType="num">
                                      <p:cBhvr additive="base">
                                        <p:cTn id="73"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3">
                                            <p:txEl>
                                              <p:pRg st="12" end="12"/>
                                            </p:txEl>
                                          </p:spTgt>
                                        </p:tgtEl>
                                        <p:attrNameLst>
                                          <p:attrName>style.visibility</p:attrName>
                                        </p:attrNameLst>
                                      </p:cBhvr>
                                      <p:to>
                                        <p:strVal val="visible"/>
                                      </p:to>
                                    </p:set>
                                    <p:anim calcmode="lin" valueType="num">
                                      <p:cBhvr additive="base">
                                        <p:cTn id="79"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184EB-3EA2-A43C-8ABE-BFCD5BC1A32F}"/>
              </a:ext>
            </a:extLst>
          </p:cNvPr>
          <p:cNvSpPr>
            <a:spLocks noGrp="1"/>
          </p:cNvSpPr>
          <p:nvPr>
            <p:ph type="title"/>
          </p:nvPr>
        </p:nvSpPr>
        <p:spPr>
          <a:xfrm>
            <a:off x="405581" y="89822"/>
            <a:ext cx="10515600" cy="775417"/>
          </a:xfrm>
        </p:spPr>
        <p:txBody>
          <a:bodyPr/>
          <a:lstStyle/>
          <a:p>
            <a:r>
              <a:rPr lang="en-IN" b="1" dirty="0"/>
              <a:t>Merging</a:t>
            </a:r>
          </a:p>
        </p:txBody>
      </p:sp>
      <p:sp>
        <p:nvSpPr>
          <p:cNvPr id="3" name="Content Placeholder 2">
            <a:extLst>
              <a:ext uri="{FF2B5EF4-FFF2-40B4-BE49-F238E27FC236}">
                <a16:creationId xmlns:a16="http://schemas.microsoft.com/office/drawing/2014/main" id="{7C6C4EA2-F3CE-4021-6EC4-9F2AF09D9273}"/>
              </a:ext>
            </a:extLst>
          </p:cNvPr>
          <p:cNvSpPr>
            <a:spLocks noGrp="1"/>
          </p:cNvSpPr>
          <p:nvPr>
            <p:ph sz="half" idx="1"/>
          </p:nvPr>
        </p:nvSpPr>
        <p:spPr>
          <a:xfrm>
            <a:off x="137652" y="865240"/>
            <a:ext cx="5882148" cy="5992760"/>
          </a:xfrm>
        </p:spPr>
        <p:txBody>
          <a:bodyPr>
            <a:normAutofit fontScale="92500" lnSpcReduction="10000"/>
          </a:bodyPr>
          <a:lstStyle/>
          <a:p>
            <a:pPr marL="514350" indent="-514350">
              <a:buFont typeface="+mj-lt"/>
              <a:buAutoNum type="arabicPeriod"/>
            </a:pPr>
            <a:r>
              <a:rPr lang="en-US" dirty="0"/>
              <a:t>static Node merge(Node first, Node second) {</a:t>
            </a:r>
          </a:p>
          <a:p>
            <a:pPr marL="514350" indent="-514350">
              <a:buFont typeface="+mj-lt"/>
              <a:buAutoNum type="arabicPeriod"/>
            </a:pPr>
            <a:r>
              <a:rPr lang="en-US" dirty="0"/>
              <a:t>        if (first == null)     </a:t>
            </a:r>
            <a:r>
              <a:rPr lang="en-US" b="1" dirty="0"/>
              <a:t>return</a:t>
            </a:r>
            <a:r>
              <a:rPr lang="en-US" dirty="0"/>
              <a:t> </a:t>
            </a:r>
            <a:r>
              <a:rPr lang="en-US" dirty="0">
                <a:solidFill>
                  <a:srgbClr val="FF0000"/>
                </a:solidFill>
              </a:rPr>
              <a:t>second</a:t>
            </a:r>
            <a:r>
              <a:rPr lang="en-US" dirty="0"/>
              <a:t>;</a:t>
            </a:r>
          </a:p>
          <a:p>
            <a:pPr marL="514350" indent="-514350">
              <a:buFont typeface="+mj-lt"/>
              <a:buAutoNum type="arabicPeriod"/>
            </a:pPr>
            <a:r>
              <a:rPr lang="en-US" dirty="0"/>
              <a:t>        if (second == null)  </a:t>
            </a:r>
            <a:r>
              <a:rPr lang="en-US" b="1" dirty="0"/>
              <a:t>return</a:t>
            </a:r>
            <a:r>
              <a:rPr lang="en-US" dirty="0"/>
              <a:t> </a:t>
            </a:r>
            <a:r>
              <a:rPr lang="en-US" dirty="0">
                <a:solidFill>
                  <a:srgbClr val="FF0000"/>
                </a:solidFill>
              </a:rPr>
              <a:t>first</a:t>
            </a:r>
            <a:r>
              <a:rPr lang="en-US" dirty="0"/>
              <a:t>;</a:t>
            </a:r>
          </a:p>
          <a:p>
            <a:pPr marL="514350" indent="-514350">
              <a:buFont typeface="+mj-lt"/>
              <a:buAutoNum type="arabicPeriod"/>
            </a:pPr>
            <a:endParaRPr lang="en-US" dirty="0"/>
          </a:p>
          <a:p>
            <a:pPr marL="514350" indent="-514350">
              <a:buFont typeface="+mj-lt"/>
              <a:buAutoNum type="arabicPeriod"/>
            </a:pPr>
            <a:r>
              <a:rPr lang="en-US" dirty="0"/>
              <a:t> if (</a:t>
            </a:r>
            <a:r>
              <a:rPr lang="en-US" dirty="0" err="1"/>
              <a:t>first.data</a:t>
            </a:r>
            <a:r>
              <a:rPr lang="en-US" dirty="0"/>
              <a:t> &lt; =</a:t>
            </a:r>
            <a:r>
              <a:rPr lang="en-US" dirty="0" err="1"/>
              <a:t>second.data</a:t>
            </a:r>
            <a:r>
              <a:rPr lang="en-US" dirty="0"/>
              <a:t>) {</a:t>
            </a:r>
          </a:p>
          <a:p>
            <a:pPr marL="514350" indent="-514350">
              <a:buFont typeface="+mj-lt"/>
              <a:buAutoNum type="arabicPeriod"/>
            </a:pPr>
            <a:r>
              <a:rPr lang="en-US" dirty="0"/>
              <a:t>   </a:t>
            </a:r>
            <a:r>
              <a:rPr lang="en-US" dirty="0" err="1"/>
              <a:t>first.next</a:t>
            </a:r>
            <a:r>
              <a:rPr lang="en-US" dirty="0"/>
              <a:t> = merge(</a:t>
            </a:r>
            <a:r>
              <a:rPr lang="en-US" dirty="0" err="1"/>
              <a:t>first.next</a:t>
            </a:r>
            <a:r>
              <a:rPr lang="en-US" dirty="0"/>
              <a:t>, second);</a:t>
            </a:r>
          </a:p>
          <a:p>
            <a:pPr marL="514350" indent="-514350">
              <a:buFont typeface="+mj-lt"/>
              <a:buAutoNum type="arabicPeriod"/>
            </a:pPr>
            <a:r>
              <a:rPr lang="en-US" dirty="0"/>
              <a:t>            if (</a:t>
            </a:r>
            <a:r>
              <a:rPr lang="en-US" dirty="0" err="1"/>
              <a:t>first.next</a:t>
            </a:r>
            <a:r>
              <a:rPr lang="en-US" dirty="0"/>
              <a:t> != null) {</a:t>
            </a:r>
          </a:p>
          <a:p>
            <a:pPr marL="514350" indent="-514350">
              <a:buFont typeface="+mj-lt"/>
              <a:buAutoNum type="arabicPeriod"/>
            </a:pPr>
            <a:r>
              <a:rPr lang="en-US" dirty="0"/>
              <a:t>                </a:t>
            </a:r>
            <a:r>
              <a:rPr lang="en-US" dirty="0" err="1"/>
              <a:t>first.next.prev</a:t>
            </a:r>
            <a:r>
              <a:rPr lang="en-US" dirty="0"/>
              <a:t> = first;</a:t>
            </a:r>
          </a:p>
          <a:p>
            <a:pPr marL="514350" indent="-514350">
              <a:buFont typeface="+mj-lt"/>
              <a:buAutoNum type="arabicPeriod"/>
            </a:pPr>
            <a:r>
              <a:rPr lang="en-US" dirty="0"/>
              <a:t>            }</a:t>
            </a:r>
          </a:p>
          <a:p>
            <a:pPr marL="514350" indent="-514350">
              <a:buFont typeface="+mj-lt"/>
              <a:buAutoNum type="arabicPeriod"/>
            </a:pPr>
            <a:r>
              <a:rPr lang="en-US" dirty="0"/>
              <a:t>            </a:t>
            </a:r>
            <a:r>
              <a:rPr lang="en-US" dirty="0" err="1"/>
              <a:t>first.prev</a:t>
            </a:r>
            <a:r>
              <a:rPr lang="en-US" dirty="0"/>
              <a:t> = null;</a:t>
            </a:r>
          </a:p>
          <a:p>
            <a:pPr marL="514350" indent="-514350">
              <a:buFont typeface="+mj-lt"/>
              <a:buAutoNum type="arabicPeriod"/>
            </a:pPr>
            <a:r>
              <a:rPr lang="en-US" dirty="0"/>
              <a:t>            return first;</a:t>
            </a:r>
          </a:p>
          <a:p>
            <a:pPr marL="514350" indent="-514350">
              <a:buFont typeface="+mj-lt"/>
              <a:buAutoNum type="arabicPeriod"/>
            </a:pPr>
            <a:r>
              <a:rPr lang="en-US" dirty="0"/>
              <a:t>        }</a:t>
            </a:r>
          </a:p>
        </p:txBody>
      </p:sp>
      <p:sp>
        <p:nvSpPr>
          <p:cNvPr id="4" name="Content Placeholder 3">
            <a:extLst>
              <a:ext uri="{FF2B5EF4-FFF2-40B4-BE49-F238E27FC236}">
                <a16:creationId xmlns:a16="http://schemas.microsoft.com/office/drawing/2014/main" id="{5B6E6A98-94B5-2BE2-7336-B7AF86B83938}"/>
              </a:ext>
            </a:extLst>
          </p:cNvPr>
          <p:cNvSpPr>
            <a:spLocks noGrp="1"/>
          </p:cNvSpPr>
          <p:nvPr>
            <p:ph sz="half" idx="2"/>
          </p:nvPr>
        </p:nvSpPr>
        <p:spPr>
          <a:xfrm>
            <a:off x="6351638" y="865239"/>
            <a:ext cx="5702710" cy="5311724"/>
          </a:xfrm>
        </p:spPr>
        <p:txBody>
          <a:bodyPr>
            <a:normAutofit fontScale="92500" lnSpcReduction="10000"/>
          </a:bodyPr>
          <a:lstStyle/>
          <a:p>
            <a:pPr marL="514350" indent="-514350">
              <a:buFont typeface="+mj-lt"/>
              <a:buAutoNum type="arabicPeriod" startAt="15"/>
            </a:pPr>
            <a:r>
              <a:rPr lang="en-US" dirty="0"/>
              <a:t> else {</a:t>
            </a:r>
          </a:p>
          <a:p>
            <a:pPr marL="514350" indent="-514350">
              <a:buFont typeface="+mj-lt"/>
              <a:buAutoNum type="arabicPeriod" startAt="15"/>
            </a:pPr>
            <a:r>
              <a:rPr lang="en-US" dirty="0"/>
              <a:t>           </a:t>
            </a:r>
            <a:r>
              <a:rPr lang="en-US" dirty="0" err="1"/>
              <a:t>second.next</a:t>
            </a:r>
            <a:r>
              <a:rPr lang="en-US" dirty="0"/>
              <a:t> = merge(first, </a:t>
            </a:r>
            <a:r>
              <a:rPr lang="en-US" dirty="0" err="1"/>
              <a:t>second.next</a:t>
            </a:r>
            <a:r>
              <a:rPr lang="en-US" dirty="0"/>
              <a:t>);</a:t>
            </a:r>
          </a:p>
          <a:p>
            <a:pPr marL="514350" indent="-514350">
              <a:buFont typeface="+mj-lt"/>
              <a:buAutoNum type="arabicPeriod" startAt="15"/>
            </a:pPr>
            <a:r>
              <a:rPr lang="en-US" dirty="0"/>
              <a:t>            if (</a:t>
            </a:r>
            <a:r>
              <a:rPr lang="en-US" dirty="0" err="1"/>
              <a:t>second.next</a:t>
            </a:r>
            <a:r>
              <a:rPr lang="en-US" dirty="0"/>
              <a:t> != null) {</a:t>
            </a:r>
          </a:p>
          <a:p>
            <a:pPr marL="514350" indent="-514350">
              <a:buFont typeface="+mj-lt"/>
              <a:buAutoNum type="arabicPeriod" startAt="15"/>
            </a:pPr>
            <a:r>
              <a:rPr lang="en-US" dirty="0"/>
              <a:t>                </a:t>
            </a:r>
            <a:r>
              <a:rPr lang="en-US" dirty="0" err="1"/>
              <a:t>second.next.prev</a:t>
            </a:r>
            <a:r>
              <a:rPr lang="en-US" dirty="0"/>
              <a:t> = second;</a:t>
            </a:r>
          </a:p>
          <a:p>
            <a:pPr marL="514350" indent="-514350">
              <a:buFont typeface="+mj-lt"/>
              <a:buAutoNum type="arabicPeriod" startAt="15"/>
            </a:pPr>
            <a:r>
              <a:rPr lang="en-US" dirty="0"/>
              <a:t>            }</a:t>
            </a:r>
          </a:p>
          <a:p>
            <a:pPr marL="514350" indent="-514350">
              <a:buFont typeface="+mj-lt"/>
              <a:buAutoNum type="arabicPeriod" startAt="15"/>
            </a:pPr>
            <a:r>
              <a:rPr lang="en-US" dirty="0"/>
              <a:t>            </a:t>
            </a:r>
            <a:r>
              <a:rPr lang="en-US" dirty="0" err="1"/>
              <a:t>second.prev</a:t>
            </a:r>
            <a:r>
              <a:rPr lang="en-US" dirty="0"/>
              <a:t> = null;</a:t>
            </a:r>
          </a:p>
          <a:p>
            <a:pPr marL="514350" indent="-514350">
              <a:buFont typeface="+mj-lt"/>
              <a:buAutoNum type="arabicPeriod" startAt="15"/>
            </a:pPr>
            <a:r>
              <a:rPr lang="en-US" dirty="0"/>
              <a:t>            return second;</a:t>
            </a:r>
          </a:p>
          <a:p>
            <a:pPr marL="514350" indent="-514350">
              <a:buFont typeface="+mj-lt"/>
              <a:buAutoNum type="arabicPeriod" startAt="15"/>
            </a:pPr>
            <a:r>
              <a:rPr lang="en-US" dirty="0"/>
              <a:t>        }</a:t>
            </a:r>
          </a:p>
          <a:p>
            <a:pPr marL="514350" indent="-514350">
              <a:buFont typeface="+mj-lt"/>
              <a:buAutoNum type="arabicPeriod" startAt="15"/>
            </a:pPr>
            <a:r>
              <a:rPr lang="en-US" dirty="0"/>
              <a:t>    }</a:t>
            </a:r>
            <a:endParaRPr lang="en-IN" dirty="0"/>
          </a:p>
        </p:txBody>
      </p:sp>
    </p:spTree>
    <p:extLst>
      <p:ext uri="{BB962C8B-B14F-4D97-AF65-F5344CB8AC3E}">
        <p14:creationId xmlns:p14="http://schemas.microsoft.com/office/powerpoint/2010/main" val="337397709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1000"/>
                                        <p:tgtEl>
                                          <p:spTgt spid="3">
                                            <p:txEl>
                                              <p:pRg st="4" end="4"/>
                                            </p:txEl>
                                          </p:spTgt>
                                        </p:tgtEl>
                                      </p:cBhvr>
                                    </p:animEffect>
                                    <p:anim calcmode="lin" valueType="num">
                                      <p:cBhvr>
                                        <p:cTn id="29"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Effect transition="in" filter="fade">
                                      <p:cBhvr>
                                        <p:cTn id="35" dur="1000"/>
                                        <p:tgtEl>
                                          <p:spTgt spid="3">
                                            <p:txEl>
                                              <p:pRg st="5" end="5"/>
                                            </p:txEl>
                                          </p:spTgt>
                                        </p:tgtEl>
                                      </p:cBhvr>
                                    </p:animEffect>
                                    <p:anim calcmode="lin" valueType="num">
                                      <p:cBhvr>
                                        <p:cTn id="36"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fade">
                                      <p:cBhvr>
                                        <p:cTn id="42" dur="1000"/>
                                        <p:tgtEl>
                                          <p:spTgt spid="3">
                                            <p:txEl>
                                              <p:pRg st="6" end="6"/>
                                            </p:txEl>
                                          </p:spTgt>
                                        </p:tgtEl>
                                      </p:cBhvr>
                                    </p:animEffect>
                                    <p:anim calcmode="lin" valueType="num">
                                      <p:cBhvr>
                                        <p:cTn id="43"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Effect transition="in" filter="fade">
                                      <p:cBhvr>
                                        <p:cTn id="49" dur="1000"/>
                                        <p:tgtEl>
                                          <p:spTgt spid="3">
                                            <p:txEl>
                                              <p:pRg st="7" end="7"/>
                                            </p:txEl>
                                          </p:spTgt>
                                        </p:tgtEl>
                                      </p:cBhvr>
                                    </p:animEffect>
                                    <p:anim calcmode="lin" valueType="num">
                                      <p:cBhvr>
                                        <p:cTn id="50"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3">
                                            <p:txEl>
                                              <p:pRg st="8" end="8"/>
                                            </p:txEl>
                                          </p:spTgt>
                                        </p:tgtEl>
                                        <p:attrNameLst>
                                          <p:attrName>style.visibility</p:attrName>
                                        </p:attrNameLst>
                                      </p:cBhvr>
                                      <p:to>
                                        <p:strVal val="visible"/>
                                      </p:to>
                                    </p:set>
                                    <p:animEffect transition="in" filter="fade">
                                      <p:cBhvr>
                                        <p:cTn id="56" dur="1000"/>
                                        <p:tgtEl>
                                          <p:spTgt spid="3">
                                            <p:txEl>
                                              <p:pRg st="8" end="8"/>
                                            </p:txEl>
                                          </p:spTgt>
                                        </p:tgtEl>
                                      </p:cBhvr>
                                    </p:animEffect>
                                    <p:anim calcmode="lin" valueType="num">
                                      <p:cBhvr>
                                        <p:cTn id="57"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3">
                                            <p:txEl>
                                              <p:pRg st="9" end="9"/>
                                            </p:txEl>
                                          </p:spTgt>
                                        </p:tgtEl>
                                        <p:attrNameLst>
                                          <p:attrName>style.visibility</p:attrName>
                                        </p:attrNameLst>
                                      </p:cBhvr>
                                      <p:to>
                                        <p:strVal val="visible"/>
                                      </p:to>
                                    </p:set>
                                    <p:animEffect transition="in" filter="fade">
                                      <p:cBhvr>
                                        <p:cTn id="63" dur="1000"/>
                                        <p:tgtEl>
                                          <p:spTgt spid="3">
                                            <p:txEl>
                                              <p:pRg st="9" end="9"/>
                                            </p:txEl>
                                          </p:spTgt>
                                        </p:tgtEl>
                                      </p:cBhvr>
                                    </p:animEffect>
                                    <p:anim calcmode="lin" valueType="num">
                                      <p:cBhvr>
                                        <p:cTn id="64"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nodeType="clickEffect">
                                  <p:stCondLst>
                                    <p:cond delay="0"/>
                                  </p:stCondLst>
                                  <p:childTnLst>
                                    <p:set>
                                      <p:cBhvr>
                                        <p:cTn id="69" dur="1" fill="hold">
                                          <p:stCondLst>
                                            <p:cond delay="0"/>
                                          </p:stCondLst>
                                        </p:cTn>
                                        <p:tgtEl>
                                          <p:spTgt spid="3">
                                            <p:txEl>
                                              <p:pRg st="10" end="10"/>
                                            </p:txEl>
                                          </p:spTgt>
                                        </p:tgtEl>
                                        <p:attrNameLst>
                                          <p:attrName>style.visibility</p:attrName>
                                        </p:attrNameLst>
                                      </p:cBhvr>
                                      <p:to>
                                        <p:strVal val="visible"/>
                                      </p:to>
                                    </p:set>
                                    <p:animEffect transition="in" filter="fade">
                                      <p:cBhvr>
                                        <p:cTn id="70" dur="1000"/>
                                        <p:tgtEl>
                                          <p:spTgt spid="3">
                                            <p:txEl>
                                              <p:pRg st="10" end="10"/>
                                            </p:txEl>
                                          </p:spTgt>
                                        </p:tgtEl>
                                      </p:cBhvr>
                                    </p:animEffect>
                                    <p:anim calcmode="lin" valueType="num">
                                      <p:cBhvr>
                                        <p:cTn id="71"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72" dur="10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nodeType="clickEffect">
                                  <p:stCondLst>
                                    <p:cond delay="0"/>
                                  </p:stCondLst>
                                  <p:childTnLst>
                                    <p:set>
                                      <p:cBhvr>
                                        <p:cTn id="76" dur="1" fill="hold">
                                          <p:stCondLst>
                                            <p:cond delay="0"/>
                                          </p:stCondLst>
                                        </p:cTn>
                                        <p:tgtEl>
                                          <p:spTgt spid="3">
                                            <p:txEl>
                                              <p:pRg st="11" end="11"/>
                                            </p:txEl>
                                          </p:spTgt>
                                        </p:tgtEl>
                                        <p:attrNameLst>
                                          <p:attrName>style.visibility</p:attrName>
                                        </p:attrNameLst>
                                      </p:cBhvr>
                                      <p:to>
                                        <p:strVal val="visible"/>
                                      </p:to>
                                    </p:set>
                                    <p:animEffect transition="in" filter="fade">
                                      <p:cBhvr>
                                        <p:cTn id="77" dur="1000"/>
                                        <p:tgtEl>
                                          <p:spTgt spid="3">
                                            <p:txEl>
                                              <p:pRg st="11" end="11"/>
                                            </p:txEl>
                                          </p:spTgt>
                                        </p:tgtEl>
                                      </p:cBhvr>
                                    </p:animEffect>
                                    <p:anim calcmode="lin" valueType="num">
                                      <p:cBhvr>
                                        <p:cTn id="78"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79" dur="1000" fill="hold"/>
                                        <p:tgtEl>
                                          <p:spTgt spid="3">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2" presetClass="entr" presetSubtype="4" fill="hold" nodeType="clickEffect">
                                  <p:stCondLst>
                                    <p:cond delay="0"/>
                                  </p:stCondLst>
                                  <p:childTnLst>
                                    <p:set>
                                      <p:cBhvr>
                                        <p:cTn id="83" dur="1" fill="hold">
                                          <p:stCondLst>
                                            <p:cond delay="0"/>
                                          </p:stCondLst>
                                        </p:cTn>
                                        <p:tgtEl>
                                          <p:spTgt spid="4">
                                            <p:txEl>
                                              <p:pRg st="0" end="0"/>
                                            </p:txEl>
                                          </p:spTgt>
                                        </p:tgtEl>
                                        <p:attrNameLst>
                                          <p:attrName>style.visibility</p:attrName>
                                        </p:attrNameLst>
                                      </p:cBhvr>
                                      <p:to>
                                        <p:strVal val="visible"/>
                                      </p:to>
                                    </p:set>
                                    <p:anim calcmode="lin" valueType="num">
                                      <p:cBhvr additive="base">
                                        <p:cTn id="84"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5"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86" fill="hold">
                      <p:stCondLst>
                        <p:cond delay="indefinite"/>
                      </p:stCondLst>
                      <p:childTnLst>
                        <p:par>
                          <p:cTn id="87" fill="hold">
                            <p:stCondLst>
                              <p:cond delay="0"/>
                            </p:stCondLst>
                            <p:childTnLst>
                              <p:par>
                                <p:cTn id="88" presetID="2" presetClass="entr" presetSubtype="4" fill="hold" nodeType="clickEffect">
                                  <p:stCondLst>
                                    <p:cond delay="0"/>
                                  </p:stCondLst>
                                  <p:childTnLst>
                                    <p:set>
                                      <p:cBhvr>
                                        <p:cTn id="89" dur="1" fill="hold">
                                          <p:stCondLst>
                                            <p:cond delay="0"/>
                                          </p:stCondLst>
                                        </p:cTn>
                                        <p:tgtEl>
                                          <p:spTgt spid="4">
                                            <p:txEl>
                                              <p:pRg st="1" end="1"/>
                                            </p:txEl>
                                          </p:spTgt>
                                        </p:tgtEl>
                                        <p:attrNameLst>
                                          <p:attrName>style.visibility</p:attrName>
                                        </p:attrNameLst>
                                      </p:cBhvr>
                                      <p:to>
                                        <p:strVal val="visible"/>
                                      </p:to>
                                    </p:set>
                                    <p:anim calcmode="lin" valueType="num">
                                      <p:cBhvr additive="base">
                                        <p:cTn id="90"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91"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2" fill="hold">
                      <p:stCondLst>
                        <p:cond delay="indefinite"/>
                      </p:stCondLst>
                      <p:childTnLst>
                        <p:par>
                          <p:cTn id="93" fill="hold">
                            <p:stCondLst>
                              <p:cond delay="0"/>
                            </p:stCondLst>
                            <p:childTnLst>
                              <p:par>
                                <p:cTn id="94" presetID="2" presetClass="entr" presetSubtype="4" fill="hold" nodeType="clickEffect">
                                  <p:stCondLst>
                                    <p:cond delay="0"/>
                                  </p:stCondLst>
                                  <p:childTnLst>
                                    <p:set>
                                      <p:cBhvr>
                                        <p:cTn id="95" dur="1" fill="hold">
                                          <p:stCondLst>
                                            <p:cond delay="0"/>
                                          </p:stCondLst>
                                        </p:cTn>
                                        <p:tgtEl>
                                          <p:spTgt spid="4">
                                            <p:txEl>
                                              <p:pRg st="2" end="2"/>
                                            </p:txEl>
                                          </p:spTgt>
                                        </p:tgtEl>
                                        <p:attrNameLst>
                                          <p:attrName>style.visibility</p:attrName>
                                        </p:attrNameLst>
                                      </p:cBhvr>
                                      <p:to>
                                        <p:strVal val="visible"/>
                                      </p:to>
                                    </p:set>
                                    <p:anim calcmode="lin" valueType="num">
                                      <p:cBhvr additive="base">
                                        <p:cTn id="96"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97"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8" fill="hold">
                      <p:stCondLst>
                        <p:cond delay="indefinite"/>
                      </p:stCondLst>
                      <p:childTnLst>
                        <p:par>
                          <p:cTn id="99" fill="hold">
                            <p:stCondLst>
                              <p:cond delay="0"/>
                            </p:stCondLst>
                            <p:childTnLst>
                              <p:par>
                                <p:cTn id="100" presetID="2" presetClass="entr" presetSubtype="4" fill="hold" nodeType="clickEffect">
                                  <p:stCondLst>
                                    <p:cond delay="0"/>
                                  </p:stCondLst>
                                  <p:childTnLst>
                                    <p:set>
                                      <p:cBhvr>
                                        <p:cTn id="101" dur="1" fill="hold">
                                          <p:stCondLst>
                                            <p:cond delay="0"/>
                                          </p:stCondLst>
                                        </p:cTn>
                                        <p:tgtEl>
                                          <p:spTgt spid="4">
                                            <p:txEl>
                                              <p:pRg st="3" end="3"/>
                                            </p:txEl>
                                          </p:spTgt>
                                        </p:tgtEl>
                                        <p:attrNameLst>
                                          <p:attrName>style.visibility</p:attrName>
                                        </p:attrNameLst>
                                      </p:cBhvr>
                                      <p:to>
                                        <p:strVal val="visible"/>
                                      </p:to>
                                    </p:set>
                                    <p:anim calcmode="lin" valueType="num">
                                      <p:cBhvr additive="base">
                                        <p:cTn id="102"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103"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04" fill="hold">
                      <p:stCondLst>
                        <p:cond delay="indefinite"/>
                      </p:stCondLst>
                      <p:childTnLst>
                        <p:par>
                          <p:cTn id="105" fill="hold">
                            <p:stCondLst>
                              <p:cond delay="0"/>
                            </p:stCondLst>
                            <p:childTnLst>
                              <p:par>
                                <p:cTn id="106" presetID="2" presetClass="entr" presetSubtype="4" fill="hold" nodeType="clickEffect">
                                  <p:stCondLst>
                                    <p:cond delay="0"/>
                                  </p:stCondLst>
                                  <p:childTnLst>
                                    <p:set>
                                      <p:cBhvr>
                                        <p:cTn id="107" dur="1" fill="hold">
                                          <p:stCondLst>
                                            <p:cond delay="0"/>
                                          </p:stCondLst>
                                        </p:cTn>
                                        <p:tgtEl>
                                          <p:spTgt spid="4">
                                            <p:txEl>
                                              <p:pRg st="4" end="4"/>
                                            </p:txEl>
                                          </p:spTgt>
                                        </p:tgtEl>
                                        <p:attrNameLst>
                                          <p:attrName>style.visibility</p:attrName>
                                        </p:attrNameLst>
                                      </p:cBhvr>
                                      <p:to>
                                        <p:strVal val="visible"/>
                                      </p:to>
                                    </p:set>
                                    <p:anim calcmode="lin" valueType="num">
                                      <p:cBhvr additive="base">
                                        <p:cTn id="108"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109"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10" fill="hold">
                      <p:stCondLst>
                        <p:cond delay="indefinite"/>
                      </p:stCondLst>
                      <p:childTnLst>
                        <p:par>
                          <p:cTn id="111" fill="hold">
                            <p:stCondLst>
                              <p:cond delay="0"/>
                            </p:stCondLst>
                            <p:childTnLst>
                              <p:par>
                                <p:cTn id="112" presetID="2" presetClass="entr" presetSubtype="4" fill="hold" nodeType="clickEffect">
                                  <p:stCondLst>
                                    <p:cond delay="0"/>
                                  </p:stCondLst>
                                  <p:childTnLst>
                                    <p:set>
                                      <p:cBhvr>
                                        <p:cTn id="113" dur="1" fill="hold">
                                          <p:stCondLst>
                                            <p:cond delay="0"/>
                                          </p:stCondLst>
                                        </p:cTn>
                                        <p:tgtEl>
                                          <p:spTgt spid="4">
                                            <p:txEl>
                                              <p:pRg st="5" end="5"/>
                                            </p:txEl>
                                          </p:spTgt>
                                        </p:tgtEl>
                                        <p:attrNameLst>
                                          <p:attrName>style.visibility</p:attrName>
                                        </p:attrNameLst>
                                      </p:cBhvr>
                                      <p:to>
                                        <p:strVal val="visible"/>
                                      </p:to>
                                    </p:set>
                                    <p:anim calcmode="lin" valueType="num">
                                      <p:cBhvr additive="base">
                                        <p:cTn id="114"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115"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116" fill="hold">
                      <p:stCondLst>
                        <p:cond delay="indefinite"/>
                      </p:stCondLst>
                      <p:childTnLst>
                        <p:par>
                          <p:cTn id="117" fill="hold">
                            <p:stCondLst>
                              <p:cond delay="0"/>
                            </p:stCondLst>
                            <p:childTnLst>
                              <p:par>
                                <p:cTn id="118" presetID="2" presetClass="entr" presetSubtype="4" fill="hold" nodeType="clickEffect">
                                  <p:stCondLst>
                                    <p:cond delay="0"/>
                                  </p:stCondLst>
                                  <p:childTnLst>
                                    <p:set>
                                      <p:cBhvr>
                                        <p:cTn id="119" dur="1" fill="hold">
                                          <p:stCondLst>
                                            <p:cond delay="0"/>
                                          </p:stCondLst>
                                        </p:cTn>
                                        <p:tgtEl>
                                          <p:spTgt spid="4">
                                            <p:txEl>
                                              <p:pRg st="6" end="6"/>
                                            </p:txEl>
                                          </p:spTgt>
                                        </p:tgtEl>
                                        <p:attrNameLst>
                                          <p:attrName>style.visibility</p:attrName>
                                        </p:attrNameLst>
                                      </p:cBhvr>
                                      <p:to>
                                        <p:strVal val="visible"/>
                                      </p:to>
                                    </p:set>
                                    <p:anim calcmode="lin" valueType="num">
                                      <p:cBhvr additive="base">
                                        <p:cTn id="120"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121"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122" fill="hold">
                      <p:stCondLst>
                        <p:cond delay="indefinite"/>
                      </p:stCondLst>
                      <p:childTnLst>
                        <p:par>
                          <p:cTn id="123" fill="hold">
                            <p:stCondLst>
                              <p:cond delay="0"/>
                            </p:stCondLst>
                            <p:childTnLst>
                              <p:par>
                                <p:cTn id="124" presetID="2" presetClass="entr" presetSubtype="4" fill="hold" nodeType="clickEffect">
                                  <p:stCondLst>
                                    <p:cond delay="0"/>
                                  </p:stCondLst>
                                  <p:childTnLst>
                                    <p:set>
                                      <p:cBhvr>
                                        <p:cTn id="125" dur="1" fill="hold">
                                          <p:stCondLst>
                                            <p:cond delay="0"/>
                                          </p:stCondLst>
                                        </p:cTn>
                                        <p:tgtEl>
                                          <p:spTgt spid="4">
                                            <p:txEl>
                                              <p:pRg st="7" end="7"/>
                                            </p:txEl>
                                          </p:spTgt>
                                        </p:tgtEl>
                                        <p:attrNameLst>
                                          <p:attrName>style.visibility</p:attrName>
                                        </p:attrNameLst>
                                      </p:cBhvr>
                                      <p:to>
                                        <p:strVal val="visible"/>
                                      </p:to>
                                    </p:set>
                                    <p:anim calcmode="lin" valueType="num">
                                      <p:cBhvr additive="base">
                                        <p:cTn id="126"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127" dur="500" fill="hold"/>
                                        <p:tgtEl>
                                          <p:spTgt spid="4">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128" fill="hold">
                      <p:stCondLst>
                        <p:cond delay="indefinite"/>
                      </p:stCondLst>
                      <p:childTnLst>
                        <p:par>
                          <p:cTn id="129" fill="hold">
                            <p:stCondLst>
                              <p:cond delay="0"/>
                            </p:stCondLst>
                            <p:childTnLst>
                              <p:par>
                                <p:cTn id="130" presetID="2" presetClass="entr" presetSubtype="4" fill="hold" nodeType="clickEffect">
                                  <p:stCondLst>
                                    <p:cond delay="0"/>
                                  </p:stCondLst>
                                  <p:childTnLst>
                                    <p:set>
                                      <p:cBhvr>
                                        <p:cTn id="131" dur="1" fill="hold">
                                          <p:stCondLst>
                                            <p:cond delay="0"/>
                                          </p:stCondLst>
                                        </p:cTn>
                                        <p:tgtEl>
                                          <p:spTgt spid="4">
                                            <p:txEl>
                                              <p:pRg st="8" end="8"/>
                                            </p:txEl>
                                          </p:spTgt>
                                        </p:tgtEl>
                                        <p:attrNameLst>
                                          <p:attrName>style.visibility</p:attrName>
                                        </p:attrNameLst>
                                      </p:cBhvr>
                                      <p:to>
                                        <p:strVal val="visible"/>
                                      </p:to>
                                    </p:set>
                                    <p:anim calcmode="lin" valueType="num">
                                      <p:cBhvr additive="base">
                                        <p:cTn id="132"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133" dur="500" fill="hold"/>
                                        <p:tgtEl>
                                          <p:spTgt spid="4">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081FF-4400-BD94-01C9-25372050D024}"/>
              </a:ext>
            </a:extLst>
          </p:cNvPr>
          <p:cNvSpPr>
            <a:spLocks noGrp="1"/>
          </p:cNvSpPr>
          <p:nvPr>
            <p:ph type="title"/>
          </p:nvPr>
        </p:nvSpPr>
        <p:spPr>
          <a:xfrm>
            <a:off x="838200" y="365126"/>
            <a:ext cx="10515600" cy="745920"/>
          </a:xfrm>
        </p:spPr>
        <p:txBody>
          <a:bodyPr/>
          <a:lstStyle/>
          <a:p>
            <a:r>
              <a:rPr lang="en-IN" b="1" dirty="0"/>
              <a:t>Stack</a:t>
            </a:r>
          </a:p>
        </p:txBody>
      </p:sp>
      <p:sp>
        <p:nvSpPr>
          <p:cNvPr id="3" name="Content Placeholder 2">
            <a:extLst>
              <a:ext uri="{FF2B5EF4-FFF2-40B4-BE49-F238E27FC236}">
                <a16:creationId xmlns:a16="http://schemas.microsoft.com/office/drawing/2014/main" id="{E2ADBA7B-D41C-3EFB-D816-E8ABA18F73C6}"/>
              </a:ext>
            </a:extLst>
          </p:cNvPr>
          <p:cNvSpPr>
            <a:spLocks noGrp="1"/>
          </p:cNvSpPr>
          <p:nvPr>
            <p:ph idx="1"/>
          </p:nvPr>
        </p:nvSpPr>
        <p:spPr>
          <a:xfrm>
            <a:off x="671052" y="1553498"/>
            <a:ext cx="10515600" cy="5594554"/>
          </a:xfrm>
        </p:spPr>
        <p:txBody>
          <a:bodyPr>
            <a:noAutofit/>
          </a:bodyPr>
          <a:lstStyle/>
          <a:p>
            <a:r>
              <a:rPr lang="en-US" sz="2200" b="1" i="0" dirty="0">
                <a:effectLst/>
                <a:latin typeface="Times New Roman" panose="02020603050405020304" pitchFamily="18" charset="0"/>
                <a:cs typeface="Times New Roman" panose="02020603050405020304" pitchFamily="18" charset="0"/>
              </a:rPr>
              <a:t>Stack </a:t>
            </a:r>
            <a:r>
              <a:rPr lang="en-US" sz="2200" b="0" i="0" dirty="0">
                <a:effectLst/>
                <a:latin typeface="Times New Roman" panose="02020603050405020304" pitchFamily="18" charset="0"/>
                <a:cs typeface="Times New Roman" panose="02020603050405020304" pitchFamily="18" charset="0"/>
              </a:rPr>
              <a:t>is a linear data structure that follows </a:t>
            </a:r>
            <a:r>
              <a:rPr lang="en-US" sz="2200" b="1" i="0" dirty="0">
                <a:effectLst/>
                <a:latin typeface="Times New Roman" panose="02020603050405020304" pitchFamily="18" charset="0"/>
                <a:cs typeface="Times New Roman" panose="02020603050405020304" pitchFamily="18" charset="0"/>
              </a:rPr>
              <a:t>LIFO (Last In First Out) Principle.</a:t>
            </a:r>
            <a:endParaRPr lang="en-US" sz="2200" b="0" i="0" dirty="0">
              <a:effectLst/>
              <a:latin typeface="Times New Roman" panose="02020603050405020304" pitchFamily="18" charset="0"/>
              <a:cs typeface="Times New Roman" panose="02020603050405020304" pitchFamily="18" charset="0"/>
            </a:endParaRPr>
          </a:p>
          <a:p>
            <a:pPr algn="just" rtl="0" fontAlgn="base">
              <a:spcAft>
                <a:spcPts val="750"/>
              </a:spcAft>
            </a:pPr>
            <a:r>
              <a:rPr lang="en-US" sz="2200" b="0" i="0" dirty="0">
                <a:effectLst/>
                <a:latin typeface="Times New Roman" panose="02020603050405020304" pitchFamily="18" charset="0"/>
                <a:cs typeface="Times New Roman" panose="02020603050405020304" pitchFamily="18" charset="0"/>
              </a:rPr>
              <a:t>It means both insertion and deletion operations happen at one end only.</a:t>
            </a:r>
          </a:p>
          <a:p>
            <a:pPr algn="l" fontAlgn="base"/>
            <a:r>
              <a:rPr lang="en-US" sz="2200" b="1" i="0" dirty="0">
                <a:effectLst/>
                <a:latin typeface="Times New Roman" panose="02020603050405020304" pitchFamily="18" charset="0"/>
                <a:cs typeface="Times New Roman" panose="02020603050405020304" pitchFamily="18" charset="0"/>
              </a:rPr>
              <a:t>Basic Operations on Stack:</a:t>
            </a:r>
          </a:p>
          <a:p>
            <a:pPr algn="just" rtl="0" fontAlgn="base">
              <a:spcAft>
                <a:spcPts val="750"/>
              </a:spcAft>
            </a:pPr>
            <a:r>
              <a:rPr lang="en-US" sz="2200" b="0" i="0" dirty="0">
                <a:effectLst/>
                <a:latin typeface="Times New Roman" panose="02020603050405020304" pitchFamily="18" charset="0"/>
                <a:cs typeface="Times New Roman" panose="02020603050405020304" pitchFamily="18" charset="0"/>
              </a:rPr>
              <a:t>In order to make manipulations in a stack, there are certain operations provided to us.</a:t>
            </a:r>
          </a:p>
          <a:p>
            <a:pPr algn="l" fontAlgn="base">
              <a:spcAft>
                <a:spcPts val="1800"/>
              </a:spcAft>
              <a:buFont typeface="Arial" panose="020B0604020202020204" pitchFamily="34" charset="0"/>
              <a:buChar char="•"/>
            </a:pPr>
            <a:r>
              <a:rPr lang="en-US" sz="2200" b="1" i="0" dirty="0">
                <a:effectLst/>
                <a:latin typeface="Times New Roman" panose="02020603050405020304" pitchFamily="18" charset="0"/>
                <a:cs typeface="Times New Roman" panose="02020603050405020304" pitchFamily="18" charset="0"/>
              </a:rPr>
              <a:t>push() </a:t>
            </a:r>
            <a:r>
              <a:rPr lang="en-US" sz="2200" b="0" i="0" dirty="0">
                <a:effectLst/>
                <a:latin typeface="Times New Roman" panose="02020603050405020304" pitchFamily="18" charset="0"/>
                <a:cs typeface="Times New Roman" panose="02020603050405020304" pitchFamily="18" charset="0"/>
              </a:rPr>
              <a:t>to insert an element into the stack</a:t>
            </a:r>
          </a:p>
          <a:p>
            <a:pPr algn="l" fontAlgn="base">
              <a:spcAft>
                <a:spcPts val="1800"/>
              </a:spcAft>
              <a:buFont typeface="Arial" panose="020B0604020202020204" pitchFamily="34" charset="0"/>
              <a:buChar char="•"/>
            </a:pPr>
            <a:r>
              <a:rPr lang="en-US" sz="2200" b="1" i="0" dirty="0">
                <a:effectLst/>
                <a:latin typeface="Times New Roman" panose="02020603050405020304" pitchFamily="18" charset="0"/>
                <a:cs typeface="Times New Roman" panose="02020603050405020304" pitchFamily="18" charset="0"/>
              </a:rPr>
              <a:t>pop() </a:t>
            </a:r>
            <a:r>
              <a:rPr lang="en-US" sz="2200" b="0" i="0" dirty="0">
                <a:effectLst/>
                <a:latin typeface="Times New Roman" panose="02020603050405020304" pitchFamily="18" charset="0"/>
                <a:cs typeface="Times New Roman" panose="02020603050405020304" pitchFamily="18" charset="0"/>
              </a:rPr>
              <a:t>to remove an element from the stack</a:t>
            </a:r>
          </a:p>
          <a:p>
            <a:pPr algn="l" fontAlgn="base">
              <a:spcAft>
                <a:spcPts val="1800"/>
              </a:spcAft>
              <a:buFont typeface="Arial" panose="020B0604020202020204" pitchFamily="34" charset="0"/>
              <a:buChar char="•"/>
            </a:pPr>
            <a:r>
              <a:rPr lang="en-US" sz="2200" b="1" i="0" dirty="0">
                <a:effectLst/>
                <a:latin typeface="Times New Roman" panose="02020603050405020304" pitchFamily="18" charset="0"/>
                <a:cs typeface="Times New Roman" panose="02020603050405020304" pitchFamily="18" charset="0"/>
              </a:rPr>
              <a:t>top() </a:t>
            </a:r>
            <a:r>
              <a:rPr lang="en-US" sz="2200" b="0" i="0" dirty="0">
                <a:effectLst/>
                <a:latin typeface="Times New Roman" panose="02020603050405020304" pitchFamily="18" charset="0"/>
                <a:cs typeface="Times New Roman" panose="02020603050405020304" pitchFamily="18" charset="0"/>
              </a:rPr>
              <a:t>Returns the top element of the stack.</a:t>
            </a:r>
          </a:p>
          <a:p>
            <a:pPr algn="l" fontAlgn="base">
              <a:spcAft>
                <a:spcPts val="1800"/>
              </a:spcAft>
              <a:buFont typeface="Arial" panose="020B0604020202020204" pitchFamily="34" charset="0"/>
              <a:buChar char="•"/>
            </a:pPr>
            <a:r>
              <a:rPr lang="en-US" sz="2200" b="1" i="0" dirty="0" err="1">
                <a:effectLst/>
                <a:latin typeface="Times New Roman" panose="02020603050405020304" pitchFamily="18" charset="0"/>
                <a:cs typeface="Times New Roman" panose="02020603050405020304" pitchFamily="18" charset="0"/>
              </a:rPr>
              <a:t>isEmpty</a:t>
            </a:r>
            <a:r>
              <a:rPr lang="en-US" sz="2200" b="1" i="0" dirty="0">
                <a:effectLst/>
                <a:latin typeface="Times New Roman" panose="02020603050405020304" pitchFamily="18" charset="0"/>
                <a:cs typeface="Times New Roman" panose="02020603050405020304" pitchFamily="18" charset="0"/>
              </a:rPr>
              <a:t>() </a:t>
            </a:r>
            <a:r>
              <a:rPr lang="en-US" sz="2200" b="0" i="0" dirty="0">
                <a:effectLst/>
                <a:latin typeface="Times New Roman" panose="02020603050405020304" pitchFamily="18" charset="0"/>
                <a:cs typeface="Times New Roman" panose="02020603050405020304" pitchFamily="18" charset="0"/>
              </a:rPr>
              <a:t>returns true if stack is empty else false.</a:t>
            </a:r>
          </a:p>
          <a:p>
            <a:pPr algn="l" fontAlgn="base">
              <a:spcAft>
                <a:spcPts val="1800"/>
              </a:spcAft>
              <a:buFont typeface="Arial" panose="020B0604020202020204" pitchFamily="34" charset="0"/>
              <a:buChar char="•"/>
            </a:pPr>
            <a:r>
              <a:rPr lang="en-US" sz="2200" b="1" i="0" dirty="0" err="1">
                <a:effectLst/>
                <a:latin typeface="Times New Roman" panose="02020603050405020304" pitchFamily="18" charset="0"/>
                <a:cs typeface="Times New Roman" panose="02020603050405020304" pitchFamily="18" charset="0"/>
              </a:rPr>
              <a:t>isFull</a:t>
            </a:r>
            <a:r>
              <a:rPr lang="en-US" sz="2200" b="1" i="0" dirty="0">
                <a:effectLst/>
                <a:latin typeface="Times New Roman" panose="02020603050405020304" pitchFamily="18" charset="0"/>
                <a:cs typeface="Times New Roman" panose="02020603050405020304" pitchFamily="18" charset="0"/>
              </a:rPr>
              <a:t>() </a:t>
            </a:r>
            <a:r>
              <a:rPr lang="en-US" sz="2200" b="0" i="0" dirty="0">
                <a:effectLst/>
                <a:latin typeface="Times New Roman" panose="02020603050405020304" pitchFamily="18" charset="0"/>
                <a:cs typeface="Times New Roman" panose="02020603050405020304" pitchFamily="18" charset="0"/>
              </a:rPr>
              <a:t>returns true if the stack is full else false.</a:t>
            </a:r>
          </a:p>
        </p:txBody>
      </p:sp>
    </p:spTree>
    <p:extLst>
      <p:ext uri="{BB962C8B-B14F-4D97-AF65-F5344CB8AC3E}">
        <p14:creationId xmlns:p14="http://schemas.microsoft.com/office/powerpoint/2010/main" val="593932065"/>
      </p:ext>
    </p:extLst>
  </p:cSld>
  <p:clrMapOvr>
    <a:masterClrMapping/>
  </p:clrMapOvr>
  <p:transition spd="slow">
    <p:push dir="u"/>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Stack">
            <a:extLst>
              <a:ext uri="{FF2B5EF4-FFF2-40B4-BE49-F238E27FC236}">
                <a16:creationId xmlns:a16="http://schemas.microsoft.com/office/drawing/2014/main" id="{96CE83F5-2674-19C9-6792-E49E4E5007B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82761" y="552138"/>
            <a:ext cx="6864760" cy="54918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944144"/>
      </p:ext>
    </p:extLst>
  </p:cSld>
  <p:clrMapOvr>
    <a:masterClrMapping/>
  </p:clrMapOvr>
  <p:transition spd="slow">
    <p:push dir="u"/>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514A2F-7CBB-3C96-7CBD-85777DA571FE}"/>
              </a:ext>
            </a:extLst>
          </p:cNvPr>
          <p:cNvSpPr>
            <a:spLocks noGrp="1"/>
          </p:cNvSpPr>
          <p:nvPr>
            <p:ph type="title"/>
          </p:nvPr>
        </p:nvSpPr>
        <p:spPr/>
        <p:txBody>
          <a:bodyPr/>
          <a:lstStyle/>
          <a:p>
            <a:r>
              <a:rPr lang="en-IN" b="1" i="0" dirty="0">
                <a:solidFill>
                  <a:srgbClr val="273239"/>
                </a:solidFill>
                <a:effectLst/>
                <a:latin typeface="Nunito" pitchFamily="2" charset="0"/>
              </a:rPr>
              <a:t>Types of Stack</a:t>
            </a:r>
            <a:endParaRPr lang="en-IN" dirty="0"/>
          </a:p>
        </p:txBody>
      </p:sp>
      <p:sp>
        <p:nvSpPr>
          <p:cNvPr id="3" name="Content Placeholder 2">
            <a:extLst>
              <a:ext uri="{FF2B5EF4-FFF2-40B4-BE49-F238E27FC236}">
                <a16:creationId xmlns:a16="http://schemas.microsoft.com/office/drawing/2014/main" id="{5725A154-E8E2-96DF-CF0E-A982CEE215EF}"/>
              </a:ext>
            </a:extLst>
          </p:cNvPr>
          <p:cNvSpPr>
            <a:spLocks noGrp="1"/>
          </p:cNvSpPr>
          <p:nvPr>
            <p:ph idx="1"/>
          </p:nvPr>
        </p:nvSpPr>
        <p:spPr>
          <a:xfrm>
            <a:off x="838200" y="2458065"/>
            <a:ext cx="10515600" cy="3718898"/>
          </a:xfrm>
        </p:spPr>
        <p:txBody>
          <a:bodyPr/>
          <a:lstStyle/>
          <a:p>
            <a:r>
              <a:rPr lang="en-IN" b="1" i="0" dirty="0">
                <a:solidFill>
                  <a:srgbClr val="273239"/>
                </a:solidFill>
                <a:effectLst/>
                <a:latin typeface="Nunito" pitchFamily="2" charset="0"/>
              </a:rPr>
              <a:t>Fixed Size Stack  (using arrays)</a:t>
            </a:r>
          </a:p>
          <a:p>
            <a:endParaRPr lang="en-IN" b="1" dirty="0">
              <a:solidFill>
                <a:srgbClr val="273239"/>
              </a:solidFill>
              <a:latin typeface="Nunito" pitchFamily="2" charset="0"/>
            </a:endParaRPr>
          </a:p>
          <a:p>
            <a:r>
              <a:rPr lang="en-IN" b="1" i="0" dirty="0">
                <a:solidFill>
                  <a:srgbClr val="273239"/>
                </a:solidFill>
                <a:effectLst/>
                <a:latin typeface="Nunito" pitchFamily="2" charset="0"/>
              </a:rPr>
              <a:t>Dynamic Size Stack (using </a:t>
            </a:r>
            <a:r>
              <a:rPr lang="en-IN" b="1" i="0" dirty="0" err="1">
                <a:solidFill>
                  <a:srgbClr val="273239"/>
                </a:solidFill>
                <a:effectLst/>
                <a:latin typeface="Nunito" pitchFamily="2" charset="0"/>
              </a:rPr>
              <a:t>linkedlist</a:t>
            </a:r>
            <a:r>
              <a:rPr lang="en-IN" b="1" i="0" dirty="0">
                <a:solidFill>
                  <a:srgbClr val="273239"/>
                </a:solidFill>
                <a:effectLst/>
                <a:latin typeface="Nunito" pitchFamily="2" charset="0"/>
              </a:rPr>
              <a:t>)</a:t>
            </a:r>
            <a:endParaRPr lang="en-IN" dirty="0"/>
          </a:p>
        </p:txBody>
      </p:sp>
    </p:spTree>
    <p:extLst>
      <p:ext uri="{BB962C8B-B14F-4D97-AF65-F5344CB8AC3E}">
        <p14:creationId xmlns:p14="http://schemas.microsoft.com/office/powerpoint/2010/main" val="2451967674"/>
      </p:ext>
    </p:extLst>
  </p:cSld>
  <p:clrMapOvr>
    <a:masterClrMapping/>
  </p:clrMapOvr>
  <p:transition spd="slow">
    <p:push dir="u"/>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D1519-2150-5184-AFBB-A3092702C572}"/>
              </a:ext>
            </a:extLst>
          </p:cNvPr>
          <p:cNvSpPr>
            <a:spLocks noGrp="1"/>
          </p:cNvSpPr>
          <p:nvPr>
            <p:ph type="title"/>
          </p:nvPr>
        </p:nvSpPr>
        <p:spPr>
          <a:xfrm>
            <a:off x="435078" y="109486"/>
            <a:ext cx="10515600" cy="814746"/>
          </a:xfrm>
        </p:spPr>
        <p:txBody>
          <a:bodyPr>
            <a:normAutofit/>
          </a:bodyPr>
          <a:lstStyle/>
          <a:p>
            <a:r>
              <a:rPr lang="en-IN" b="1" dirty="0"/>
              <a:t>Stack using arrays</a:t>
            </a:r>
          </a:p>
        </p:txBody>
      </p:sp>
      <p:sp>
        <p:nvSpPr>
          <p:cNvPr id="3" name="Content Placeholder 2">
            <a:extLst>
              <a:ext uri="{FF2B5EF4-FFF2-40B4-BE49-F238E27FC236}">
                <a16:creationId xmlns:a16="http://schemas.microsoft.com/office/drawing/2014/main" id="{7BCCDA72-A397-D06E-D5E1-4664745BE264}"/>
              </a:ext>
            </a:extLst>
          </p:cNvPr>
          <p:cNvSpPr>
            <a:spLocks noGrp="1"/>
          </p:cNvSpPr>
          <p:nvPr>
            <p:ph idx="1"/>
          </p:nvPr>
        </p:nvSpPr>
        <p:spPr>
          <a:xfrm>
            <a:off x="838200" y="1238865"/>
            <a:ext cx="10515600" cy="4938098"/>
          </a:xfrm>
        </p:spPr>
        <p:txBody>
          <a:bodyPr>
            <a:normAutofit/>
          </a:bodyPr>
          <a:lstStyle/>
          <a:p>
            <a:pPr marL="114300" marR="0" indent="-342900">
              <a:buFont typeface="+mj-lt"/>
              <a:buAutoNum type="arabicPeriod"/>
            </a:pPr>
            <a:r>
              <a:rPr lang="en-US" sz="2200" b="1" dirty="0">
                <a:solidFill>
                  <a:srgbClr val="7F0055"/>
                </a:solidFill>
                <a:effectLst/>
                <a:latin typeface="Courier New" panose="02070309020205020404" pitchFamily="49" charset="0"/>
              </a:rPr>
              <a:t>public</a:t>
            </a:r>
            <a:r>
              <a:rPr lang="en-US" sz="2200" b="1" dirty="0">
                <a:solidFill>
                  <a:srgbClr val="000000"/>
                </a:solidFill>
                <a:effectLst/>
                <a:latin typeface="Courier New" panose="02070309020205020404" pitchFamily="49" charset="0"/>
              </a:rPr>
              <a:t> </a:t>
            </a:r>
            <a:r>
              <a:rPr lang="en-US" sz="2200" b="1" dirty="0">
                <a:solidFill>
                  <a:srgbClr val="7F0055"/>
                </a:solidFill>
                <a:effectLst/>
                <a:latin typeface="Courier New" panose="02070309020205020404" pitchFamily="49" charset="0"/>
              </a:rPr>
              <a:t>class</a:t>
            </a:r>
            <a:r>
              <a:rPr lang="en-US" sz="2200" b="1" dirty="0">
                <a:solidFill>
                  <a:srgbClr val="000000"/>
                </a:solidFill>
                <a:effectLst/>
                <a:latin typeface="Courier New" panose="02070309020205020404" pitchFamily="49" charset="0"/>
              </a:rPr>
              <a:t> </a:t>
            </a:r>
            <a:r>
              <a:rPr lang="en-US" sz="2200" b="1" dirty="0" err="1">
                <a:solidFill>
                  <a:srgbClr val="000000"/>
                </a:solidFill>
                <a:effectLst/>
                <a:latin typeface="Courier New" panose="02070309020205020404" pitchFamily="49" charset="0"/>
              </a:rPr>
              <a:t>Stack_Array</a:t>
            </a:r>
            <a:r>
              <a:rPr lang="en-US" sz="2200" b="1" dirty="0">
                <a:solidFill>
                  <a:srgbClr val="000000"/>
                </a:solidFill>
                <a:effectLst/>
                <a:latin typeface="Courier New" panose="02070309020205020404" pitchFamily="49" charset="0"/>
              </a:rPr>
              <a:t> {</a:t>
            </a:r>
          </a:p>
          <a:p>
            <a:pPr marL="114300" marR="0" indent="-342900">
              <a:buFont typeface="+mj-lt"/>
              <a:buAutoNum type="arabicPeriod"/>
            </a:pPr>
            <a:endParaRPr lang="en-US" sz="2200" b="1" dirty="0">
              <a:solidFill>
                <a:srgbClr val="000000"/>
              </a:solidFill>
              <a:effectLst/>
              <a:latin typeface="Courier New" panose="02070309020205020404" pitchFamily="49" charset="0"/>
            </a:endParaRPr>
          </a:p>
          <a:p>
            <a:pPr marL="114300" marR="0" indent="-342900">
              <a:buFont typeface="+mj-lt"/>
              <a:buAutoNum type="arabicPeriod"/>
            </a:pPr>
            <a:r>
              <a:rPr lang="en-US" sz="2200" b="1" dirty="0">
                <a:solidFill>
                  <a:srgbClr val="7F0055"/>
                </a:solidFill>
                <a:effectLst/>
                <a:latin typeface="Courier New" panose="02070309020205020404" pitchFamily="49" charset="0"/>
              </a:rPr>
              <a:t>static</a:t>
            </a:r>
            <a:r>
              <a:rPr lang="en-US" sz="2200" b="1" dirty="0">
                <a:solidFill>
                  <a:srgbClr val="000000"/>
                </a:solidFill>
                <a:effectLst/>
                <a:latin typeface="Courier New" panose="02070309020205020404" pitchFamily="49" charset="0"/>
              </a:rPr>
              <a:t> </a:t>
            </a:r>
            <a:r>
              <a:rPr lang="en-US" sz="2200" b="1" dirty="0">
                <a:solidFill>
                  <a:srgbClr val="7F0055"/>
                </a:solidFill>
                <a:effectLst/>
                <a:latin typeface="Courier New" panose="02070309020205020404" pitchFamily="49" charset="0"/>
              </a:rPr>
              <a:t>int</a:t>
            </a:r>
            <a:r>
              <a:rPr lang="en-US" sz="2200" b="1" dirty="0">
                <a:solidFill>
                  <a:srgbClr val="000000"/>
                </a:solidFill>
                <a:effectLst/>
                <a:latin typeface="Courier New" panose="02070309020205020404" pitchFamily="49" charset="0"/>
              </a:rPr>
              <a:t> </a:t>
            </a:r>
            <a:r>
              <a:rPr lang="en-US" sz="2200" b="1" i="1" dirty="0">
                <a:solidFill>
                  <a:srgbClr val="0000C0"/>
                </a:solidFill>
                <a:effectLst/>
                <a:latin typeface="Courier New" panose="02070309020205020404" pitchFamily="49" charset="0"/>
              </a:rPr>
              <a:t>top</a:t>
            </a:r>
            <a:r>
              <a:rPr lang="en-US" sz="2200" b="1" dirty="0">
                <a:solidFill>
                  <a:srgbClr val="000000"/>
                </a:solidFill>
                <a:effectLst/>
                <a:latin typeface="Courier New" panose="02070309020205020404" pitchFamily="49" charset="0"/>
              </a:rPr>
              <a:t>=-1;</a:t>
            </a:r>
          </a:p>
          <a:p>
            <a:pPr marL="114300" marR="0" indent="-342900">
              <a:buFont typeface="+mj-lt"/>
              <a:buAutoNum type="arabicPeriod"/>
            </a:pPr>
            <a:r>
              <a:rPr lang="en-US" sz="2200" b="1" dirty="0">
                <a:solidFill>
                  <a:srgbClr val="7F0055"/>
                </a:solidFill>
                <a:effectLst/>
                <a:latin typeface="Courier New" panose="02070309020205020404" pitchFamily="49" charset="0"/>
              </a:rPr>
              <a:t>static</a:t>
            </a:r>
            <a:r>
              <a:rPr lang="en-US" sz="2200" b="1" dirty="0">
                <a:solidFill>
                  <a:srgbClr val="000000"/>
                </a:solidFill>
                <a:effectLst/>
                <a:latin typeface="Courier New" panose="02070309020205020404" pitchFamily="49" charset="0"/>
              </a:rPr>
              <a:t> </a:t>
            </a:r>
            <a:r>
              <a:rPr lang="en-US" sz="2200" b="1" dirty="0">
                <a:solidFill>
                  <a:srgbClr val="7F0055"/>
                </a:solidFill>
                <a:effectLst/>
                <a:latin typeface="Courier New" panose="02070309020205020404" pitchFamily="49" charset="0"/>
              </a:rPr>
              <a:t>int</a:t>
            </a:r>
            <a:r>
              <a:rPr lang="en-US" sz="2200" b="1" dirty="0">
                <a:solidFill>
                  <a:srgbClr val="000000"/>
                </a:solidFill>
                <a:effectLst/>
                <a:latin typeface="Courier New" panose="02070309020205020404" pitchFamily="49" charset="0"/>
              </a:rPr>
              <a:t> </a:t>
            </a:r>
            <a:r>
              <a:rPr lang="en-US" sz="2200" b="1" i="1" dirty="0" err="1">
                <a:solidFill>
                  <a:srgbClr val="0000C0"/>
                </a:solidFill>
                <a:effectLst/>
                <a:latin typeface="Courier New" panose="02070309020205020404" pitchFamily="49" charset="0"/>
              </a:rPr>
              <a:t>maxcap</a:t>
            </a:r>
            <a:r>
              <a:rPr lang="en-US" sz="2200" b="1" dirty="0">
                <a:solidFill>
                  <a:srgbClr val="000000"/>
                </a:solidFill>
                <a:effectLst/>
                <a:latin typeface="Courier New" panose="02070309020205020404" pitchFamily="49" charset="0"/>
              </a:rPr>
              <a:t>=1000;</a:t>
            </a:r>
          </a:p>
          <a:p>
            <a:pPr marL="114300" marR="0" indent="-342900">
              <a:buFont typeface="+mj-lt"/>
              <a:buAutoNum type="arabicPeriod"/>
            </a:pPr>
            <a:r>
              <a:rPr lang="en-US" sz="2200" b="1" dirty="0">
                <a:solidFill>
                  <a:srgbClr val="7F0055"/>
                </a:solidFill>
                <a:effectLst/>
                <a:latin typeface="Courier New" panose="02070309020205020404" pitchFamily="49" charset="0"/>
              </a:rPr>
              <a:t>static</a:t>
            </a:r>
            <a:r>
              <a:rPr lang="en-US" sz="2200" b="1" dirty="0">
                <a:solidFill>
                  <a:srgbClr val="000000"/>
                </a:solidFill>
                <a:effectLst/>
                <a:latin typeface="Courier New" panose="02070309020205020404" pitchFamily="49" charset="0"/>
              </a:rPr>
              <a:t> </a:t>
            </a:r>
            <a:r>
              <a:rPr lang="en-US" sz="2200" b="1" dirty="0">
                <a:solidFill>
                  <a:srgbClr val="7F0055"/>
                </a:solidFill>
                <a:effectLst/>
                <a:latin typeface="Courier New" panose="02070309020205020404" pitchFamily="49" charset="0"/>
              </a:rPr>
              <a:t>int</a:t>
            </a:r>
            <a:r>
              <a:rPr lang="en-US" sz="2200" b="1" dirty="0">
                <a:solidFill>
                  <a:srgbClr val="000000"/>
                </a:solidFill>
                <a:effectLst/>
                <a:latin typeface="Courier New" panose="02070309020205020404" pitchFamily="49" charset="0"/>
              </a:rPr>
              <a:t> </a:t>
            </a:r>
            <a:r>
              <a:rPr lang="en-US" sz="2200" b="1" i="1" dirty="0" err="1">
                <a:solidFill>
                  <a:srgbClr val="0000C0"/>
                </a:solidFill>
                <a:effectLst/>
                <a:latin typeface="Courier New" panose="02070309020205020404" pitchFamily="49" charset="0"/>
              </a:rPr>
              <a:t>arr</a:t>
            </a:r>
            <a:r>
              <a:rPr lang="en-US" sz="2200" b="1" dirty="0">
                <a:solidFill>
                  <a:srgbClr val="000000"/>
                </a:solidFill>
                <a:effectLst/>
                <a:latin typeface="Courier New" panose="02070309020205020404" pitchFamily="49" charset="0"/>
              </a:rPr>
              <a:t>[]=</a:t>
            </a:r>
            <a:r>
              <a:rPr lang="en-US" sz="2200" b="1" dirty="0">
                <a:solidFill>
                  <a:srgbClr val="7F0055"/>
                </a:solidFill>
                <a:effectLst/>
                <a:latin typeface="Courier New" panose="02070309020205020404" pitchFamily="49" charset="0"/>
              </a:rPr>
              <a:t>new</a:t>
            </a:r>
            <a:r>
              <a:rPr lang="en-US" sz="2200" b="1" dirty="0">
                <a:solidFill>
                  <a:srgbClr val="000000"/>
                </a:solidFill>
                <a:effectLst/>
                <a:latin typeface="Courier New" panose="02070309020205020404" pitchFamily="49" charset="0"/>
              </a:rPr>
              <a:t> </a:t>
            </a:r>
            <a:r>
              <a:rPr lang="en-US" sz="2200" b="1" dirty="0">
                <a:solidFill>
                  <a:srgbClr val="7F0055"/>
                </a:solidFill>
                <a:effectLst/>
                <a:latin typeface="Courier New" panose="02070309020205020404" pitchFamily="49" charset="0"/>
              </a:rPr>
              <a:t>int</a:t>
            </a:r>
            <a:r>
              <a:rPr lang="en-US" sz="2200" b="1" dirty="0">
                <a:solidFill>
                  <a:srgbClr val="000000"/>
                </a:solidFill>
                <a:effectLst/>
                <a:latin typeface="Courier New" panose="02070309020205020404" pitchFamily="49" charset="0"/>
              </a:rPr>
              <a:t>[</a:t>
            </a:r>
            <a:r>
              <a:rPr lang="en-US" sz="2200" b="1" i="1" dirty="0" err="1">
                <a:solidFill>
                  <a:srgbClr val="0000C0"/>
                </a:solidFill>
                <a:effectLst/>
                <a:latin typeface="Courier New" panose="02070309020205020404" pitchFamily="49" charset="0"/>
              </a:rPr>
              <a:t>maxcap</a:t>
            </a:r>
            <a:r>
              <a:rPr lang="en-US" sz="2200" b="1" dirty="0">
                <a:solidFill>
                  <a:srgbClr val="000000"/>
                </a:solidFill>
                <a:effectLst/>
                <a:latin typeface="Courier New" panose="02070309020205020404" pitchFamily="49" charset="0"/>
              </a:rPr>
              <a:t>];</a:t>
            </a:r>
          </a:p>
          <a:p>
            <a:pPr marL="514350" indent="-514350">
              <a:buFont typeface="+mj-lt"/>
              <a:buAutoNum type="arabicPeriod"/>
            </a:pPr>
            <a:endParaRPr lang="en-IN" sz="2200" b="1" dirty="0"/>
          </a:p>
          <a:p>
            <a:pPr marL="514350" indent="-514350">
              <a:buFont typeface="+mj-lt"/>
              <a:buAutoNum type="arabicPeriod"/>
            </a:pPr>
            <a:endParaRPr lang="en-IN" sz="2200" b="1" dirty="0"/>
          </a:p>
          <a:p>
            <a:pPr marL="114300" marR="0" indent="-342900">
              <a:buFont typeface="+mj-lt"/>
              <a:buAutoNum type="arabicPeriod"/>
            </a:pPr>
            <a:r>
              <a:rPr lang="en-US" sz="2200" b="1" dirty="0">
                <a:solidFill>
                  <a:srgbClr val="7F0055"/>
                </a:solidFill>
                <a:effectLst/>
                <a:latin typeface="Courier New" panose="02070309020205020404" pitchFamily="49" charset="0"/>
              </a:rPr>
              <a:t>static</a:t>
            </a:r>
            <a:r>
              <a:rPr lang="en-US" sz="2200" b="1" dirty="0">
                <a:solidFill>
                  <a:srgbClr val="000000"/>
                </a:solidFill>
                <a:effectLst/>
                <a:latin typeface="Courier New" panose="02070309020205020404" pitchFamily="49" charset="0"/>
              </a:rPr>
              <a:t> </a:t>
            </a:r>
            <a:r>
              <a:rPr lang="en-US" sz="2200" b="1" dirty="0" err="1">
                <a:solidFill>
                  <a:srgbClr val="7F0055"/>
                </a:solidFill>
                <a:effectLst/>
                <a:latin typeface="Courier New" panose="02070309020205020404" pitchFamily="49" charset="0"/>
              </a:rPr>
              <a:t>boolean</a:t>
            </a:r>
            <a:r>
              <a:rPr lang="en-US" sz="2200" b="1" dirty="0">
                <a:solidFill>
                  <a:srgbClr val="000000"/>
                </a:solidFill>
                <a:effectLst/>
                <a:latin typeface="Courier New" panose="02070309020205020404" pitchFamily="49" charset="0"/>
              </a:rPr>
              <a:t> </a:t>
            </a:r>
            <a:r>
              <a:rPr lang="en-US" sz="2200" b="1" dirty="0" err="1">
                <a:solidFill>
                  <a:srgbClr val="000000"/>
                </a:solidFill>
                <a:effectLst/>
                <a:latin typeface="Courier New" panose="02070309020205020404" pitchFamily="49" charset="0"/>
              </a:rPr>
              <a:t>isfull</a:t>
            </a:r>
            <a:r>
              <a:rPr lang="en-US" sz="2200" b="1" dirty="0">
                <a:solidFill>
                  <a:srgbClr val="000000"/>
                </a:solidFill>
                <a:effectLst/>
                <a:latin typeface="Courier New" panose="02070309020205020404" pitchFamily="49" charset="0"/>
              </a:rPr>
              <a:t>()</a:t>
            </a:r>
          </a:p>
          <a:p>
            <a:pPr marL="114300" marR="0" indent="-342900">
              <a:buFont typeface="+mj-lt"/>
              <a:buAutoNum type="arabicPeriod"/>
            </a:pPr>
            <a:r>
              <a:rPr lang="en-US" sz="2200" b="1" dirty="0">
                <a:solidFill>
                  <a:srgbClr val="000000"/>
                </a:solidFill>
                <a:effectLst/>
                <a:latin typeface="Courier New" panose="02070309020205020404" pitchFamily="49" charset="0"/>
              </a:rPr>
              <a:t>{</a:t>
            </a:r>
          </a:p>
          <a:p>
            <a:pPr marL="114300" marR="0" indent="-342900">
              <a:buFont typeface="+mj-lt"/>
              <a:buAutoNum type="arabicPeriod"/>
            </a:pPr>
            <a:r>
              <a:rPr lang="en-US" sz="2200" b="1" dirty="0">
                <a:solidFill>
                  <a:srgbClr val="7F0055"/>
                </a:solidFill>
                <a:effectLst/>
                <a:latin typeface="Courier New" panose="02070309020205020404" pitchFamily="49" charset="0"/>
              </a:rPr>
              <a:t>return</a:t>
            </a:r>
            <a:r>
              <a:rPr lang="en-US" sz="2200" b="1" dirty="0">
                <a:solidFill>
                  <a:srgbClr val="000000"/>
                </a:solidFill>
                <a:effectLst/>
                <a:latin typeface="Courier New" panose="02070309020205020404" pitchFamily="49" charset="0"/>
              </a:rPr>
              <a:t> </a:t>
            </a:r>
            <a:r>
              <a:rPr lang="en-US" sz="2200" b="1" i="1" dirty="0">
                <a:solidFill>
                  <a:srgbClr val="0000C0"/>
                </a:solidFill>
                <a:effectLst/>
                <a:latin typeface="Courier New" panose="02070309020205020404" pitchFamily="49" charset="0"/>
              </a:rPr>
              <a:t>top</a:t>
            </a:r>
            <a:r>
              <a:rPr lang="en-US" sz="2200" b="1" dirty="0">
                <a:solidFill>
                  <a:srgbClr val="000000"/>
                </a:solidFill>
                <a:effectLst/>
                <a:latin typeface="Courier New" panose="02070309020205020404" pitchFamily="49" charset="0"/>
              </a:rPr>
              <a:t>==</a:t>
            </a:r>
            <a:r>
              <a:rPr lang="en-US" sz="2200" b="1" i="1" dirty="0">
                <a:solidFill>
                  <a:srgbClr val="0000C0"/>
                </a:solidFill>
                <a:effectLst/>
                <a:latin typeface="Courier New" panose="02070309020205020404" pitchFamily="49" charset="0"/>
              </a:rPr>
              <a:t>maxcap</a:t>
            </a:r>
            <a:r>
              <a:rPr lang="en-US" sz="2200" b="1" dirty="0">
                <a:solidFill>
                  <a:srgbClr val="000000"/>
                </a:solidFill>
                <a:effectLst/>
                <a:latin typeface="Courier New" panose="02070309020205020404" pitchFamily="49" charset="0"/>
              </a:rPr>
              <a:t>-1;</a:t>
            </a:r>
          </a:p>
          <a:p>
            <a:pPr marL="114300" marR="0" indent="-342900">
              <a:buFont typeface="+mj-lt"/>
              <a:buAutoNum type="arabicPeriod"/>
            </a:pPr>
            <a:r>
              <a:rPr lang="en-US" sz="2200" b="1" dirty="0">
                <a:solidFill>
                  <a:srgbClr val="000000"/>
                </a:solidFill>
                <a:effectLst/>
                <a:latin typeface="Courier New" panose="02070309020205020404" pitchFamily="49" charset="0"/>
              </a:rPr>
              <a:t>}</a:t>
            </a:r>
          </a:p>
        </p:txBody>
      </p:sp>
    </p:spTree>
    <p:extLst>
      <p:ext uri="{BB962C8B-B14F-4D97-AF65-F5344CB8AC3E}">
        <p14:creationId xmlns:p14="http://schemas.microsoft.com/office/powerpoint/2010/main" val="110995596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 calcmode="lin" valueType="num">
                                      <p:cBhvr additive="base">
                                        <p:cTn id="3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 calcmode="lin" valueType="num">
                                      <p:cBhvr additive="base">
                                        <p:cTn id="37"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anim calcmode="lin" valueType="num">
                                      <p:cBhvr additive="base">
                                        <p:cTn id="43"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10" end="10"/>
                                            </p:txEl>
                                          </p:spTgt>
                                        </p:tgtEl>
                                        <p:attrNameLst>
                                          <p:attrName>style.visibility</p:attrName>
                                        </p:attrNameLst>
                                      </p:cBhvr>
                                      <p:to>
                                        <p:strVal val="visible"/>
                                      </p:to>
                                    </p:set>
                                    <p:anim calcmode="lin" valueType="num">
                                      <p:cBhvr additive="base">
                                        <p:cTn id="49"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E42F573-6193-79A2-5B03-01844B00ECE7}"/>
              </a:ext>
            </a:extLst>
          </p:cNvPr>
          <p:cNvSpPr>
            <a:spLocks noGrp="1"/>
          </p:cNvSpPr>
          <p:nvPr>
            <p:ph idx="1"/>
          </p:nvPr>
        </p:nvSpPr>
        <p:spPr>
          <a:xfrm>
            <a:off x="176981" y="137652"/>
            <a:ext cx="11176819" cy="6039311"/>
          </a:xfrm>
        </p:spPr>
        <p:txBody>
          <a:bodyPr>
            <a:normAutofit/>
          </a:bodyPr>
          <a:lstStyle/>
          <a:p>
            <a:pPr marL="114300" marR="0" indent="-342900">
              <a:buFont typeface="+mj-lt"/>
              <a:buAutoNum type="arabicPeriod" startAt="9"/>
            </a:pPr>
            <a:r>
              <a:rPr lang="en-IN" sz="2500" b="1" dirty="0">
                <a:solidFill>
                  <a:srgbClr val="7F0055"/>
                </a:solidFill>
                <a:effectLst/>
                <a:latin typeface="Courier New" panose="02070309020205020404" pitchFamily="49" charset="0"/>
              </a:rPr>
              <a:t>static</a:t>
            </a:r>
            <a:r>
              <a:rPr lang="en-IN" sz="2500" b="1" dirty="0">
                <a:solidFill>
                  <a:srgbClr val="000000"/>
                </a:solidFill>
                <a:effectLst/>
                <a:latin typeface="Courier New" panose="02070309020205020404" pitchFamily="49" charset="0"/>
              </a:rPr>
              <a:t> </a:t>
            </a:r>
            <a:r>
              <a:rPr lang="en-IN" sz="2500" b="1" dirty="0" err="1">
                <a:solidFill>
                  <a:srgbClr val="7F0055"/>
                </a:solidFill>
                <a:effectLst/>
                <a:latin typeface="Courier New" panose="02070309020205020404" pitchFamily="49" charset="0"/>
              </a:rPr>
              <a:t>boolean</a:t>
            </a:r>
            <a:r>
              <a:rPr lang="en-IN" sz="2500" b="1" dirty="0">
                <a:solidFill>
                  <a:srgbClr val="000000"/>
                </a:solidFill>
                <a:effectLst/>
                <a:latin typeface="Courier New" panose="02070309020205020404" pitchFamily="49" charset="0"/>
              </a:rPr>
              <a:t> </a:t>
            </a:r>
            <a:r>
              <a:rPr lang="en-IN" sz="2500" b="1" dirty="0" err="1">
                <a:solidFill>
                  <a:srgbClr val="000000"/>
                </a:solidFill>
                <a:effectLst/>
                <a:latin typeface="Courier New" panose="02070309020205020404" pitchFamily="49" charset="0"/>
              </a:rPr>
              <a:t>isempty</a:t>
            </a:r>
            <a:r>
              <a:rPr lang="en-IN" sz="2500" b="1" dirty="0">
                <a:solidFill>
                  <a:srgbClr val="000000"/>
                </a:solidFill>
                <a:effectLst/>
                <a:latin typeface="Courier New" panose="02070309020205020404" pitchFamily="49" charset="0"/>
              </a:rPr>
              <a:t>()</a:t>
            </a:r>
          </a:p>
          <a:p>
            <a:pPr marL="114300" marR="0" indent="-342900">
              <a:buFont typeface="+mj-lt"/>
              <a:buAutoNum type="arabicPeriod" startAt="9"/>
            </a:pPr>
            <a:r>
              <a:rPr lang="en-IN" sz="2500" b="1" dirty="0">
                <a:solidFill>
                  <a:srgbClr val="000000"/>
                </a:solidFill>
                <a:effectLst/>
                <a:latin typeface="Courier New" panose="02070309020205020404" pitchFamily="49" charset="0"/>
              </a:rPr>
              <a:t>{</a:t>
            </a:r>
          </a:p>
          <a:p>
            <a:pPr marL="114300" marR="0" indent="-342900">
              <a:buFont typeface="+mj-lt"/>
              <a:buAutoNum type="arabicPeriod" startAt="9"/>
            </a:pPr>
            <a:r>
              <a:rPr lang="en-IN" sz="2500" b="1" dirty="0">
                <a:solidFill>
                  <a:srgbClr val="7F0055"/>
                </a:solidFill>
                <a:effectLst/>
                <a:latin typeface="Courier New" panose="02070309020205020404" pitchFamily="49" charset="0"/>
              </a:rPr>
              <a:t>return</a:t>
            </a:r>
            <a:r>
              <a:rPr lang="en-IN" sz="2500" b="1" dirty="0">
                <a:solidFill>
                  <a:srgbClr val="000000"/>
                </a:solidFill>
                <a:effectLst/>
                <a:latin typeface="Courier New" panose="02070309020205020404" pitchFamily="49" charset="0"/>
              </a:rPr>
              <a:t> </a:t>
            </a:r>
            <a:r>
              <a:rPr lang="en-IN" sz="2500" b="1" i="1" dirty="0">
                <a:solidFill>
                  <a:srgbClr val="0000C0"/>
                </a:solidFill>
                <a:effectLst/>
                <a:latin typeface="Courier New" panose="02070309020205020404" pitchFamily="49" charset="0"/>
              </a:rPr>
              <a:t>top</a:t>
            </a:r>
            <a:r>
              <a:rPr lang="en-IN" sz="2500" b="1" dirty="0">
                <a:solidFill>
                  <a:srgbClr val="000000"/>
                </a:solidFill>
                <a:effectLst/>
                <a:latin typeface="Courier New" panose="02070309020205020404" pitchFamily="49" charset="0"/>
              </a:rPr>
              <a:t>==-1;</a:t>
            </a:r>
          </a:p>
          <a:p>
            <a:pPr marL="114300" marR="0" indent="-342900">
              <a:buFont typeface="+mj-lt"/>
              <a:buAutoNum type="arabicPeriod" startAt="9"/>
            </a:pPr>
            <a:r>
              <a:rPr lang="en-IN" sz="2500" b="1" dirty="0">
                <a:solidFill>
                  <a:srgbClr val="000000"/>
                </a:solidFill>
                <a:effectLst/>
                <a:latin typeface="Courier New" panose="02070309020205020404" pitchFamily="49" charset="0"/>
              </a:rPr>
              <a:t>}</a:t>
            </a:r>
          </a:p>
          <a:p>
            <a:pPr marL="114300" marR="0" indent="-342900">
              <a:buFont typeface="+mj-lt"/>
              <a:buAutoNum type="arabicPeriod" startAt="9"/>
            </a:pPr>
            <a:endParaRPr lang="en-IN" sz="2500" b="1" dirty="0">
              <a:solidFill>
                <a:srgbClr val="000000"/>
              </a:solidFill>
              <a:effectLst/>
              <a:latin typeface="Courier New" panose="02070309020205020404" pitchFamily="49" charset="0"/>
            </a:endParaRPr>
          </a:p>
          <a:p>
            <a:pPr marL="114300" marR="0" indent="-342900">
              <a:buFont typeface="+mj-lt"/>
              <a:buAutoNum type="arabicPeriod" startAt="9"/>
            </a:pPr>
            <a:r>
              <a:rPr lang="en-IN" sz="2500" b="1" dirty="0">
                <a:solidFill>
                  <a:srgbClr val="7F0055"/>
                </a:solidFill>
                <a:effectLst/>
                <a:latin typeface="Courier New" panose="02070309020205020404" pitchFamily="49" charset="0"/>
              </a:rPr>
              <a:t>static</a:t>
            </a:r>
            <a:r>
              <a:rPr lang="en-IN" sz="2500" b="1" dirty="0">
                <a:solidFill>
                  <a:srgbClr val="000000"/>
                </a:solidFill>
                <a:effectLst/>
                <a:latin typeface="Courier New" panose="02070309020205020404" pitchFamily="49" charset="0"/>
              </a:rPr>
              <a:t> </a:t>
            </a:r>
            <a:r>
              <a:rPr lang="en-IN" sz="2500" b="1" dirty="0">
                <a:solidFill>
                  <a:srgbClr val="7F0055"/>
                </a:solidFill>
                <a:effectLst/>
                <a:latin typeface="Courier New" panose="02070309020205020404" pitchFamily="49" charset="0"/>
              </a:rPr>
              <a:t>void</a:t>
            </a:r>
            <a:r>
              <a:rPr lang="en-IN" sz="2500" b="1" dirty="0">
                <a:solidFill>
                  <a:srgbClr val="000000"/>
                </a:solidFill>
                <a:effectLst/>
                <a:latin typeface="Courier New" panose="02070309020205020404" pitchFamily="49" charset="0"/>
              </a:rPr>
              <a:t> push(</a:t>
            </a:r>
            <a:r>
              <a:rPr lang="en-IN" sz="2500" b="1" dirty="0">
                <a:solidFill>
                  <a:srgbClr val="7F0055"/>
                </a:solidFill>
                <a:effectLst/>
                <a:latin typeface="Courier New" panose="02070309020205020404" pitchFamily="49" charset="0"/>
              </a:rPr>
              <a:t>int</a:t>
            </a:r>
            <a:r>
              <a:rPr lang="en-IN" sz="2500" b="1" dirty="0">
                <a:solidFill>
                  <a:srgbClr val="000000"/>
                </a:solidFill>
                <a:effectLst/>
                <a:latin typeface="Courier New" panose="02070309020205020404" pitchFamily="49" charset="0"/>
              </a:rPr>
              <a:t> </a:t>
            </a:r>
            <a:r>
              <a:rPr lang="en-IN" sz="2500" b="1" dirty="0">
                <a:solidFill>
                  <a:srgbClr val="6A3E3E"/>
                </a:solidFill>
                <a:effectLst/>
                <a:latin typeface="Courier New" panose="02070309020205020404" pitchFamily="49" charset="0"/>
              </a:rPr>
              <a:t>e</a:t>
            </a:r>
            <a:r>
              <a:rPr lang="en-IN" sz="2500" b="1" dirty="0">
                <a:solidFill>
                  <a:srgbClr val="000000"/>
                </a:solidFill>
                <a:effectLst/>
                <a:latin typeface="Courier New" panose="02070309020205020404" pitchFamily="49" charset="0"/>
              </a:rPr>
              <a:t>)</a:t>
            </a:r>
          </a:p>
          <a:p>
            <a:pPr marL="114300" marR="0" indent="-342900">
              <a:buFont typeface="+mj-lt"/>
              <a:buAutoNum type="arabicPeriod" startAt="9"/>
            </a:pPr>
            <a:r>
              <a:rPr lang="en-IN" sz="2500" b="1" dirty="0">
                <a:solidFill>
                  <a:srgbClr val="000000"/>
                </a:solidFill>
                <a:effectLst/>
                <a:latin typeface="Courier New" panose="02070309020205020404" pitchFamily="49" charset="0"/>
              </a:rPr>
              <a:t>{</a:t>
            </a:r>
          </a:p>
          <a:p>
            <a:pPr marL="114300" marR="0" indent="-342900">
              <a:buFont typeface="+mj-lt"/>
              <a:buAutoNum type="arabicPeriod" startAt="9"/>
            </a:pPr>
            <a:r>
              <a:rPr lang="en-IN" sz="2500" b="1" dirty="0">
                <a:solidFill>
                  <a:srgbClr val="7F0055"/>
                </a:solidFill>
                <a:effectLst/>
                <a:latin typeface="Courier New" panose="02070309020205020404" pitchFamily="49" charset="0"/>
              </a:rPr>
              <a:t>     if</a:t>
            </a:r>
            <a:r>
              <a:rPr lang="en-IN" sz="2500" b="1" dirty="0">
                <a:solidFill>
                  <a:srgbClr val="000000"/>
                </a:solidFill>
                <a:effectLst/>
                <a:latin typeface="Courier New" panose="02070309020205020404" pitchFamily="49" charset="0"/>
              </a:rPr>
              <a:t>(</a:t>
            </a:r>
            <a:r>
              <a:rPr lang="en-IN" sz="2500" b="1" i="1" dirty="0" err="1">
                <a:solidFill>
                  <a:srgbClr val="000000"/>
                </a:solidFill>
                <a:effectLst/>
                <a:latin typeface="Courier New" panose="02070309020205020404" pitchFamily="49" charset="0"/>
              </a:rPr>
              <a:t>isfull</a:t>
            </a:r>
            <a:r>
              <a:rPr lang="en-IN" sz="2500" b="1" dirty="0">
                <a:solidFill>
                  <a:srgbClr val="000000"/>
                </a:solidFill>
                <a:effectLst/>
                <a:latin typeface="Courier New" panose="02070309020205020404" pitchFamily="49" charset="0"/>
              </a:rPr>
              <a:t>())</a:t>
            </a:r>
          </a:p>
          <a:p>
            <a:pPr marL="114300" marR="0" indent="-342900">
              <a:buFont typeface="+mj-lt"/>
              <a:buAutoNum type="arabicPeriod" startAt="9"/>
            </a:pPr>
            <a:r>
              <a:rPr lang="en-IN" sz="2500" b="1" dirty="0">
                <a:solidFill>
                  <a:srgbClr val="000000"/>
                </a:solidFill>
                <a:effectLst/>
                <a:latin typeface="Courier New" panose="02070309020205020404" pitchFamily="49" charset="0"/>
              </a:rPr>
              <a:t>           </a:t>
            </a:r>
            <a:r>
              <a:rPr lang="en-IN" sz="2500" b="1" dirty="0" err="1">
                <a:solidFill>
                  <a:srgbClr val="000000"/>
                </a:solidFill>
                <a:effectLst/>
                <a:latin typeface="Courier New" panose="02070309020205020404" pitchFamily="49" charset="0"/>
              </a:rPr>
              <a:t>System.</a:t>
            </a:r>
            <a:r>
              <a:rPr lang="en-IN" sz="2500" b="1" i="1" dirty="0" err="1">
                <a:solidFill>
                  <a:srgbClr val="0000C0"/>
                </a:solidFill>
                <a:effectLst/>
                <a:latin typeface="Courier New" panose="02070309020205020404" pitchFamily="49" charset="0"/>
              </a:rPr>
              <a:t>out</a:t>
            </a:r>
            <a:r>
              <a:rPr lang="en-IN" sz="2500" b="1" dirty="0" err="1">
                <a:solidFill>
                  <a:srgbClr val="000000"/>
                </a:solidFill>
                <a:effectLst/>
                <a:latin typeface="Courier New" panose="02070309020205020404" pitchFamily="49" charset="0"/>
              </a:rPr>
              <a:t>.println</a:t>
            </a:r>
            <a:r>
              <a:rPr lang="en-IN" sz="2500" b="1" dirty="0">
                <a:solidFill>
                  <a:srgbClr val="000000"/>
                </a:solidFill>
                <a:effectLst/>
                <a:latin typeface="Courier New" panose="02070309020205020404" pitchFamily="49" charset="0"/>
              </a:rPr>
              <a:t>(</a:t>
            </a:r>
            <a:r>
              <a:rPr lang="en-IN" sz="2500" b="1" dirty="0">
                <a:solidFill>
                  <a:srgbClr val="2A00FF"/>
                </a:solidFill>
                <a:effectLst/>
                <a:latin typeface="Courier New" panose="02070309020205020404" pitchFamily="49" charset="0"/>
              </a:rPr>
              <a:t>"can't insert element"</a:t>
            </a:r>
            <a:r>
              <a:rPr lang="en-IN" sz="2500" b="1" dirty="0">
                <a:solidFill>
                  <a:srgbClr val="000000"/>
                </a:solidFill>
                <a:effectLst/>
                <a:latin typeface="Courier New" panose="02070309020205020404" pitchFamily="49" charset="0"/>
              </a:rPr>
              <a:t>);</a:t>
            </a:r>
          </a:p>
          <a:p>
            <a:pPr marL="114300" marR="0" indent="-342900">
              <a:buFont typeface="+mj-lt"/>
              <a:buAutoNum type="arabicPeriod" startAt="9"/>
            </a:pPr>
            <a:r>
              <a:rPr lang="en-IN" sz="2500" b="1" dirty="0">
                <a:solidFill>
                  <a:srgbClr val="7F0055"/>
                </a:solidFill>
                <a:effectLst/>
                <a:latin typeface="Courier New" panose="02070309020205020404" pitchFamily="49" charset="0"/>
              </a:rPr>
              <a:t>     else</a:t>
            </a:r>
            <a:endParaRPr lang="en-IN" sz="2500" b="1" dirty="0">
              <a:solidFill>
                <a:srgbClr val="000000"/>
              </a:solidFill>
              <a:effectLst/>
              <a:latin typeface="Courier New" panose="02070309020205020404" pitchFamily="49" charset="0"/>
            </a:endParaRPr>
          </a:p>
          <a:p>
            <a:pPr marL="114300" marR="0" indent="-342900">
              <a:buFont typeface="+mj-lt"/>
              <a:buAutoNum type="arabicPeriod" startAt="9"/>
            </a:pPr>
            <a:r>
              <a:rPr lang="en-IN" sz="2500" b="1" i="1" dirty="0">
                <a:solidFill>
                  <a:srgbClr val="0000C0"/>
                </a:solidFill>
                <a:effectLst/>
                <a:latin typeface="Courier New" panose="02070309020205020404" pitchFamily="49" charset="0"/>
              </a:rPr>
              <a:t>            </a:t>
            </a:r>
            <a:r>
              <a:rPr lang="en-IN" sz="2500" b="1" i="1" dirty="0" err="1">
                <a:solidFill>
                  <a:srgbClr val="0000C0"/>
                </a:solidFill>
                <a:effectLst/>
                <a:latin typeface="Courier New" panose="02070309020205020404" pitchFamily="49" charset="0"/>
              </a:rPr>
              <a:t>arr</a:t>
            </a:r>
            <a:r>
              <a:rPr lang="en-IN" sz="2500" b="1" dirty="0">
                <a:solidFill>
                  <a:srgbClr val="000000"/>
                </a:solidFill>
                <a:effectLst/>
                <a:latin typeface="Courier New" panose="02070309020205020404" pitchFamily="49" charset="0"/>
              </a:rPr>
              <a:t>[++</a:t>
            </a:r>
            <a:r>
              <a:rPr lang="en-IN" sz="2500" b="1" i="1" dirty="0">
                <a:solidFill>
                  <a:srgbClr val="0000C0"/>
                </a:solidFill>
                <a:effectLst/>
                <a:latin typeface="Courier New" panose="02070309020205020404" pitchFamily="49" charset="0"/>
              </a:rPr>
              <a:t>top</a:t>
            </a:r>
            <a:r>
              <a:rPr lang="en-IN" sz="2500" b="1" dirty="0">
                <a:solidFill>
                  <a:srgbClr val="000000"/>
                </a:solidFill>
                <a:effectLst/>
                <a:latin typeface="Courier New" panose="02070309020205020404" pitchFamily="49" charset="0"/>
              </a:rPr>
              <a:t>]=</a:t>
            </a:r>
            <a:r>
              <a:rPr lang="en-IN" sz="2500" b="1" dirty="0">
                <a:solidFill>
                  <a:srgbClr val="6A3E3E"/>
                </a:solidFill>
                <a:effectLst/>
                <a:latin typeface="Courier New" panose="02070309020205020404" pitchFamily="49" charset="0"/>
              </a:rPr>
              <a:t>e</a:t>
            </a:r>
            <a:r>
              <a:rPr lang="en-IN" sz="2500" b="1" dirty="0">
                <a:solidFill>
                  <a:srgbClr val="000000"/>
                </a:solidFill>
                <a:effectLst/>
                <a:latin typeface="Courier New" panose="02070309020205020404" pitchFamily="49" charset="0"/>
              </a:rPr>
              <a:t>;</a:t>
            </a:r>
          </a:p>
          <a:p>
            <a:pPr marL="114300" marR="0" indent="-342900">
              <a:buFont typeface="+mj-lt"/>
              <a:buAutoNum type="arabicPeriod" startAt="9"/>
            </a:pPr>
            <a:r>
              <a:rPr lang="en-IN" sz="2500" b="1" dirty="0">
                <a:solidFill>
                  <a:srgbClr val="000000"/>
                </a:solidFill>
                <a:effectLst/>
                <a:latin typeface="Courier New" panose="02070309020205020404" pitchFamily="49" charset="0"/>
              </a:rPr>
              <a:t>}</a:t>
            </a:r>
          </a:p>
          <a:p>
            <a:pPr marL="514350" indent="-514350">
              <a:buFont typeface="+mj-lt"/>
              <a:buAutoNum type="arabicPeriod" startAt="9"/>
            </a:pPr>
            <a:endParaRPr lang="en-IN" sz="2500" b="1" dirty="0"/>
          </a:p>
        </p:txBody>
      </p:sp>
    </p:spTree>
    <p:extLst>
      <p:ext uri="{BB962C8B-B14F-4D97-AF65-F5344CB8AC3E}">
        <p14:creationId xmlns:p14="http://schemas.microsoft.com/office/powerpoint/2010/main" val="377095511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B5EC5F1-9BCE-6611-B1D9-67F964DC8080}"/>
              </a:ext>
            </a:extLst>
          </p:cNvPr>
          <p:cNvSpPr>
            <a:spLocks noGrp="1"/>
          </p:cNvSpPr>
          <p:nvPr>
            <p:ph idx="1"/>
          </p:nvPr>
        </p:nvSpPr>
        <p:spPr>
          <a:xfrm>
            <a:off x="838200" y="294969"/>
            <a:ext cx="10515600" cy="6331973"/>
          </a:xfrm>
        </p:spPr>
        <p:txBody>
          <a:bodyPr>
            <a:noAutofit/>
          </a:bodyPr>
          <a:lstStyle/>
          <a:p>
            <a:pPr marR="0" indent="-457200">
              <a:buFont typeface="+mj-lt"/>
              <a:buAutoNum type="arabicPeriod" startAt="20"/>
            </a:pPr>
            <a:r>
              <a:rPr lang="en-IN" sz="2400" b="1" dirty="0">
                <a:solidFill>
                  <a:srgbClr val="7F0055"/>
                </a:solidFill>
                <a:effectLst/>
                <a:latin typeface="Courier New" panose="02070309020205020404" pitchFamily="49" charset="0"/>
              </a:rPr>
              <a:t>static</a:t>
            </a:r>
            <a:r>
              <a:rPr lang="en-IN" sz="2400" b="1" dirty="0">
                <a:solidFill>
                  <a:srgbClr val="000000"/>
                </a:solidFill>
                <a:effectLst/>
                <a:latin typeface="Courier New" panose="02070309020205020404" pitchFamily="49" charset="0"/>
              </a:rPr>
              <a:t> </a:t>
            </a:r>
            <a:r>
              <a:rPr lang="en-IN" sz="2400" b="1" dirty="0">
                <a:solidFill>
                  <a:srgbClr val="7F0055"/>
                </a:solidFill>
                <a:effectLst/>
                <a:latin typeface="Courier New" panose="02070309020205020404" pitchFamily="49" charset="0"/>
              </a:rPr>
              <a:t>void</a:t>
            </a:r>
            <a:r>
              <a:rPr lang="en-IN" sz="2400" b="1" dirty="0">
                <a:solidFill>
                  <a:srgbClr val="000000"/>
                </a:solidFill>
                <a:effectLst/>
                <a:latin typeface="Courier New" panose="02070309020205020404" pitchFamily="49" charset="0"/>
              </a:rPr>
              <a:t> pop()</a:t>
            </a:r>
          </a:p>
          <a:p>
            <a:pPr marR="0" indent="-457200">
              <a:buFont typeface="+mj-lt"/>
              <a:buAutoNum type="arabicPeriod" startAt="20"/>
            </a:pPr>
            <a:r>
              <a:rPr lang="en-IN" sz="2400" b="1" dirty="0">
                <a:solidFill>
                  <a:srgbClr val="000000"/>
                </a:solidFill>
                <a:effectLst/>
                <a:latin typeface="Courier New" panose="02070309020205020404" pitchFamily="49" charset="0"/>
              </a:rPr>
              <a:t>{</a:t>
            </a:r>
          </a:p>
          <a:p>
            <a:pPr marR="0" indent="-457200">
              <a:buFont typeface="+mj-lt"/>
              <a:buAutoNum type="arabicPeriod" startAt="20"/>
            </a:pPr>
            <a:r>
              <a:rPr lang="en-IN" sz="2400" b="1" dirty="0">
                <a:solidFill>
                  <a:srgbClr val="7F0055"/>
                </a:solidFill>
                <a:effectLst/>
                <a:latin typeface="Courier New" panose="02070309020205020404" pitchFamily="49" charset="0"/>
              </a:rPr>
              <a:t>if</a:t>
            </a:r>
            <a:r>
              <a:rPr lang="en-IN" sz="2400" b="1" dirty="0">
                <a:solidFill>
                  <a:srgbClr val="000000"/>
                </a:solidFill>
                <a:effectLst/>
                <a:latin typeface="Courier New" panose="02070309020205020404" pitchFamily="49" charset="0"/>
              </a:rPr>
              <a:t>(</a:t>
            </a:r>
            <a:r>
              <a:rPr lang="en-IN" sz="2400" b="1" i="1" dirty="0" err="1">
                <a:solidFill>
                  <a:srgbClr val="000000"/>
                </a:solidFill>
                <a:effectLst/>
                <a:latin typeface="Courier New" panose="02070309020205020404" pitchFamily="49" charset="0"/>
              </a:rPr>
              <a:t>isempty</a:t>
            </a:r>
            <a:r>
              <a:rPr lang="en-IN" sz="2400" b="1" dirty="0">
                <a:solidFill>
                  <a:srgbClr val="000000"/>
                </a:solidFill>
                <a:effectLst/>
                <a:latin typeface="Courier New" panose="02070309020205020404" pitchFamily="49" charset="0"/>
              </a:rPr>
              <a:t>())</a:t>
            </a:r>
          </a:p>
          <a:p>
            <a:pPr marR="0" indent="-457200">
              <a:buFont typeface="+mj-lt"/>
              <a:buAutoNum type="arabicPeriod" startAt="20"/>
            </a:pPr>
            <a:r>
              <a:rPr lang="en-IN" sz="2400" b="1" dirty="0" err="1">
                <a:solidFill>
                  <a:srgbClr val="000000"/>
                </a:solidFill>
                <a:effectLst/>
                <a:latin typeface="Courier New" panose="02070309020205020404" pitchFamily="49" charset="0"/>
              </a:rPr>
              <a:t>System.</a:t>
            </a:r>
            <a:r>
              <a:rPr lang="en-IN" sz="2400" b="1" i="1" dirty="0" err="1">
                <a:solidFill>
                  <a:srgbClr val="0000C0"/>
                </a:solidFill>
                <a:effectLst/>
                <a:latin typeface="Courier New" panose="02070309020205020404" pitchFamily="49" charset="0"/>
              </a:rPr>
              <a:t>out</a:t>
            </a:r>
            <a:r>
              <a:rPr lang="en-IN" sz="2400" b="1" dirty="0" err="1">
                <a:solidFill>
                  <a:srgbClr val="000000"/>
                </a:solidFill>
                <a:effectLst/>
                <a:latin typeface="Courier New" panose="02070309020205020404" pitchFamily="49" charset="0"/>
              </a:rPr>
              <a:t>.println</a:t>
            </a:r>
            <a:r>
              <a:rPr lang="en-IN" sz="2400" b="1" dirty="0">
                <a:solidFill>
                  <a:srgbClr val="000000"/>
                </a:solidFill>
                <a:effectLst/>
                <a:latin typeface="Courier New" panose="02070309020205020404" pitchFamily="49" charset="0"/>
              </a:rPr>
              <a:t>(</a:t>
            </a:r>
            <a:r>
              <a:rPr lang="en-IN" sz="2400" b="1" dirty="0">
                <a:solidFill>
                  <a:srgbClr val="2A00FF"/>
                </a:solidFill>
                <a:effectLst/>
                <a:latin typeface="Courier New" panose="02070309020205020404" pitchFamily="49" charset="0"/>
              </a:rPr>
              <a:t>"can't perform deletion"</a:t>
            </a:r>
            <a:r>
              <a:rPr lang="en-IN" sz="2400" b="1" dirty="0">
                <a:solidFill>
                  <a:srgbClr val="000000"/>
                </a:solidFill>
                <a:effectLst/>
                <a:latin typeface="Courier New" panose="02070309020205020404" pitchFamily="49" charset="0"/>
              </a:rPr>
              <a:t>);</a:t>
            </a:r>
          </a:p>
          <a:p>
            <a:pPr marR="0" indent="-457200">
              <a:buFont typeface="+mj-lt"/>
              <a:buAutoNum type="arabicPeriod" startAt="20"/>
            </a:pPr>
            <a:r>
              <a:rPr lang="en-IN" sz="2400" b="1" dirty="0">
                <a:solidFill>
                  <a:srgbClr val="7F0055"/>
                </a:solidFill>
                <a:effectLst/>
                <a:latin typeface="Courier New" panose="02070309020205020404" pitchFamily="49" charset="0"/>
              </a:rPr>
              <a:t>else</a:t>
            </a:r>
            <a:endParaRPr lang="en-IN" sz="2400" b="1" dirty="0">
              <a:solidFill>
                <a:srgbClr val="000000"/>
              </a:solidFill>
              <a:effectLst/>
              <a:latin typeface="Courier New" panose="02070309020205020404" pitchFamily="49" charset="0"/>
            </a:endParaRPr>
          </a:p>
          <a:p>
            <a:pPr marR="0" indent="-457200">
              <a:buFont typeface="+mj-lt"/>
              <a:buAutoNum type="arabicPeriod" startAt="20"/>
            </a:pPr>
            <a:r>
              <a:rPr lang="en-IN" sz="2400" b="1" i="1" dirty="0">
                <a:solidFill>
                  <a:srgbClr val="0000C0"/>
                </a:solidFill>
                <a:effectLst/>
                <a:latin typeface="Courier New" panose="02070309020205020404" pitchFamily="49" charset="0"/>
              </a:rPr>
              <a:t>top</a:t>
            </a:r>
            <a:r>
              <a:rPr lang="en-IN" sz="2400" b="1" dirty="0">
                <a:solidFill>
                  <a:srgbClr val="000000"/>
                </a:solidFill>
                <a:effectLst/>
                <a:latin typeface="Courier New" panose="02070309020205020404" pitchFamily="49" charset="0"/>
              </a:rPr>
              <a:t>--;</a:t>
            </a:r>
          </a:p>
          <a:p>
            <a:pPr marR="0" indent="-457200">
              <a:buFont typeface="+mj-lt"/>
              <a:buAutoNum type="arabicPeriod" startAt="20"/>
            </a:pPr>
            <a:r>
              <a:rPr lang="en-IN" sz="2400" b="1" dirty="0">
                <a:solidFill>
                  <a:srgbClr val="000000"/>
                </a:solidFill>
                <a:effectLst/>
                <a:latin typeface="Courier New" panose="02070309020205020404" pitchFamily="49" charset="0"/>
              </a:rPr>
              <a:t>}</a:t>
            </a:r>
          </a:p>
          <a:p>
            <a:pPr marR="0" indent="-457200">
              <a:buFont typeface="+mj-lt"/>
              <a:buAutoNum type="arabicPeriod" startAt="20"/>
            </a:pPr>
            <a:r>
              <a:rPr lang="en-IN" sz="2400" b="1" dirty="0">
                <a:solidFill>
                  <a:srgbClr val="7F0055"/>
                </a:solidFill>
                <a:effectLst/>
                <a:latin typeface="Courier New" panose="02070309020205020404" pitchFamily="49" charset="0"/>
              </a:rPr>
              <a:t>static</a:t>
            </a:r>
            <a:r>
              <a:rPr lang="en-IN" sz="2400" b="1" dirty="0">
                <a:solidFill>
                  <a:srgbClr val="000000"/>
                </a:solidFill>
                <a:effectLst/>
                <a:latin typeface="Courier New" panose="02070309020205020404" pitchFamily="49" charset="0"/>
              </a:rPr>
              <a:t> </a:t>
            </a:r>
            <a:r>
              <a:rPr lang="en-IN" sz="2400" b="1" dirty="0">
                <a:solidFill>
                  <a:srgbClr val="7F0055"/>
                </a:solidFill>
                <a:effectLst/>
                <a:latin typeface="Courier New" panose="02070309020205020404" pitchFamily="49" charset="0"/>
              </a:rPr>
              <a:t>void</a:t>
            </a:r>
            <a:r>
              <a:rPr lang="en-IN" sz="2400" b="1" dirty="0">
                <a:solidFill>
                  <a:srgbClr val="000000"/>
                </a:solidFill>
                <a:effectLst/>
                <a:latin typeface="Courier New" panose="02070309020205020404" pitchFamily="49" charset="0"/>
              </a:rPr>
              <a:t> top()</a:t>
            </a:r>
          </a:p>
          <a:p>
            <a:pPr marR="0" indent="-457200">
              <a:buFont typeface="+mj-lt"/>
              <a:buAutoNum type="arabicPeriod" startAt="20"/>
            </a:pPr>
            <a:r>
              <a:rPr lang="en-IN" sz="2400" b="1" dirty="0">
                <a:solidFill>
                  <a:srgbClr val="000000"/>
                </a:solidFill>
                <a:effectLst/>
                <a:latin typeface="Courier New" panose="02070309020205020404" pitchFamily="49" charset="0"/>
              </a:rPr>
              <a:t>{</a:t>
            </a:r>
          </a:p>
          <a:p>
            <a:pPr marR="0" indent="-457200">
              <a:buFont typeface="+mj-lt"/>
              <a:buAutoNum type="arabicPeriod" startAt="20"/>
            </a:pPr>
            <a:r>
              <a:rPr lang="en-IN" sz="2400" b="1" dirty="0">
                <a:solidFill>
                  <a:srgbClr val="7F0055"/>
                </a:solidFill>
                <a:effectLst/>
                <a:latin typeface="Courier New" panose="02070309020205020404" pitchFamily="49" charset="0"/>
              </a:rPr>
              <a:t>if</a:t>
            </a:r>
            <a:r>
              <a:rPr lang="en-IN" sz="2400" b="1" dirty="0">
                <a:solidFill>
                  <a:srgbClr val="000000"/>
                </a:solidFill>
                <a:effectLst/>
                <a:latin typeface="Courier New" panose="02070309020205020404" pitchFamily="49" charset="0"/>
              </a:rPr>
              <a:t>(</a:t>
            </a:r>
            <a:r>
              <a:rPr lang="en-IN" sz="2400" b="1" i="1" dirty="0" err="1">
                <a:solidFill>
                  <a:srgbClr val="000000"/>
                </a:solidFill>
                <a:effectLst/>
                <a:latin typeface="Courier New" panose="02070309020205020404" pitchFamily="49" charset="0"/>
              </a:rPr>
              <a:t>isempty</a:t>
            </a:r>
            <a:r>
              <a:rPr lang="en-IN" sz="2400" b="1" dirty="0">
                <a:solidFill>
                  <a:srgbClr val="000000"/>
                </a:solidFill>
                <a:effectLst/>
                <a:latin typeface="Courier New" panose="02070309020205020404" pitchFamily="49" charset="0"/>
              </a:rPr>
              <a:t>())</a:t>
            </a:r>
          </a:p>
          <a:p>
            <a:pPr marR="0" indent="-457200">
              <a:buFont typeface="+mj-lt"/>
              <a:buAutoNum type="arabicPeriod" startAt="20"/>
            </a:pPr>
            <a:r>
              <a:rPr lang="en-IN" sz="2400" b="1" dirty="0" err="1">
                <a:solidFill>
                  <a:srgbClr val="000000"/>
                </a:solidFill>
                <a:effectLst/>
                <a:latin typeface="Courier New" panose="02070309020205020404" pitchFamily="49" charset="0"/>
              </a:rPr>
              <a:t>System.</a:t>
            </a:r>
            <a:r>
              <a:rPr lang="en-IN" sz="2400" b="1" i="1" dirty="0" err="1">
                <a:solidFill>
                  <a:srgbClr val="0000C0"/>
                </a:solidFill>
                <a:effectLst/>
                <a:latin typeface="Courier New" panose="02070309020205020404" pitchFamily="49" charset="0"/>
              </a:rPr>
              <a:t>out</a:t>
            </a:r>
            <a:r>
              <a:rPr lang="en-IN" sz="2400" b="1" dirty="0" err="1">
                <a:solidFill>
                  <a:srgbClr val="000000"/>
                </a:solidFill>
                <a:effectLst/>
                <a:latin typeface="Courier New" panose="02070309020205020404" pitchFamily="49" charset="0"/>
              </a:rPr>
              <a:t>.println</a:t>
            </a:r>
            <a:r>
              <a:rPr lang="en-IN" sz="2400" b="1" dirty="0">
                <a:solidFill>
                  <a:srgbClr val="000000"/>
                </a:solidFill>
                <a:effectLst/>
                <a:latin typeface="Courier New" panose="02070309020205020404" pitchFamily="49" charset="0"/>
              </a:rPr>
              <a:t>(</a:t>
            </a:r>
            <a:r>
              <a:rPr lang="en-IN" sz="2400" b="1" dirty="0">
                <a:solidFill>
                  <a:srgbClr val="2A00FF"/>
                </a:solidFill>
                <a:effectLst/>
                <a:latin typeface="Courier New" panose="02070309020205020404" pitchFamily="49" charset="0"/>
              </a:rPr>
              <a:t>"No peek element"</a:t>
            </a:r>
            <a:r>
              <a:rPr lang="en-IN" sz="2400" b="1" dirty="0">
                <a:solidFill>
                  <a:srgbClr val="000000"/>
                </a:solidFill>
                <a:effectLst/>
                <a:latin typeface="Courier New" panose="02070309020205020404" pitchFamily="49" charset="0"/>
              </a:rPr>
              <a:t>);</a:t>
            </a:r>
          </a:p>
          <a:p>
            <a:pPr marR="0" indent="-457200">
              <a:buFont typeface="+mj-lt"/>
              <a:buAutoNum type="arabicPeriod" startAt="20"/>
            </a:pPr>
            <a:r>
              <a:rPr lang="en-IN" sz="2400" b="1" dirty="0">
                <a:solidFill>
                  <a:srgbClr val="7F0055"/>
                </a:solidFill>
                <a:effectLst/>
                <a:latin typeface="Courier New" panose="02070309020205020404" pitchFamily="49" charset="0"/>
              </a:rPr>
              <a:t>else</a:t>
            </a:r>
            <a:endParaRPr lang="en-IN" sz="2400" b="1" dirty="0">
              <a:solidFill>
                <a:srgbClr val="000000"/>
              </a:solidFill>
              <a:effectLst/>
              <a:latin typeface="Courier New" panose="02070309020205020404" pitchFamily="49" charset="0"/>
            </a:endParaRPr>
          </a:p>
          <a:p>
            <a:pPr marR="0" indent="-457200">
              <a:buFont typeface="+mj-lt"/>
              <a:buAutoNum type="arabicPeriod" startAt="20"/>
            </a:pPr>
            <a:r>
              <a:rPr lang="en-IN" sz="2400" b="1" dirty="0" err="1">
                <a:solidFill>
                  <a:srgbClr val="000000"/>
                </a:solidFill>
                <a:effectLst/>
                <a:latin typeface="Courier New" panose="02070309020205020404" pitchFamily="49" charset="0"/>
              </a:rPr>
              <a:t>System.</a:t>
            </a:r>
            <a:r>
              <a:rPr lang="en-IN" sz="2400" b="1" i="1" dirty="0" err="1">
                <a:solidFill>
                  <a:srgbClr val="0000C0"/>
                </a:solidFill>
                <a:effectLst/>
                <a:latin typeface="Courier New" panose="02070309020205020404" pitchFamily="49" charset="0"/>
              </a:rPr>
              <a:t>out</a:t>
            </a:r>
            <a:r>
              <a:rPr lang="en-IN" sz="2400" b="1" dirty="0" err="1">
                <a:solidFill>
                  <a:srgbClr val="000000"/>
                </a:solidFill>
                <a:effectLst/>
                <a:latin typeface="Courier New" panose="02070309020205020404" pitchFamily="49" charset="0"/>
              </a:rPr>
              <a:t>.println</a:t>
            </a:r>
            <a:r>
              <a:rPr lang="en-IN" sz="2400" b="1" dirty="0">
                <a:solidFill>
                  <a:srgbClr val="000000"/>
                </a:solidFill>
                <a:effectLst/>
                <a:latin typeface="Courier New" panose="02070309020205020404" pitchFamily="49" charset="0"/>
              </a:rPr>
              <a:t>(</a:t>
            </a:r>
            <a:r>
              <a:rPr lang="en-IN" sz="2400" b="1" i="1" dirty="0" err="1">
                <a:solidFill>
                  <a:srgbClr val="0000C0"/>
                </a:solidFill>
                <a:effectLst/>
                <a:latin typeface="Courier New" panose="02070309020205020404" pitchFamily="49" charset="0"/>
              </a:rPr>
              <a:t>arr</a:t>
            </a:r>
            <a:r>
              <a:rPr lang="en-IN" sz="2400" b="1" dirty="0">
                <a:solidFill>
                  <a:srgbClr val="000000"/>
                </a:solidFill>
                <a:effectLst/>
                <a:latin typeface="Courier New" panose="02070309020205020404" pitchFamily="49" charset="0"/>
              </a:rPr>
              <a:t>[</a:t>
            </a:r>
            <a:r>
              <a:rPr lang="en-IN" sz="2400" b="1" i="1" dirty="0">
                <a:solidFill>
                  <a:srgbClr val="0000C0"/>
                </a:solidFill>
                <a:effectLst/>
                <a:latin typeface="Courier New" panose="02070309020205020404" pitchFamily="49" charset="0"/>
              </a:rPr>
              <a:t>top</a:t>
            </a:r>
            <a:r>
              <a:rPr lang="en-IN" sz="2400" b="1" dirty="0">
                <a:solidFill>
                  <a:srgbClr val="000000"/>
                </a:solidFill>
                <a:effectLst/>
                <a:latin typeface="Courier New" panose="02070309020205020404" pitchFamily="49" charset="0"/>
              </a:rPr>
              <a:t>]);</a:t>
            </a:r>
          </a:p>
          <a:p>
            <a:pPr marR="0" indent="-457200">
              <a:buFont typeface="+mj-lt"/>
              <a:buAutoNum type="arabicPeriod" startAt="20"/>
            </a:pPr>
            <a:r>
              <a:rPr lang="en-IN" sz="2400" b="1" dirty="0">
                <a:solidFill>
                  <a:srgbClr val="000000"/>
                </a:solidFill>
                <a:effectLst/>
                <a:latin typeface="Courier New" panose="02070309020205020404" pitchFamily="49" charset="0"/>
              </a:rPr>
              <a:t>}</a:t>
            </a:r>
          </a:p>
          <a:p>
            <a:pPr marL="457200" indent="-457200">
              <a:buFont typeface="+mj-lt"/>
              <a:buAutoNum type="arabicPeriod" startAt="20"/>
            </a:pPr>
            <a:endParaRPr lang="en-IN" sz="2400" b="1" dirty="0"/>
          </a:p>
        </p:txBody>
      </p:sp>
    </p:spTree>
    <p:extLst>
      <p:ext uri="{BB962C8B-B14F-4D97-AF65-F5344CB8AC3E}">
        <p14:creationId xmlns:p14="http://schemas.microsoft.com/office/powerpoint/2010/main" val="310416959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3875692-59BE-7916-7721-2B293AE8CEE5}"/>
              </a:ext>
            </a:extLst>
          </p:cNvPr>
          <p:cNvSpPr>
            <a:spLocks noGrp="1"/>
          </p:cNvSpPr>
          <p:nvPr>
            <p:ph idx="1"/>
          </p:nvPr>
        </p:nvSpPr>
        <p:spPr>
          <a:xfrm>
            <a:off x="314632" y="304800"/>
            <a:ext cx="11039168" cy="5872163"/>
          </a:xfrm>
        </p:spPr>
        <p:txBody>
          <a:bodyPr>
            <a:noAutofit/>
          </a:bodyPr>
          <a:lstStyle/>
          <a:p>
            <a:pPr marR="0" indent="-457200">
              <a:buFont typeface="+mj-lt"/>
              <a:buAutoNum type="arabicPeriod" startAt="34"/>
            </a:pPr>
            <a:r>
              <a:rPr lang="en-IN" sz="2400" b="1" dirty="0">
                <a:solidFill>
                  <a:srgbClr val="7F0055"/>
                </a:solidFill>
                <a:effectLst/>
                <a:latin typeface="Courier New" panose="02070309020205020404" pitchFamily="49" charset="0"/>
              </a:rPr>
              <a:t>public</a:t>
            </a:r>
            <a:r>
              <a:rPr lang="en-IN" sz="2400" b="1" dirty="0">
                <a:solidFill>
                  <a:srgbClr val="000000"/>
                </a:solidFill>
                <a:effectLst/>
                <a:latin typeface="Courier New" panose="02070309020205020404" pitchFamily="49" charset="0"/>
              </a:rPr>
              <a:t> </a:t>
            </a:r>
            <a:r>
              <a:rPr lang="en-IN" sz="2400" b="1" dirty="0">
                <a:solidFill>
                  <a:srgbClr val="7F0055"/>
                </a:solidFill>
                <a:effectLst/>
                <a:latin typeface="Courier New" panose="02070309020205020404" pitchFamily="49" charset="0"/>
              </a:rPr>
              <a:t>static</a:t>
            </a:r>
            <a:r>
              <a:rPr lang="en-IN" sz="2400" b="1" dirty="0">
                <a:solidFill>
                  <a:srgbClr val="000000"/>
                </a:solidFill>
                <a:effectLst/>
                <a:latin typeface="Courier New" panose="02070309020205020404" pitchFamily="49" charset="0"/>
              </a:rPr>
              <a:t> </a:t>
            </a:r>
            <a:r>
              <a:rPr lang="en-IN" sz="2400" b="1" dirty="0">
                <a:solidFill>
                  <a:srgbClr val="7F0055"/>
                </a:solidFill>
                <a:effectLst/>
                <a:latin typeface="Courier New" panose="02070309020205020404" pitchFamily="49" charset="0"/>
              </a:rPr>
              <a:t>void</a:t>
            </a:r>
            <a:r>
              <a:rPr lang="en-IN" sz="2400" b="1" dirty="0">
                <a:solidFill>
                  <a:srgbClr val="000000"/>
                </a:solidFill>
                <a:effectLst/>
                <a:latin typeface="Courier New" panose="02070309020205020404" pitchFamily="49" charset="0"/>
              </a:rPr>
              <a:t> display()</a:t>
            </a:r>
          </a:p>
          <a:p>
            <a:pPr marR="0" indent="-457200">
              <a:buFont typeface="+mj-lt"/>
              <a:buAutoNum type="arabicPeriod" startAt="34"/>
            </a:pPr>
            <a:r>
              <a:rPr lang="en-IN" sz="2400" b="1" dirty="0">
                <a:solidFill>
                  <a:srgbClr val="000000"/>
                </a:solidFill>
                <a:effectLst/>
                <a:latin typeface="Courier New" panose="02070309020205020404" pitchFamily="49" charset="0"/>
              </a:rPr>
              <a:t>{</a:t>
            </a:r>
          </a:p>
          <a:p>
            <a:pPr marR="0" indent="-457200">
              <a:buFont typeface="+mj-lt"/>
              <a:buAutoNum type="arabicPeriod" startAt="34"/>
            </a:pPr>
            <a:r>
              <a:rPr lang="en-IN" sz="2400" b="1" dirty="0">
                <a:solidFill>
                  <a:srgbClr val="7F0055"/>
                </a:solidFill>
                <a:effectLst/>
                <a:latin typeface="Courier New" panose="02070309020205020404" pitchFamily="49" charset="0"/>
              </a:rPr>
              <a:t>if</a:t>
            </a:r>
            <a:r>
              <a:rPr lang="en-IN" sz="2400" b="1" dirty="0">
                <a:solidFill>
                  <a:srgbClr val="000000"/>
                </a:solidFill>
                <a:effectLst/>
                <a:latin typeface="Courier New" panose="02070309020205020404" pitchFamily="49" charset="0"/>
              </a:rPr>
              <a:t>(</a:t>
            </a:r>
            <a:r>
              <a:rPr lang="en-IN" sz="2400" b="1" i="1" dirty="0" err="1">
                <a:solidFill>
                  <a:srgbClr val="000000"/>
                </a:solidFill>
                <a:effectLst/>
                <a:latin typeface="Courier New" panose="02070309020205020404" pitchFamily="49" charset="0"/>
              </a:rPr>
              <a:t>isempty</a:t>
            </a:r>
            <a:r>
              <a:rPr lang="en-IN" sz="2400" b="1" dirty="0">
                <a:solidFill>
                  <a:srgbClr val="000000"/>
                </a:solidFill>
                <a:effectLst/>
                <a:latin typeface="Courier New" panose="02070309020205020404" pitchFamily="49" charset="0"/>
              </a:rPr>
              <a:t>())</a:t>
            </a:r>
          </a:p>
          <a:p>
            <a:pPr marR="0" indent="-457200">
              <a:buFont typeface="+mj-lt"/>
              <a:buAutoNum type="arabicPeriod" startAt="34"/>
            </a:pPr>
            <a:r>
              <a:rPr lang="en-IN" sz="2400" b="1" dirty="0" err="1">
                <a:solidFill>
                  <a:srgbClr val="000000"/>
                </a:solidFill>
                <a:effectLst/>
                <a:latin typeface="Courier New" panose="02070309020205020404" pitchFamily="49" charset="0"/>
              </a:rPr>
              <a:t>System.</a:t>
            </a:r>
            <a:r>
              <a:rPr lang="en-IN" sz="2400" b="1" i="1" dirty="0" err="1">
                <a:solidFill>
                  <a:srgbClr val="0000C0"/>
                </a:solidFill>
                <a:effectLst/>
                <a:latin typeface="Courier New" panose="02070309020205020404" pitchFamily="49" charset="0"/>
              </a:rPr>
              <a:t>out</a:t>
            </a:r>
            <a:r>
              <a:rPr lang="en-IN" sz="2400" b="1" dirty="0" err="1">
                <a:solidFill>
                  <a:srgbClr val="000000"/>
                </a:solidFill>
                <a:effectLst/>
                <a:latin typeface="Courier New" panose="02070309020205020404" pitchFamily="49" charset="0"/>
              </a:rPr>
              <a:t>.println</a:t>
            </a:r>
            <a:r>
              <a:rPr lang="en-IN" sz="2400" b="1" dirty="0">
                <a:solidFill>
                  <a:srgbClr val="000000"/>
                </a:solidFill>
                <a:effectLst/>
                <a:latin typeface="Courier New" panose="02070309020205020404" pitchFamily="49" charset="0"/>
              </a:rPr>
              <a:t>(</a:t>
            </a:r>
            <a:r>
              <a:rPr lang="en-IN" sz="2400" b="1" dirty="0">
                <a:solidFill>
                  <a:srgbClr val="2A00FF"/>
                </a:solidFill>
                <a:effectLst/>
                <a:latin typeface="Courier New" panose="02070309020205020404" pitchFamily="49" charset="0"/>
              </a:rPr>
              <a:t>"no elements to display"</a:t>
            </a:r>
            <a:r>
              <a:rPr lang="en-IN" sz="2400" b="1" dirty="0">
                <a:solidFill>
                  <a:srgbClr val="000000"/>
                </a:solidFill>
                <a:effectLst/>
                <a:latin typeface="Courier New" panose="02070309020205020404" pitchFamily="49" charset="0"/>
              </a:rPr>
              <a:t>);</a:t>
            </a:r>
          </a:p>
          <a:p>
            <a:pPr marR="0" indent="-457200">
              <a:buFont typeface="+mj-lt"/>
              <a:buAutoNum type="arabicPeriod" startAt="34"/>
            </a:pPr>
            <a:r>
              <a:rPr lang="en-IN" sz="2400" b="1" dirty="0">
                <a:solidFill>
                  <a:srgbClr val="7F0055"/>
                </a:solidFill>
                <a:effectLst/>
                <a:latin typeface="Courier New" panose="02070309020205020404" pitchFamily="49" charset="0"/>
              </a:rPr>
              <a:t>else</a:t>
            </a:r>
            <a:endParaRPr lang="en-IN" sz="2400" b="1" dirty="0">
              <a:solidFill>
                <a:srgbClr val="000000"/>
              </a:solidFill>
              <a:effectLst/>
              <a:latin typeface="Courier New" panose="02070309020205020404" pitchFamily="49" charset="0"/>
            </a:endParaRPr>
          </a:p>
          <a:p>
            <a:pPr marR="0" indent="-457200">
              <a:buFont typeface="+mj-lt"/>
              <a:buAutoNum type="arabicPeriod" startAt="34"/>
            </a:pPr>
            <a:r>
              <a:rPr lang="en-IN" sz="2400" b="1" dirty="0">
                <a:solidFill>
                  <a:srgbClr val="000000"/>
                </a:solidFill>
                <a:effectLst/>
                <a:latin typeface="Courier New" panose="02070309020205020404" pitchFamily="49" charset="0"/>
              </a:rPr>
              <a:t>{</a:t>
            </a:r>
          </a:p>
          <a:p>
            <a:pPr marR="0" indent="-457200">
              <a:buFont typeface="+mj-lt"/>
              <a:buAutoNum type="arabicPeriod" startAt="34"/>
            </a:pPr>
            <a:r>
              <a:rPr lang="en-IN" sz="2400" b="1" dirty="0" err="1">
                <a:solidFill>
                  <a:srgbClr val="000000"/>
                </a:solidFill>
                <a:effectLst/>
                <a:latin typeface="Courier New" panose="02070309020205020404" pitchFamily="49" charset="0"/>
              </a:rPr>
              <a:t>System.</a:t>
            </a:r>
            <a:r>
              <a:rPr lang="en-IN" sz="2400" b="1" i="1" dirty="0" err="1">
                <a:solidFill>
                  <a:srgbClr val="0000C0"/>
                </a:solidFill>
                <a:effectLst/>
                <a:latin typeface="Courier New" panose="02070309020205020404" pitchFamily="49" charset="0"/>
              </a:rPr>
              <a:t>out</a:t>
            </a:r>
            <a:r>
              <a:rPr lang="en-IN" sz="2400" b="1" dirty="0" err="1">
                <a:solidFill>
                  <a:srgbClr val="000000"/>
                </a:solidFill>
                <a:effectLst/>
                <a:latin typeface="Courier New" panose="02070309020205020404" pitchFamily="49" charset="0"/>
              </a:rPr>
              <a:t>.println</a:t>
            </a:r>
            <a:r>
              <a:rPr lang="en-IN" sz="2400" b="1" dirty="0">
                <a:solidFill>
                  <a:srgbClr val="000000"/>
                </a:solidFill>
                <a:effectLst/>
                <a:latin typeface="Courier New" panose="02070309020205020404" pitchFamily="49" charset="0"/>
              </a:rPr>
              <a:t>(</a:t>
            </a:r>
            <a:r>
              <a:rPr lang="en-IN" sz="2400" b="1" dirty="0">
                <a:solidFill>
                  <a:srgbClr val="2A00FF"/>
                </a:solidFill>
                <a:effectLst/>
                <a:latin typeface="Courier New" panose="02070309020205020404" pitchFamily="49" charset="0"/>
              </a:rPr>
              <a:t>"stack contains:"</a:t>
            </a:r>
            <a:r>
              <a:rPr lang="en-IN" sz="2400" b="1" dirty="0">
                <a:solidFill>
                  <a:srgbClr val="000000"/>
                </a:solidFill>
                <a:effectLst/>
                <a:latin typeface="Courier New" panose="02070309020205020404" pitchFamily="49" charset="0"/>
              </a:rPr>
              <a:t>);</a:t>
            </a:r>
          </a:p>
          <a:p>
            <a:pPr marR="0" indent="-457200">
              <a:buFont typeface="+mj-lt"/>
              <a:buAutoNum type="arabicPeriod" startAt="34"/>
            </a:pPr>
            <a:r>
              <a:rPr lang="en-IN" sz="2400" b="1" dirty="0">
                <a:solidFill>
                  <a:srgbClr val="7F0055"/>
                </a:solidFill>
                <a:effectLst/>
                <a:latin typeface="Courier New" panose="02070309020205020404" pitchFamily="49" charset="0"/>
              </a:rPr>
              <a:t>for</a:t>
            </a:r>
            <a:r>
              <a:rPr lang="en-IN" sz="2400" b="1" dirty="0">
                <a:solidFill>
                  <a:srgbClr val="000000"/>
                </a:solidFill>
                <a:effectLst/>
                <a:latin typeface="Courier New" panose="02070309020205020404" pitchFamily="49" charset="0"/>
              </a:rPr>
              <a:t>(</a:t>
            </a:r>
            <a:r>
              <a:rPr lang="en-IN" sz="2400" b="1" dirty="0">
                <a:solidFill>
                  <a:srgbClr val="7F0055"/>
                </a:solidFill>
                <a:effectLst/>
                <a:latin typeface="Courier New" panose="02070309020205020404" pitchFamily="49" charset="0"/>
              </a:rPr>
              <a:t>int</a:t>
            </a:r>
            <a:r>
              <a:rPr lang="en-IN" sz="2400" b="1" dirty="0">
                <a:solidFill>
                  <a:srgbClr val="000000"/>
                </a:solidFill>
                <a:effectLst/>
                <a:latin typeface="Courier New" panose="02070309020205020404" pitchFamily="49" charset="0"/>
              </a:rPr>
              <a:t> </a:t>
            </a:r>
            <a:r>
              <a:rPr lang="en-IN" sz="2400" b="1" dirty="0" err="1">
                <a:solidFill>
                  <a:srgbClr val="6A3E3E"/>
                </a:solidFill>
                <a:effectLst/>
                <a:latin typeface="Courier New" panose="02070309020205020404" pitchFamily="49" charset="0"/>
              </a:rPr>
              <a:t>i</a:t>
            </a:r>
            <a:r>
              <a:rPr lang="en-IN" sz="2400" b="1" dirty="0">
                <a:solidFill>
                  <a:srgbClr val="000000"/>
                </a:solidFill>
                <a:effectLst/>
                <a:latin typeface="Courier New" panose="02070309020205020404" pitchFamily="49" charset="0"/>
              </a:rPr>
              <a:t>=</a:t>
            </a:r>
            <a:r>
              <a:rPr lang="en-IN" sz="2400" b="1" i="1" dirty="0" err="1">
                <a:solidFill>
                  <a:srgbClr val="0000C0"/>
                </a:solidFill>
                <a:effectLst/>
                <a:latin typeface="Courier New" panose="02070309020205020404" pitchFamily="49" charset="0"/>
              </a:rPr>
              <a:t>top</a:t>
            </a:r>
            <a:r>
              <a:rPr lang="en-IN" sz="2400" b="1" dirty="0" err="1">
                <a:solidFill>
                  <a:srgbClr val="000000"/>
                </a:solidFill>
                <a:effectLst/>
                <a:latin typeface="Courier New" panose="02070309020205020404" pitchFamily="49" charset="0"/>
              </a:rPr>
              <a:t>;</a:t>
            </a:r>
            <a:r>
              <a:rPr lang="en-IN" sz="2400" b="1" dirty="0" err="1">
                <a:solidFill>
                  <a:srgbClr val="6A3E3E"/>
                </a:solidFill>
                <a:effectLst/>
                <a:latin typeface="Courier New" panose="02070309020205020404" pitchFamily="49" charset="0"/>
              </a:rPr>
              <a:t>i</a:t>
            </a:r>
            <a:r>
              <a:rPr lang="en-IN" sz="2400" b="1" dirty="0">
                <a:solidFill>
                  <a:srgbClr val="000000"/>
                </a:solidFill>
                <a:effectLst/>
                <a:latin typeface="Courier New" panose="02070309020205020404" pitchFamily="49" charset="0"/>
              </a:rPr>
              <a:t>&gt;=0;</a:t>
            </a:r>
            <a:r>
              <a:rPr lang="en-IN" sz="2400" b="1" dirty="0">
                <a:solidFill>
                  <a:srgbClr val="6A3E3E"/>
                </a:solidFill>
                <a:effectLst/>
                <a:latin typeface="Courier New" panose="02070309020205020404" pitchFamily="49" charset="0"/>
              </a:rPr>
              <a:t>i</a:t>
            </a:r>
            <a:r>
              <a:rPr lang="en-IN" sz="2400" b="1" dirty="0">
                <a:solidFill>
                  <a:srgbClr val="000000"/>
                </a:solidFill>
                <a:effectLst/>
                <a:latin typeface="Courier New" panose="02070309020205020404" pitchFamily="49" charset="0"/>
              </a:rPr>
              <a:t>--)</a:t>
            </a:r>
          </a:p>
          <a:p>
            <a:pPr marR="0" indent="-457200">
              <a:buFont typeface="+mj-lt"/>
              <a:buAutoNum type="arabicPeriod" startAt="34"/>
            </a:pPr>
            <a:r>
              <a:rPr lang="en-IN" sz="2400" b="1" dirty="0">
                <a:solidFill>
                  <a:srgbClr val="000000"/>
                </a:solidFill>
                <a:effectLst/>
                <a:latin typeface="Courier New" panose="02070309020205020404" pitchFamily="49" charset="0"/>
              </a:rPr>
              <a:t>{</a:t>
            </a:r>
          </a:p>
          <a:p>
            <a:pPr marR="0" indent="-457200">
              <a:buFont typeface="+mj-lt"/>
              <a:buAutoNum type="arabicPeriod" startAt="34"/>
            </a:pPr>
            <a:r>
              <a:rPr lang="en-IN" sz="2400" b="1" dirty="0" err="1">
                <a:solidFill>
                  <a:srgbClr val="000000"/>
                </a:solidFill>
                <a:effectLst/>
                <a:latin typeface="Courier New" panose="02070309020205020404" pitchFamily="49" charset="0"/>
              </a:rPr>
              <a:t>System.</a:t>
            </a:r>
            <a:r>
              <a:rPr lang="en-IN" sz="2400" b="1" i="1" dirty="0" err="1">
                <a:solidFill>
                  <a:srgbClr val="0000C0"/>
                </a:solidFill>
                <a:effectLst/>
                <a:latin typeface="Courier New" panose="02070309020205020404" pitchFamily="49" charset="0"/>
              </a:rPr>
              <a:t>out</a:t>
            </a:r>
            <a:r>
              <a:rPr lang="en-IN" sz="2400" b="1" dirty="0" err="1">
                <a:solidFill>
                  <a:srgbClr val="000000"/>
                </a:solidFill>
                <a:effectLst/>
                <a:latin typeface="Courier New" panose="02070309020205020404" pitchFamily="49" charset="0"/>
              </a:rPr>
              <a:t>.print</a:t>
            </a:r>
            <a:r>
              <a:rPr lang="en-IN" sz="2400" b="1" dirty="0">
                <a:solidFill>
                  <a:srgbClr val="000000"/>
                </a:solidFill>
                <a:effectLst/>
                <a:latin typeface="Courier New" panose="02070309020205020404" pitchFamily="49" charset="0"/>
              </a:rPr>
              <a:t>(</a:t>
            </a:r>
            <a:r>
              <a:rPr lang="en-IN" sz="2400" b="1" i="1" dirty="0" err="1">
                <a:solidFill>
                  <a:srgbClr val="0000C0"/>
                </a:solidFill>
                <a:effectLst/>
                <a:latin typeface="Courier New" panose="02070309020205020404" pitchFamily="49" charset="0"/>
              </a:rPr>
              <a:t>arr</a:t>
            </a:r>
            <a:r>
              <a:rPr lang="en-IN" sz="2400" b="1" dirty="0">
                <a:solidFill>
                  <a:srgbClr val="000000"/>
                </a:solidFill>
                <a:effectLst/>
                <a:latin typeface="Courier New" panose="02070309020205020404" pitchFamily="49" charset="0"/>
              </a:rPr>
              <a:t>[</a:t>
            </a:r>
            <a:r>
              <a:rPr lang="en-IN" sz="2400" b="1" dirty="0" err="1">
                <a:solidFill>
                  <a:srgbClr val="6A3E3E"/>
                </a:solidFill>
                <a:effectLst/>
                <a:latin typeface="Courier New" panose="02070309020205020404" pitchFamily="49" charset="0"/>
              </a:rPr>
              <a:t>i</a:t>
            </a:r>
            <a:r>
              <a:rPr lang="en-IN" sz="2400" b="1" dirty="0">
                <a:solidFill>
                  <a:srgbClr val="000000"/>
                </a:solidFill>
                <a:effectLst/>
                <a:latin typeface="Courier New" panose="02070309020205020404" pitchFamily="49" charset="0"/>
              </a:rPr>
              <a:t>]+</a:t>
            </a:r>
            <a:r>
              <a:rPr lang="en-IN" sz="2400" b="1" dirty="0">
                <a:solidFill>
                  <a:srgbClr val="2A00FF"/>
                </a:solidFill>
                <a:effectLst/>
                <a:latin typeface="Courier New" panose="02070309020205020404" pitchFamily="49" charset="0"/>
              </a:rPr>
              <a:t>" "</a:t>
            </a:r>
            <a:r>
              <a:rPr lang="en-IN" sz="2400" b="1" dirty="0">
                <a:solidFill>
                  <a:srgbClr val="000000"/>
                </a:solidFill>
                <a:effectLst/>
                <a:latin typeface="Courier New" panose="02070309020205020404" pitchFamily="49" charset="0"/>
              </a:rPr>
              <a:t>);</a:t>
            </a:r>
          </a:p>
          <a:p>
            <a:pPr marR="0" indent="-457200">
              <a:buFont typeface="+mj-lt"/>
              <a:buAutoNum type="arabicPeriod" startAt="34"/>
            </a:pPr>
            <a:r>
              <a:rPr lang="en-IN" sz="2400" b="1" dirty="0">
                <a:solidFill>
                  <a:srgbClr val="000000"/>
                </a:solidFill>
                <a:effectLst/>
                <a:latin typeface="Courier New" panose="02070309020205020404" pitchFamily="49" charset="0"/>
              </a:rPr>
              <a:t>}</a:t>
            </a:r>
          </a:p>
          <a:p>
            <a:pPr marR="0" indent="-457200">
              <a:buFont typeface="+mj-lt"/>
              <a:buAutoNum type="arabicPeriod" startAt="34"/>
            </a:pPr>
            <a:r>
              <a:rPr lang="en-IN" sz="2400" b="1" dirty="0">
                <a:solidFill>
                  <a:srgbClr val="000000"/>
                </a:solidFill>
                <a:effectLst/>
                <a:latin typeface="Courier New" panose="02070309020205020404" pitchFamily="49" charset="0"/>
              </a:rPr>
              <a:t>}</a:t>
            </a:r>
          </a:p>
          <a:p>
            <a:pPr marL="457200" indent="-457200">
              <a:buFont typeface="+mj-lt"/>
              <a:buAutoNum type="arabicPeriod" startAt="34"/>
            </a:pPr>
            <a:r>
              <a:rPr lang="en-IN" sz="2400" b="1" dirty="0"/>
              <a:t>}</a:t>
            </a:r>
          </a:p>
        </p:txBody>
      </p:sp>
    </p:spTree>
    <p:extLst>
      <p:ext uri="{BB962C8B-B14F-4D97-AF65-F5344CB8AC3E}">
        <p14:creationId xmlns:p14="http://schemas.microsoft.com/office/powerpoint/2010/main" val="399546030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6B6641C-C23F-5D19-B5E4-477EAC62CDA5}"/>
              </a:ext>
            </a:extLst>
          </p:cNvPr>
          <p:cNvSpPr>
            <a:spLocks noGrp="1"/>
          </p:cNvSpPr>
          <p:nvPr>
            <p:ph idx="1"/>
          </p:nvPr>
        </p:nvSpPr>
        <p:spPr>
          <a:xfrm>
            <a:off x="471948" y="383458"/>
            <a:ext cx="10881852" cy="5793505"/>
          </a:xfrm>
        </p:spPr>
        <p:txBody>
          <a:bodyPr>
            <a:noAutofit/>
          </a:bodyPr>
          <a:lstStyle/>
          <a:p>
            <a:pPr marL="114300" marR="0" indent="-342900">
              <a:buFont typeface="+mj-lt"/>
              <a:buAutoNum type="arabicPeriod" startAt="47"/>
            </a:pPr>
            <a:r>
              <a:rPr lang="en-IN" sz="2400" b="1" dirty="0">
                <a:solidFill>
                  <a:srgbClr val="7F0055"/>
                </a:solidFill>
                <a:effectLst/>
                <a:latin typeface="Courier New" panose="02070309020205020404" pitchFamily="49" charset="0"/>
              </a:rPr>
              <a:t>public</a:t>
            </a:r>
            <a:r>
              <a:rPr lang="en-IN" sz="2400" b="1" dirty="0">
                <a:solidFill>
                  <a:srgbClr val="000000"/>
                </a:solidFill>
                <a:effectLst/>
                <a:latin typeface="Courier New" panose="02070309020205020404" pitchFamily="49" charset="0"/>
              </a:rPr>
              <a:t> </a:t>
            </a:r>
            <a:r>
              <a:rPr lang="en-IN" sz="2400" b="1" dirty="0">
                <a:solidFill>
                  <a:srgbClr val="7F0055"/>
                </a:solidFill>
                <a:effectLst/>
                <a:latin typeface="Courier New" panose="02070309020205020404" pitchFamily="49" charset="0"/>
              </a:rPr>
              <a:t>static</a:t>
            </a:r>
            <a:r>
              <a:rPr lang="en-IN" sz="2400" b="1" dirty="0">
                <a:solidFill>
                  <a:srgbClr val="000000"/>
                </a:solidFill>
                <a:effectLst/>
                <a:latin typeface="Courier New" panose="02070309020205020404" pitchFamily="49" charset="0"/>
              </a:rPr>
              <a:t> </a:t>
            </a:r>
            <a:r>
              <a:rPr lang="en-IN" sz="2400" b="1" dirty="0">
                <a:solidFill>
                  <a:srgbClr val="7F0055"/>
                </a:solidFill>
                <a:effectLst/>
                <a:latin typeface="Courier New" panose="02070309020205020404" pitchFamily="49" charset="0"/>
              </a:rPr>
              <a:t>void</a:t>
            </a:r>
            <a:r>
              <a:rPr lang="en-IN" sz="2400" b="1" dirty="0">
                <a:solidFill>
                  <a:srgbClr val="000000"/>
                </a:solidFill>
                <a:effectLst/>
                <a:latin typeface="Courier New" panose="02070309020205020404" pitchFamily="49" charset="0"/>
              </a:rPr>
              <a:t> main(String[] </a:t>
            </a:r>
            <a:r>
              <a:rPr lang="en-IN" sz="2400" b="1" dirty="0" err="1">
                <a:solidFill>
                  <a:srgbClr val="6A3E3E"/>
                </a:solidFill>
                <a:effectLst/>
                <a:latin typeface="Courier New" panose="02070309020205020404" pitchFamily="49" charset="0"/>
              </a:rPr>
              <a:t>args</a:t>
            </a:r>
            <a:r>
              <a:rPr lang="en-IN" sz="2400" b="1" dirty="0">
                <a:solidFill>
                  <a:srgbClr val="000000"/>
                </a:solidFill>
                <a:effectLst/>
                <a:latin typeface="Courier New" panose="02070309020205020404" pitchFamily="49" charset="0"/>
              </a:rPr>
              <a:t>) {</a:t>
            </a:r>
          </a:p>
          <a:p>
            <a:pPr marL="114300" marR="0" indent="-342900">
              <a:buFont typeface="+mj-lt"/>
              <a:buAutoNum type="arabicPeriod" startAt="47"/>
            </a:pPr>
            <a:r>
              <a:rPr lang="en-IN" sz="2400" b="1" dirty="0">
                <a:solidFill>
                  <a:srgbClr val="000000"/>
                </a:solidFill>
                <a:effectLst/>
                <a:latin typeface="Courier New" panose="02070309020205020404" pitchFamily="49" charset="0"/>
              </a:rPr>
              <a:t>Scanner </a:t>
            </a:r>
            <a:r>
              <a:rPr lang="en-IN" sz="2400" b="1" u="sng" dirty="0" err="1">
                <a:solidFill>
                  <a:srgbClr val="6A3E3E"/>
                </a:solidFill>
                <a:effectLst/>
                <a:latin typeface="Courier New" panose="02070309020205020404" pitchFamily="49" charset="0"/>
              </a:rPr>
              <a:t>sc</a:t>
            </a:r>
            <a:r>
              <a:rPr lang="en-IN" sz="2400" b="1" dirty="0">
                <a:solidFill>
                  <a:srgbClr val="000000"/>
                </a:solidFill>
                <a:effectLst/>
                <a:latin typeface="Courier New" panose="02070309020205020404" pitchFamily="49" charset="0"/>
              </a:rPr>
              <a:t>=</a:t>
            </a:r>
            <a:r>
              <a:rPr lang="en-IN" sz="2400" b="1" dirty="0">
                <a:solidFill>
                  <a:srgbClr val="7F0055"/>
                </a:solidFill>
                <a:effectLst/>
                <a:latin typeface="Courier New" panose="02070309020205020404" pitchFamily="49" charset="0"/>
              </a:rPr>
              <a:t>new</a:t>
            </a:r>
            <a:r>
              <a:rPr lang="en-IN" sz="2400" b="1" dirty="0">
                <a:solidFill>
                  <a:srgbClr val="000000"/>
                </a:solidFill>
                <a:effectLst/>
                <a:latin typeface="Courier New" panose="02070309020205020404" pitchFamily="49" charset="0"/>
              </a:rPr>
              <a:t> Scanner(System.</a:t>
            </a:r>
            <a:r>
              <a:rPr lang="en-IN" sz="2400" b="1" i="1" dirty="0">
                <a:solidFill>
                  <a:srgbClr val="0000C0"/>
                </a:solidFill>
                <a:effectLst/>
                <a:latin typeface="Courier New" panose="02070309020205020404" pitchFamily="49" charset="0"/>
              </a:rPr>
              <a:t>in</a:t>
            </a:r>
            <a:r>
              <a:rPr lang="en-IN" sz="2400" b="1" dirty="0">
                <a:solidFill>
                  <a:srgbClr val="000000"/>
                </a:solidFill>
                <a:effectLst/>
                <a:latin typeface="Courier New" panose="02070309020205020404" pitchFamily="49" charset="0"/>
              </a:rPr>
              <a:t>);</a:t>
            </a:r>
          </a:p>
          <a:p>
            <a:pPr marL="114300" marR="0" indent="-342900">
              <a:buFont typeface="+mj-lt"/>
              <a:buAutoNum type="arabicPeriod" startAt="47"/>
            </a:pPr>
            <a:r>
              <a:rPr lang="en-IN" sz="2400" b="1" dirty="0">
                <a:solidFill>
                  <a:srgbClr val="7F0055"/>
                </a:solidFill>
                <a:effectLst/>
                <a:latin typeface="Courier New" panose="02070309020205020404" pitchFamily="49" charset="0"/>
              </a:rPr>
              <a:t>int</a:t>
            </a:r>
            <a:r>
              <a:rPr lang="en-IN" sz="2400" b="1" dirty="0">
                <a:solidFill>
                  <a:srgbClr val="000000"/>
                </a:solidFill>
                <a:effectLst/>
                <a:latin typeface="Courier New" panose="02070309020205020404" pitchFamily="49" charset="0"/>
              </a:rPr>
              <a:t> </a:t>
            </a:r>
            <a:r>
              <a:rPr lang="en-IN" sz="2400" b="1" dirty="0">
                <a:solidFill>
                  <a:srgbClr val="6A3E3E"/>
                </a:solidFill>
                <a:effectLst/>
                <a:latin typeface="Courier New" panose="02070309020205020404" pitchFamily="49" charset="0"/>
              </a:rPr>
              <a:t>n</a:t>
            </a:r>
            <a:r>
              <a:rPr lang="en-IN" sz="2400" b="1" dirty="0">
                <a:solidFill>
                  <a:srgbClr val="000000"/>
                </a:solidFill>
                <a:effectLst/>
                <a:latin typeface="Courier New" panose="02070309020205020404" pitchFamily="49" charset="0"/>
              </a:rPr>
              <a:t>=</a:t>
            </a:r>
            <a:r>
              <a:rPr lang="en-IN" sz="2400" b="1" dirty="0" err="1">
                <a:solidFill>
                  <a:srgbClr val="6A3E3E"/>
                </a:solidFill>
                <a:effectLst/>
                <a:latin typeface="Courier New" panose="02070309020205020404" pitchFamily="49" charset="0"/>
              </a:rPr>
              <a:t>sc</a:t>
            </a:r>
            <a:r>
              <a:rPr lang="en-IN" sz="2400" b="1" dirty="0" err="1">
                <a:solidFill>
                  <a:srgbClr val="000000"/>
                </a:solidFill>
                <a:effectLst/>
                <a:latin typeface="Courier New" panose="02070309020205020404" pitchFamily="49" charset="0"/>
              </a:rPr>
              <a:t>.nextInt</a:t>
            </a:r>
            <a:r>
              <a:rPr lang="en-IN" sz="2400" b="1" dirty="0">
                <a:solidFill>
                  <a:srgbClr val="000000"/>
                </a:solidFill>
                <a:effectLst/>
                <a:latin typeface="Courier New" panose="02070309020205020404" pitchFamily="49" charset="0"/>
              </a:rPr>
              <a:t>();</a:t>
            </a:r>
          </a:p>
          <a:p>
            <a:pPr marL="114300" marR="0" indent="-342900">
              <a:buFont typeface="+mj-lt"/>
              <a:buAutoNum type="arabicPeriod" startAt="47"/>
            </a:pPr>
            <a:r>
              <a:rPr lang="en-IN" sz="2400" b="1" dirty="0">
                <a:solidFill>
                  <a:srgbClr val="7F0055"/>
                </a:solidFill>
                <a:effectLst/>
                <a:latin typeface="Courier New" panose="02070309020205020404" pitchFamily="49" charset="0"/>
              </a:rPr>
              <a:t>for</a:t>
            </a:r>
            <a:r>
              <a:rPr lang="en-IN" sz="2400" b="1" dirty="0">
                <a:solidFill>
                  <a:srgbClr val="000000"/>
                </a:solidFill>
                <a:effectLst/>
                <a:latin typeface="Courier New" panose="02070309020205020404" pitchFamily="49" charset="0"/>
              </a:rPr>
              <a:t>(</a:t>
            </a:r>
            <a:r>
              <a:rPr lang="en-IN" sz="2400" b="1" dirty="0">
                <a:solidFill>
                  <a:srgbClr val="7F0055"/>
                </a:solidFill>
                <a:effectLst/>
                <a:latin typeface="Courier New" panose="02070309020205020404" pitchFamily="49" charset="0"/>
              </a:rPr>
              <a:t>int</a:t>
            </a:r>
            <a:r>
              <a:rPr lang="en-IN" sz="2400" b="1" dirty="0">
                <a:solidFill>
                  <a:srgbClr val="000000"/>
                </a:solidFill>
                <a:effectLst/>
                <a:latin typeface="Courier New" panose="02070309020205020404" pitchFamily="49" charset="0"/>
              </a:rPr>
              <a:t> </a:t>
            </a:r>
            <a:r>
              <a:rPr lang="en-IN" sz="2400" b="1" dirty="0" err="1">
                <a:solidFill>
                  <a:srgbClr val="6A3E3E"/>
                </a:solidFill>
                <a:effectLst/>
                <a:latin typeface="Courier New" panose="02070309020205020404" pitchFamily="49" charset="0"/>
              </a:rPr>
              <a:t>i</a:t>
            </a:r>
            <a:r>
              <a:rPr lang="en-IN" sz="2400" b="1" dirty="0">
                <a:solidFill>
                  <a:srgbClr val="000000"/>
                </a:solidFill>
                <a:effectLst/>
                <a:latin typeface="Courier New" panose="02070309020205020404" pitchFamily="49" charset="0"/>
              </a:rPr>
              <a:t>=0;</a:t>
            </a:r>
            <a:r>
              <a:rPr lang="en-IN" sz="2400" b="1" dirty="0">
                <a:solidFill>
                  <a:srgbClr val="6A3E3E"/>
                </a:solidFill>
                <a:effectLst/>
                <a:latin typeface="Courier New" panose="02070309020205020404" pitchFamily="49" charset="0"/>
              </a:rPr>
              <a:t>i</a:t>
            </a:r>
            <a:r>
              <a:rPr lang="en-IN" sz="2400" b="1" dirty="0">
                <a:solidFill>
                  <a:srgbClr val="000000"/>
                </a:solidFill>
                <a:effectLst/>
                <a:latin typeface="Courier New" panose="02070309020205020404" pitchFamily="49" charset="0"/>
              </a:rPr>
              <a:t>&lt;</a:t>
            </a:r>
            <a:r>
              <a:rPr lang="en-IN" sz="2400" b="1" dirty="0" err="1">
                <a:solidFill>
                  <a:srgbClr val="6A3E3E"/>
                </a:solidFill>
                <a:effectLst/>
                <a:latin typeface="Courier New" panose="02070309020205020404" pitchFamily="49" charset="0"/>
              </a:rPr>
              <a:t>n</a:t>
            </a:r>
            <a:r>
              <a:rPr lang="en-IN" sz="2400" b="1" dirty="0" err="1">
                <a:solidFill>
                  <a:srgbClr val="000000"/>
                </a:solidFill>
                <a:effectLst/>
                <a:latin typeface="Courier New" panose="02070309020205020404" pitchFamily="49" charset="0"/>
              </a:rPr>
              <a:t>;</a:t>
            </a:r>
            <a:r>
              <a:rPr lang="en-IN" sz="2400" b="1" dirty="0" err="1">
                <a:solidFill>
                  <a:srgbClr val="6A3E3E"/>
                </a:solidFill>
                <a:effectLst/>
                <a:latin typeface="Courier New" panose="02070309020205020404" pitchFamily="49" charset="0"/>
              </a:rPr>
              <a:t>i</a:t>
            </a:r>
            <a:r>
              <a:rPr lang="en-IN" sz="2400" b="1" dirty="0">
                <a:solidFill>
                  <a:srgbClr val="000000"/>
                </a:solidFill>
                <a:effectLst/>
                <a:latin typeface="Courier New" panose="02070309020205020404" pitchFamily="49" charset="0"/>
              </a:rPr>
              <a:t>++)</a:t>
            </a:r>
          </a:p>
          <a:p>
            <a:pPr marL="114300" marR="0" indent="-342900">
              <a:buFont typeface="+mj-lt"/>
              <a:buAutoNum type="arabicPeriod" startAt="47"/>
            </a:pPr>
            <a:r>
              <a:rPr lang="en-IN" sz="2400" b="1" dirty="0">
                <a:solidFill>
                  <a:srgbClr val="000000"/>
                </a:solidFill>
                <a:effectLst/>
                <a:latin typeface="Courier New" panose="02070309020205020404" pitchFamily="49" charset="0"/>
              </a:rPr>
              <a:t>{</a:t>
            </a:r>
          </a:p>
          <a:p>
            <a:pPr marL="114300" marR="0" indent="-342900">
              <a:buFont typeface="+mj-lt"/>
              <a:buAutoNum type="arabicPeriod" startAt="47"/>
            </a:pPr>
            <a:r>
              <a:rPr lang="en-IN" sz="2400" b="1" dirty="0">
                <a:solidFill>
                  <a:srgbClr val="7F0055"/>
                </a:solidFill>
                <a:effectLst/>
                <a:latin typeface="Courier New" panose="02070309020205020404" pitchFamily="49" charset="0"/>
              </a:rPr>
              <a:t>int</a:t>
            </a:r>
            <a:r>
              <a:rPr lang="en-IN" sz="2400" b="1" dirty="0">
                <a:solidFill>
                  <a:srgbClr val="000000"/>
                </a:solidFill>
                <a:effectLst/>
                <a:latin typeface="Courier New" panose="02070309020205020404" pitchFamily="49" charset="0"/>
              </a:rPr>
              <a:t> </a:t>
            </a:r>
            <a:r>
              <a:rPr lang="en-IN" sz="2400" b="1" dirty="0">
                <a:solidFill>
                  <a:srgbClr val="6A3E3E"/>
                </a:solidFill>
                <a:effectLst/>
                <a:latin typeface="Courier New" panose="02070309020205020404" pitchFamily="49" charset="0"/>
              </a:rPr>
              <a:t>m</a:t>
            </a:r>
            <a:r>
              <a:rPr lang="en-IN" sz="2400" b="1" dirty="0">
                <a:solidFill>
                  <a:srgbClr val="000000"/>
                </a:solidFill>
                <a:effectLst/>
                <a:latin typeface="Courier New" panose="02070309020205020404" pitchFamily="49" charset="0"/>
              </a:rPr>
              <a:t>=</a:t>
            </a:r>
            <a:r>
              <a:rPr lang="en-IN" sz="2400" b="1" dirty="0" err="1">
                <a:solidFill>
                  <a:srgbClr val="6A3E3E"/>
                </a:solidFill>
                <a:effectLst/>
                <a:latin typeface="Courier New" panose="02070309020205020404" pitchFamily="49" charset="0"/>
              </a:rPr>
              <a:t>sc</a:t>
            </a:r>
            <a:r>
              <a:rPr lang="en-IN" sz="2400" b="1" dirty="0" err="1">
                <a:solidFill>
                  <a:srgbClr val="000000"/>
                </a:solidFill>
                <a:effectLst/>
                <a:latin typeface="Courier New" panose="02070309020205020404" pitchFamily="49" charset="0"/>
              </a:rPr>
              <a:t>.nextInt</a:t>
            </a:r>
            <a:r>
              <a:rPr lang="en-IN" sz="2400" b="1" dirty="0">
                <a:solidFill>
                  <a:srgbClr val="000000"/>
                </a:solidFill>
                <a:effectLst/>
                <a:latin typeface="Courier New" panose="02070309020205020404" pitchFamily="49" charset="0"/>
              </a:rPr>
              <a:t>();</a:t>
            </a:r>
          </a:p>
          <a:p>
            <a:pPr marL="114300" marR="0" indent="-342900">
              <a:buFont typeface="+mj-lt"/>
              <a:buAutoNum type="arabicPeriod" startAt="47"/>
            </a:pPr>
            <a:r>
              <a:rPr lang="en-IN" sz="2400" b="1" i="1" dirty="0">
                <a:solidFill>
                  <a:srgbClr val="000000"/>
                </a:solidFill>
                <a:effectLst/>
                <a:latin typeface="Courier New" panose="02070309020205020404" pitchFamily="49" charset="0"/>
              </a:rPr>
              <a:t>push</a:t>
            </a:r>
            <a:r>
              <a:rPr lang="en-IN" sz="2400" b="1" dirty="0">
                <a:solidFill>
                  <a:srgbClr val="000000"/>
                </a:solidFill>
                <a:effectLst/>
                <a:latin typeface="Courier New" panose="02070309020205020404" pitchFamily="49" charset="0"/>
              </a:rPr>
              <a:t>(</a:t>
            </a:r>
            <a:r>
              <a:rPr lang="en-IN" sz="2400" b="1" dirty="0">
                <a:solidFill>
                  <a:srgbClr val="6A3E3E"/>
                </a:solidFill>
                <a:effectLst/>
                <a:latin typeface="Courier New" panose="02070309020205020404" pitchFamily="49" charset="0"/>
              </a:rPr>
              <a:t>m</a:t>
            </a:r>
            <a:r>
              <a:rPr lang="en-IN" sz="2400" b="1" dirty="0">
                <a:solidFill>
                  <a:srgbClr val="000000"/>
                </a:solidFill>
                <a:effectLst/>
                <a:latin typeface="Courier New" panose="02070309020205020404" pitchFamily="49" charset="0"/>
              </a:rPr>
              <a:t>);</a:t>
            </a:r>
          </a:p>
          <a:p>
            <a:pPr marL="114300" marR="0" indent="-342900">
              <a:buFont typeface="+mj-lt"/>
              <a:buAutoNum type="arabicPeriod" startAt="47"/>
            </a:pPr>
            <a:r>
              <a:rPr lang="en-IN" sz="2400" b="1" dirty="0">
                <a:solidFill>
                  <a:srgbClr val="000000"/>
                </a:solidFill>
                <a:effectLst/>
                <a:latin typeface="Courier New" panose="02070309020205020404" pitchFamily="49" charset="0"/>
              </a:rPr>
              <a:t>}</a:t>
            </a:r>
          </a:p>
          <a:p>
            <a:pPr marL="114300" marR="0" indent="-342900">
              <a:buFont typeface="+mj-lt"/>
              <a:buAutoNum type="arabicPeriod" startAt="47"/>
            </a:pPr>
            <a:r>
              <a:rPr lang="en-IN" sz="2400" b="1" i="1" dirty="0">
                <a:solidFill>
                  <a:srgbClr val="000000"/>
                </a:solidFill>
                <a:effectLst/>
                <a:latin typeface="Courier New" panose="02070309020205020404" pitchFamily="49" charset="0"/>
              </a:rPr>
              <a:t>top</a:t>
            </a:r>
            <a:r>
              <a:rPr lang="en-IN" sz="2400" b="1" dirty="0">
                <a:solidFill>
                  <a:srgbClr val="000000"/>
                </a:solidFill>
                <a:effectLst/>
                <a:latin typeface="Courier New" panose="02070309020205020404" pitchFamily="49" charset="0"/>
              </a:rPr>
              <a:t>();</a:t>
            </a:r>
          </a:p>
          <a:p>
            <a:pPr marL="114300" marR="0" indent="-342900">
              <a:buFont typeface="+mj-lt"/>
              <a:buAutoNum type="arabicPeriod" startAt="47"/>
            </a:pPr>
            <a:r>
              <a:rPr lang="en-IN" sz="2400" b="1" i="1" dirty="0">
                <a:solidFill>
                  <a:srgbClr val="000000"/>
                </a:solidFill>
                <a:effectLst/>
                <a:latin typeface="Courier New" panose="02070309020205020404" pitchFamily="49" charset="0"/>
              </a:rPr>
              <a:t>pop</a:t>
            </a:r>
            <a:r>
              <a:rPr lang="en-IN" sz="2400" b="1" dirty="0">
                <a:solidFill>
                  <a:srgbClr val="000000"/>
                </a:solidFill>
                <a:effectLst/>
                <a:latin typeface="Courier New" panose="02070309020205020404" pitchFamily="49" charset="0"/>
              </a:rPr>
              <a:t>();</a:t>
            </a:r>
          </a:p>
          <a:p>
            <a:pPr marL="114300" marR="0" indent="-342900">
              <a:buFont typeface="+mj-lt"/>
              <a:buAutoNum type="arabicPeriod" startAt="47"/>
            </a:pPr>
            <a:r>
              <a:rPr lang="en-IN" sz="2400" b="1" i="1" dirty="0">
                <a:solidFill>
                  <a:srgbClr val="000000"/>
                </a:solidFill>
                <a:effectLst/>
                <a:latin typeface="Courier New" panose="02070309020205020404" pitchFamily="49" charset="0"/>
              </a:rPr>
              <a:t>display</a:t>
            </a:r>
            <a:r>
              <a:rPr lang="en-IN" sz="2400" b="1" dirty="0">
                <a:solidFill>
                  <a:srgbClr val="000000"/>
                </a:solidFill>
                <a:effectLst/>
                <a:latin typeface="Courier New" panose="02070309020205020404" pitchFamily="49" charset="0"/>
              </a:rPr>
              <a:t>();</a:t>
            </a:r>
          </a:p>
          <a:p>
            <a:pPr marL="114300" marR="0" indent="-342900">
              <a:buFont typeface="+mj-lt"/>
              <a:buAutoNum type="arabicPeriod" startAt="47"/>
            </a:pPr>
            <a:r>
              <a:rPr lang="en-IN" sz="2400" b="1" i="1" dirty="0">
                <a:solidFill>
                  <a:srgbClr val="000000"/>
                </a:solidFill>
                <a:effectLst/>
                <a:latin typeface="Courier New" panose="02070309020205020404" pitchFamily="49" charset="0"/>
              </a:rPr>
              <a:t>pop</a:t>
            </a:r>
            <a:r>
              <a:rPr lang="en-IN" sz="2400" b="1" dirty="0">
                <a:solidFill>
                  <a:srgbClr val="000000"/>
                </a:solidFill>
                <a:effectLst/>
                <a:latin typeface="Courier New" panose="02070309020205020404" pitchFamily="49" charset="0"/>
              </a:rPr>
              <a:t>();</a:t>
            </a:r>
          </a:p>
          <a:p>
            <a:pPr marL="114300" marR="0" indent="-342900">
              <a:buFont typeface="+mj-lt"/>
              <a:buAutoNum type="arabicPeriod" startAt="47"/>
            </a:pPr>
            <a:r>
              <a:rPr lang="en-IN" sz="2400" b="1" i="1" dirty="0">
                <a:solidFill>
                  <a:srgbClr val="000000"/>
                </a:solidFill>
                <a:effectLst/>
                <a:latin typeface="Courier New" panose="02070309020205020404" pitchFamily="49" charset="0"/>
              </a:rPr>
              <a:t>pop</a:t>
            </a:r>
            <a:r>
              <a:rPr lang="en-IN" sz="2400" b="1" dirty="0">
                <a:solidFill>
                  <a:srgbClr val="000000"/>
                </a:solidFill>
                <a:effectLst/>
                <a:latin typeface="Courier New" panose="02070309020205020404" pitchFamily="49" charset="0"/>
              </a:rPr>
              <a:t>();</a:t>
            </a:r>
          </a:p>
          <a:p>
            <a:pPr marL="114300" marR="0" indent="-342900">
              <a:buFont typeface="+mj-lt"/>
              <a:buAutoNum type="arabicPeriod" startAt="47"/>
            </a:pPr>
            <a:r>
              <a:rPr lang="en-IN" sz="2400" b="1" dirty="0">
                <a:solidFill>
                  <a:srgbClr val="000000"/>
                </a:solidFill>
                <a:effectLst/>
                <a:latin typeface="Courier New" panose="02070309020205020404" pitchFamily="49" charset="0"/>
              </a:rPr>
              <a:t>}}</a:t>
            </a:r>
          </a:p>
          <a:p>
            <a:pPr marL="514350" indent="-514350">
              <a:buFont typeface="+mj-lt"/>
              <a:buAutoNum type="arabicPeriod" startAt="47"/>
            </a:pPr>
            <a:endParaRPr lang="en-IN" sz="2400" b="1" dirty="0"/>
          </a:p>
        </p:txBody>
      </p:sp>
    </p:spTree>
    <p:extLst>
      <p:ext uri="{BB962C8B-B14F-4D97-AF65-F5344CB8AC3E}">
        <p14:creationId xmlns:p14="http://schemas.microsoft.com/office/powerpoint/2010/main" val="255182002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06F5B-A439-359F-8B5E-78F6E32C63F2}"/>
              </a:ext>
            </a:extLst>
          </p:cNvPr>
          <p:cNvSpPr>
            <a:spLocks noGrp="1"/>
          </p:cNvSpPr>
          <p:nvPr>
            <p:ph type="title"/>
          </p:nvPr>
        </p:nvSpPr>
        <p:spPr/>
        <p:txBody>
          <a:bodyPr/>
          <a:lstStyle/>
          <a:p>
            <a:r>
              <a:rPr lang="en-IN" b="1" dirty="0"/>
              <a:t>Stack using LinkedList</a:t>
            </a:r>
            <a:endParaRPr lang="en-IN" dirty="0"/>
          </a:p>
        </p:txBody>
      </p:sp>
      <p:sp>
        <p:nvSpPr>
          <p:cNvPr id="3" name="Content Placeholder 2">
            <a:extLst>
              <a:ext uri="{FF2B5EF4-FFF2-40B4-BE49-F238E27FC236}">
                <a16:creationId xmlns:a16="http://schemas.microsoft.com/office/drawing/2014/main" id="{F923CE3A-508E-8AD8-B45E-0FB0EBD23BB1}"/>
              </a:ext>
            </a:extLst>
          </p:cNvPr>
          <p:cNvSpPr>
            <a:spLocks noGrp="1"/>
          </p:cNvSpPr>
          <p:nvPr>
            <p:ph idx="1"/>
          </p:nvPr>
        </p:nvSpPr>
        <p:spPr/>
        <p:txBody>
          <a:bodyPr>
            <a:noAutofit/>
          </a:bodyPr>
          <a:lstStyle/>
          <a:p>
            <a:pPr marR="0" indent="-457200">
              <a:buFont typeface="+mj-lt"/>
              <a:buAutoNum type="arabicPeriod"/>
            </a:pPr>
            <a:r>
              <a:rPr lang="en-IN" sz="2400" b="1" dirty="0">
                <a:solidFill>
                  <a:srgbClr val="7F0055"/>
                </a:solidFill>
                <a:effectLst/>
                <a:latin typeface="Courier New" panose="02070309020205020404" pitchFamily="49" charset="0"/>
              </a:rPr>
              <a:t>class</a:t>
            </a:r>
            <a:r>
              <a:rPr lang="en-IN" sz="2400" b="1" dirty="0">
                <a:solidFill>
                  <a:srgbClr val="000000"/>
                </a:solidFill>
                <a:effectLst/>
                <a:latin typeface="Courier New" panose="02070309020205020404" pitchFamily="49" charset="0"/>
              </a:rPr>
              <a:t> Node3</a:t>
            </a:r>
          </a:p>
          <a:p>
            <a:pPr marR="0" indent="-457200">
              <a:buFont typeface="+mj-lt"/>
              <a:buAutoNum type="arabicPeriod"/>
            </a:pPr>
            <a:r>
              <a:rPr lang="en-IN" sz="2400" b="1" dirty="0">
                <a:solidFill>
                  <a:srgbClr val="000000"/>
                </a:solidFill>
                <a:effectLst/>
                <a:latin typeface="Courier New" panose="02070309020205020404" pitchFamily="49" charset="0"/>
              </a:rPr>
              <a:t>{</a:t>
            </a:r>
          </a:p>
          <a:p>
            <a:pPr marR="0" indent="-457200">
              <a:buFont typeface="+mj-lt"/>
              <a:buAutoNum type="arabicPeriod"/>
            </a:pPr>
            <a:r>
              <a:rPr lang="en-IN" sz="2400" b="1" dirty="0">
                <a:solidFill>
                  <a:srgbClr val="7F0055"/>
                </a:solidFill>
                <a:effectLst/>
                <a:latin typeface="Courier New" panose="02070309020205020404" pitchFamily="49" charset="0"/>
              </a:rPr>
              <a:t>int</a:t>
            </a:r>
            <a:r>
              <a:rPr lang="en-IN" sz="2400" b="1" dirty="0">
                <a:solidFill>
                  <a:srgbClr val="000000"/>
                </a:solidFill>
                <a:effectLst/>
                <a:latin typeface="Courier New" panose="02070309020205020404" pitchFamily="49" charset="0"/>
              </a:rPr>
              <a:t> </a:t>
            </a:r>
            <a:r>
              <a:rPr lang="en-IN" sz="2400" b="1" dirty="0">
                <a:solidFill>
                  <a:srgbClr val="0000C0"/>
                </a:solidFill>
                <a:effectLst/>
                <a:latin typeface="Courier New" panose="02070309020205020404" pitchFamily="49" charset="0"/>
              </a:rPr>
              <a:t>data</a:t>
            </a:r>
            <a:r>
              <a:rPr lang="en-IN" sz="2400" b="1" dirty="0">
                <a:solidFill>
                  <a:srgbClr val="000000"/>
                </a:solidFill>
                <a:effectLst/>
                <a:latin typeface="Courier New" panose="02070309020205020404" pitchFamily="49" charset="0"/>
              </a:rPr>
              <a:t>;</a:t>
            </a:r>
          </a:p>
          <a:p>
            <a:pPr marR="0" indent="-457200">
              <a:buFont typeface="+mj-lt"/>
              <a:buAutoNum type="arabicPeriod"/>
            </a:pPr>
            <a:r>
              <a:rPr lang="en-IN" sz="2400" b="1" dirty="0">
                <a:solidFill>
                  <a:srgbClr val="000000"/>
                </a:solidFill>
                <a:effectLst/>
                <a:latin typeface="Courier New" panose="02070309020205020404" pitchFamily="49" charset="0"/>
              </a:rPr>
              <a:t>Node3 </a:t>
            </a:r>
            <a:r>
              <a:rPr lang="en-IN" sz="2400" b="1" dirty="0">
                <a:solidFill>
                  <a:srgbClr val="0000C0"/>
                </a:solidFill>
                <a:effectLst/>
                <a:latin typeface="Courier New" panose="02070309020205020404" pitchFamily="49" charset="0"/>
              </a:rPr>
              <a:t>next</a:t>
            </a:r>
            <a:r>
              <a:rPr lang="en-IN" sz="2400" b="1" dirty="0">
                <a:solidFill>
                  <a:srgbClr val="000000"/>
                </a:solidFill>
                <a:effectLst/>
                <a:latin typeface="Courier New" panose="02070309020205020404" pitchFamily="49" charset="0"/>
              </a:rPr>
              <a:t>;</a:t>
            </a:r>
          </a:p>
          <a:p>
            <a:pPr marR="0" indent="-457200">
              <a:buFont typeface="+mj-lt"/>
              <a:buAutoNum type="arabicPeriod"/>
            </a:pPr>
            <a:r>
              <a:rPr lang="en-IN" sz="2400" b="1" dirty="0">
                <a:solidFill>
                  <a:srgbClr val="000000"/>
                </a:solidFill>
                <a:effectLst/>
                <a:latin typeface="Courier New" panose="02070309020205020404" pitchFamily="49" charset="0"/>
              </a:rPr>
              <a:t>Node3(</a:t>
            </a:r>
            <a:r>
              <a:rPr lang="en-IN" sz="2400" b="1" dirty="0">
                <a:solidFill>
                  <a:srgbClr val="7F0055"/>
                </a:solidFill>
                <a:effectLst/>
                <a:latin typeface="Courier New" panose="02070309020205020404" pitchFamily="49" charset="0"/>
              </a:rPr>
              <a:t>int</a:t>
            </a:r>
            <a:r>
              <a:rPr lang="en-IN" sz="2400" b="1" dirty="0">
                <a:solidFill>
                  <a:srgbClr val="000000"/>
                </a:solidFill>
                <a:effectLst/>
                <a:latin typeface="Courier New" panose="02070309020205020404" pitchFamily="49" charset="0"/>
              </a:rPr>
              <a:t> </a:t>
            </a:r>
            <a:r>
              <a:rPr lang="en-IN" sz="2400" b="1" dirty="0">
                <a:solidFill>
                  <a:srgbClr val="6A3E3E"/>
                </a:solidFill>
                <a:effectLst/>
                <a:latin typeface="Courier New" panose="02070309020205020404" pitchFamily="49" charset="0"/>
              </a:rPr>
              <a:t>e</a:t>
            </a:r>
            <a:r>
              <a:rPr lang="en-IN" sz="2400" b="1" dirty="0">
                <a:solidFill>
                  <a:srgbClr val="000000"/>
                </a:solidFill>
                <a:effectLst/>
                <a:latin typeface="Courier New" panose="02070309020205020404" pitchFamily="49" charset="0"/>
              </a:rPr>
              <a:t>)</a:t>
            </a:r>
          </a:p>
          <a:p>
            <a:pPr marR="0" indent="-457200">
              <a:buFont typeface="+mj-lt"/>
              <a:buAutoNum type="arabicPeriod"/>
            </a:pPr>
            <a:r>
              <a:rPr lang="en-IN" sz="2400" b="1" dirty="0">
                <a:solidFill>
                  <a:srgbClr val="000000"/>
                </a:solidFill>
                <a:effectLst/>
                <a:latin typeface="Courier New" panose="02070309020205020404" pitchFamily="49" charset="0"/>
              </a:rPr>
              <a:t>{</a:t>
            </a:r>
          </a:p>
          <a:p>
            <a:pPr marR="0" indent="-457200">
              <a:buFont typeface="+mj-lt"/>
              <a:buAutoNum type="arabicPeriod"/>
            </a:pPr>
            <a:r>
              <a:rPr lang="en-IN" sz="2400" b="1" dirty="0" err="1">
                <a:solidFill>
                  <a:srgbClr val="7F0055"/>
                </a:solidFill>
                <a:effectLst/>
                <a:latin typeface="Courier New" panose="02070309020205020404" pitchFamily="49" charset="0"/>
              </a:rPr>
              <a:t>this</a:t>
            </a:r>
            <a:r>
              <a:rPr lang="en-IN" sz="2400" b="1" dirty="0" err="1">
                <a:solidFill>
                  <a:srgbClr val="000000"/>
                </a:solidFill>
                <a:effectLst/>
                <a:latin typeface="Courier New" panose="02070309020205020404" pitchFamily="49" charset="0"/>
              </a:rPr>
              <a:t>.</a:t>
            </a:r>
            <a:r>
              <a:rPr lang="en-IN" sz="2400" b="1" dirty="0" err="1">
                <a:solidFill>
                  <a:srgbClr val="0000C0"/>
                </a:solidFill>
                <a:effectLst/>
                <a:latin typeface="Courier New" panose="02070309020205020404" pitchFamily="49" charset="0"/>
              </a:rPr>
              <a:t>data</a:t>
            </a:r>
            <a:r>
              <a:rPr lang="en-IN" sz="2400" b="1" dirty="0">
                <a:solidFill>
                  <a:srgbClr val="000000"/>
                </a:solidFill>
                <a:effectLst/>
                <a:latin typeface="Courier New" panose="02070309020205020404" pitchFamily="49" charset="0"/>
              </a:rPr>
              <a:t>=</a:t>
            </a:r>
            <a:r>
              <a:rPr lang="en-IN" sz="2400" b="1" dirty="0">
                <a:solidFill>
                  <a:srgbClr val="6A3E3E"/>
                </a:solidFill>
                <a:effectLst/>
                <a:latin typeface="Courier New" panose="02070309020205020404" pitchFamily="49" charset="0"/>
              </a:rPr>
              <a:t>e</a:t>
            </a:r>
            <a:r>
              <a:rPr lang="en-IN" sz="2400" b="1" dirty="0">
                <a:solidFill>
                  <a:srgbClr val="000000"/>
                </a:solidFill>
                <a:effectLst/>
                <a:latin typeface="Courier New" panose="02070309020205020404" pitchFamily="49" charset="0"/>
              </a:rPr>
              <a:t>;</a:t>
            </a:r>
          </a:p>
          <a:p>
            <a:pPr marR="0" indent="-457200">
              <a:buFont typeface="+mj-lt"/>
              <a:buAutoNum type="arabicPeriod"/>
            </a:pPr>
            <a:r>
              <a:rPr lang="en-IN" sz="2400" b="1" dirty="0" err="1">
                <a:solidFill>
                  <a:srgbClr val="7F0055"/>
                </a:solidFill>
                <a:effectLst/>
                <a:latin typeface="Courier New" panose="02070309020205020404" pitchFamily="49" charset="0"/>
              </a:rPr>
              <a:t>this</a:t>
            </a:r>
            <a:r>
              <a:rPr lang="en-IN" sz="2400" b="1" dirty="0" err="1">
                <a:solidFill>
                  <a:srgbClr val="000000"/>
                </a:solidFill>
                <a:effectLst/>
                <a:latin typeface="Courier New" panose="02070309020205020404" pitchFamily="49" charset="0"/>
              </a:rPr>
              <a:t>.</a:t>
            </a:r>
            <a:r>
              <a:rPr lang="en-IN" sz="2400" b="1" dirty="0" err="1">
                <a:solidFill>
                  <a:srgbClr val="0000C0"/>
                </a:solidFill>
                <a:effectLst/>
                <a:latin typeface="Courier New" panose="02070309020205020404" pitchFamily="49" charset="0"/>
              </a:rPr>
              <a:t>next</a:t>
            </a:r>
            <a:r>
              <a:rPr lang="en-IN" sz="2400" b="1" dirty="0">
                <a:solidFill>
                  <a:srgbClr val="000000"/>
                </a:solidFill>
                <a:effectLst/>
                <a:latin typeface="Courier New" panose="02070309020205020404" pitchFamily="49" charset="0"/>
              </a:rPr>
              <a:t>=</a:t>
            </a:r>
            <a:r>
              <a:rPr lang="en-IN" sz="2400" b="1" dirty="0">
                <a:solidFill>
                  <a:srgbClr val="7F0055"/>
                </a:solidFill>
                <a:effectLst/>
                <a:latin typeface="Courier New" panose="02070309020205020404" pitchFamily="49" charset="0"/>
              </a:rPr>
              <a:t>null</a:t>
            </a:r>
            <a:r>
              <a:rPr lang="en-IN" sz="2400" b="1" dirty="0">
                <a:solidFill>
                  <a:srgbClr val="000000"/>
                </a:solidFill>
                <a:effectLst/>
                <a:latin typeface="Courier New" panose="02070309020205020404" pitchFamily="49" charset="0"/>
              </a:rPr>
              <a:t>;</a:t>
            </a:r>
          </a:p>
          <a:p>
            <a:pPr marR="0" indent="-457200">
              <a:buFont typeface="+mj-lt"/>
              <a:buAutoNum type="arabicPeriod"/>
            </a:pPr>
            <a:r>
              <a:rPr lang="en-IN" sz="2400" b="1" dirty="0">
                <a:solidFill>
                  <a:srgbClr val="000000"/>
                </a:solidFill>
                <a:effectLst/>
                <a:latin typeface="Courier New" panose="02070309020205020404" pitchFamily="49" charset="0"/>
              </a:rPr>
              <a:t>}</a:t>
            </a:r>
          </a:p>
          <a:p>
            <a:pPr marR="0" indent="-457200">
              <a:buFont typeface="+mj-lt"/>
              <a:buAutoNum type="arabicPeriod"/>
            </a:pPr>
            <a:r>
              <a:rPr lang="en-IN" sz="2400" b="1" dirty="0">
                <a:solidFill>
                  <a:srgbClr val="000000"/>
                </a:solidFill>
                <a:effectLst/>
                <a:latin typeface="Courier New" panose="02070309020205020404" pitchFamily="49" charset="0"/>
              </a:rPr>
              <a:t>}</a:t>
            </a:r>
          </a:p>
          <a:p>
            <a:pPr marL="457200" indent="-457200">
              <a:buFont typeface="+mj-lt"/>
              <a:buAutoNum type="arabicPeriod"/>
            </a:pPr>
            <a:endParaRPr lang="en-IN" sz="2400" b="1" dirty="0"/>
          </a:p>
        </p:txBody>
      </p:sp>
    </p:spTree>
    <p:extLst>
      <p:ext uri="{BB962C8B-B14F-4D97-AF65-F5344CB8AC3E}">
        <p14:creationId xmlns:p14="http://schemas.microsoft.com/office/powerpoint/2010/main" val="362663593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61C507F-6915-F778-D126-BA7F1D25F557}"/>
              </a:ext>
            </a:extLst>
          </p:cNvPr>
          <p:cNvSpPr>
            <a:spLocks noGrp="1"/>
          </p:cNvSpPr>
          <p:nvPr>
            <p:ph idx="1"/>
          </p:nvPr>
        </p:nvSpPr>
        <p:spPr>
          <a:xfrm>
            <a:off x="838200" y="397565"/>
            <a:ext cx="10515600" cy="5779398"/>
          </a:xfrm>
        </p:spPr>
        <p:txBody>
          <a:bodyPr>
            <a:normAutofit lnSpcReduction="10000"/>
          </a:bodyPr>
          <a:lstStyle/>
          <a:p>
            <a:pPr marR="0" indent="-457200">
              <a:buFont typeface="+mj-lt"/>
              <a:buAutoNum type="arabicPeriod" startAt="11"/>
            </a:pPr>
            <a:r>
              <a:rPr lang="en-IN" sz="2400" b="1" dirty="0">
                <a:solidFill>
                  <a:srgbClr val="7F0055"/>
                </a:solidFill>
                <a:effectLst/>
                <a:latin typeface="Courier New" panose="02070309020205020404" pitchFamily="49" charset="0"/>
              </a:rPr>
              <a:t>public</a:t>
            </a:r>
            <a:r>
              <a:rPr lang="en-IN" sz="2400" b="1" dirty="0">
                <a:solidFill>
                  <a:srgbClr val="000000"/>
                </a:solidFill>
                <a:effectLst/>
                <a:latin typeface="Courier New" panose="02070309020205020404" pitchFamily="49" charset="0"/>
              </a:rPr>
              <a:t> </a:t>
            </a:r>
            <a:r>
              <a:rPr lang="en-IN" sz="2400" b="1" dirty="0">
                <a:solidFill>
                  <a:srgbClr val="7F0055"/>
                </a:solidFill>
                <a:effectLst/>
                <a:latin typeface="Courier New" panose="02070309020205020404" pitchFamily="49" charset="0"/>
              </a:rPr>
              <a:t>class</a:t>
            </a:r>
            <a:r>
              <a:rPr lang="en-IN" sz="2400" b="1" dirty="0">
                <a:solidFill>
                  <a:srgbClr val="000000"/>
                </a:solidFill>
                <a:effectLst/>
                <a:latin typeface="Courier New" panose="02070309020205020404" pitchFamily="49" charset="0"/>
              </a:rPr>
              <a:t> </a:t>
            </a:r>
            <a:r>
              <a:rPr lang="en-IN" sz="2400" b="1" dirty="0" err="1">
                <a:solidFill>
                  <a:srgbClr val="000000"/>
                </a:solidFill>
                <a:effectLst/>
                <a:latin typeface="Courier New" panose="02070309020205020404" pitchFamily="49" charset="0"/>
              </a:rPr>
              <a:t>StackLL</a:t>
            </a:r>
            <a:r>
              <a:rPr lang="en-IN" sz="2400" b="1" dirty="0">
                <a:solidFill>
                  <a:srgbClr val="000000"/>
                </a:solidFill>
                <a:effectLst/>
                <a:latin typeface="Courier New" panose="02070309020205020404" pitchFamily="49" charset="0"/>
              </a:rPr>
              <a:t> {</a:t>
            </a:r>
          </a:p>
          <a:p>
            <a:pPr marR="0" indent="-457200">
              <a:buFont typeface="+mj-lt"/>
              <a:buAutoNum type="arabicPeriod" startAt="11"/>
            </a:pPr>
            <a:r>
              <a:rPr lang="en-IN" sz="2400" b="1" dirty="0">
                <a:solidFill>
                  <a:srgbClr val="7F0055"/>
                </a:solidFill>
                <a:effectLst/>
                <a:latin typeface="Courier New" panose="02070309020205020404" pitchFamily="49" charset="0"/>
              </a:rPr>
              <a:t>static</a:t>
            </a:r>
            <a:r>
              <a:rPr lang="en-IN" sz="2400" b="1" dirty="0">
                <a:solidFill>
                  <a:srgbClr val="000000"/>
                </a:solidFill>
                <a:effectLst/>
                <a:latin typeface="Courier New" panose="02070309020205020404" pitchFamily="49" charset="0"/>
              </a:rPr>
              <a:t> Node3 </a:t>
            </a:r>
            <a:r>
              <a:rPr lang="en-IN" sz="2400" b="1" i="1" dirty="0">
                <a:solidFill>
                  <a:srgbClr val="0000C0"/>
                </a:solidFill>
                <a:effectLst/>
                <a:latin typeface="Courier New" panose="02070309020205020404" pitchFamily="49" charset="0"/>
              </a:rPr>
              <a:t>top</a:t>
            </a:r>
            <a:r>
              <a:rPr lang="en-IN" sz="2400" b="1" dirty="0">
                <a:solidFill>
                  <a:srgbClr val="000000"/>
                </a:solidFill>
                <a:effectLst/>
                <a:latin typeface="Courier New" panose="02070309020205020404" pitchFamily="49" charset="0"/>
              </a:rPr>
              <a:t>;</a:t>
            </a:r>
          </a:p>
          <a:p>
            <a:pPr marL="457200" marR="0" indent="-457200">
              <a:buFont typeface="+mj-lt"/>
              <a:buAutoNum type="arabicPeriod" startAt="11"/>
            </a:pPr>
            <a:endParaRPr lang="en-IN" sz="2400" b="1" dirty="0">
              <a:solidFill>
                <a:srgbClr val="000000"/>
              </a:solidFill>
              <a:effectLst/>
              <a:latin typeface="Courier New" panose="02070309020205020404" pitchFamily="49" charset="0"/>
            </a:endParaRPr>
          </a:p>
          <a:p>
            <a:pPr marR="0" indent="-457200">
              <a:buFont typeface="+mj-lt"/>
              <a:buAutoNum type="arabicPeriod" startAt="11"/>
            </a:pPr>
            <a:r>
              <a:rPr lang="en-IN" sz="2400" b="1" dirty="0">
                <a:solidFill>
                  <a:srgbClr val="7F0055"/>
                </a:solidFill>
                <a:effectLst/>
                <a:latin typeface="Courier New" panose="02070309020205020404" pitchFamily="49" charset="0"/>
              </a:rPr>
              <a:t>public</a:t>
            </a:r>
            <a:r>
              <a:rPr lang="en-IN" sz="2400" b="1" dirty="0">
                <a:solidFill>
                  <a:srgbClr val="000000"/>
                </a:solidFill>
                <a:effectLst/>
                <a:latin typeface="Courier New" panose="02070309020205020404" pitchFamily="49" charset="0"/>
              </a:rPr>
              <a:t> </a:t>
            </a:r>
            <a:r>
              <a:rPr lang="en-IN" sz="2400" b="1" dirty="0">
                <a:solidFill>
                  <a:srgbClr val="7F0055"/>
                </a:solidFill>
                <a:effectLst/>
                <a:latin typeface="Courier New" panose="02070309020205020404" pitchFamily="49" charset="0"/>
              </a:rPr>
              <a:t>static</a:t>
            </a:r>
            <a:r>
              <a:rPr lang="en-IN" sz="2400" b="1" dirty="0">
                <a:solidFill>
                  <a:srgbClr val="000000"/>
                </a:solidFill>
                <a:effectLst/>
                <a:latin typeface="Courier New" panose="02070309020205020404" pitchFamily="49" charset="0"/>
              </a:rPr>
              <a:t> </a:t>
            </a:r>
            <a:r>
              <a:rPr lang="en-IN" sz="2400" b="1" dirty="0">
                <a:solidFill>
                  <a:srgbClr val="7F0055"/>
                </a:solidFill>
                <a:effectLst/>
                <a:latin typeface="Courier New" panose="02070309020205020404" pitchFamily="49" charset="0"/>
              </a:rPr>
              <a:t>void</a:t>
            </a:r>
            <a:r>
              <a:rPr lang="en-IN" sz="2400" b="1" dirty="0">
                <a:solidFill>
                  <a:srgbClr val="000000"/>
                </a:solidFill>
                <a:effectLst/>
                <a:latin typeface="Courier New" panose="02070309020205020404" pitchFamily="49" charset="0"/>
              </a:rPr>
              <a:t> push(</a:t>
            </a:r>
            <a:r>
              <a:rPr lang="en-IN" sz="2400" b="1" dirty="0">
                <a:solidFill>
                  <a:srgbClr val="7F0055"/>
                </a:solidFill>
                <a:effectLst/>
                <a:latin typeface="Courier New" panose="02070309020205020404" pitchFamily="49" charset="0"/>
              </a:rPr>
              <a:t>int</a:t>
            </a:r>
            <a:r>
              <a:rPr lang="en-IN" sz="2400" b="1" dirty="0">
                <a:solidFill>
                  <a:srgbClr val="000000"/>
                </a:solidFill>
                <a:effectLst/>
                <a:latin typeface="Courier New" panose="02070309020205020404" pitchFamily="49" charset="0"/>
              </a:rPr>
              <a:t> </a:t>
            </a:r>
            <a:r>
              <a:rPr lang="en-IN" sz="2400" b="1" dirty="0">
                <a:solidFill>
                  <a:srgbClr val="6A3E3E"/>
                </a:solidFill>
                <a:effectLst/>
                <a:latin typeface="Courier New" panose="02070309020205020404" pitchFamily="49" charset="0"/>
              </a:rPr>
              <a:t>e</a:t>
            </a:r>
            <a:r>
              <a:rPr lang="en-IN" sz="2400" b="1" dirty="0">
                <a:solidFill>
                  <a:srgbClr val="000000"/>
                </a:solidFill>
                <a:effectLst/>
                <a:latin typeface="Courier New" panose="02070309020205020404" pitchFamily="49" charset="0"/>
              </a:rPr>
              <a:t>)</a:t>
            </a:r>
          </a:p>
          <a:p>
            <a:pPr marR="0" indent="-457200">
              <a:buFont typeface="+mj-lt"/>
              <a:buAutoNum type="arabicPeriod" startAt="11"/>
            </a:pPr>
            <a:r>
              <a:rPr lang="en-IN" sz="2400" b="1" dirty="0">
                <a:solidFill>
                  <a:srgbClr val="000000"/>
                </a:solidFill>
                <a:effectLst/>
                <a:latin typeface="Courier New" panose="02070309020205020404" pitchFamily="49" charset="0"/>
              </a:rPr>
              <a:t>{</a:t>
            </a:r>
          </a:p>
          <a:p>
            <a:pPr marR="0" indent="-457200">
              <a:buFont typeface="+mj-lt"/>
              <a:buAutoNum type="arabicPeriod" startAt="11"/>
            </a:pPr>
            <a:r>
              <a:rPr lang="en-IN" sz="2400" b="1" dirty="0">
                <a:solidFill>
                  <a:srgbClr val="000000"/>
                </a:solidFill>
                <a:effectLst/>
                <a:latin typeface="Courier New" panose="02070309020205020404" pitchFamily="49" charset="0"/>
              </a:rPr>
              <a:t>Node3 </a:t>
            </a:r>
            <a:r>
              <a:rPr lang="en-IN" sz="2400" b="1" dirty="0" err="1">
                <a:solidFill>
                  <a:srgbClr val="6A3E3E"/>
                </a:solidFill>
                <a:effectLst/>
                <a:latin typeface="Courier New" panose="02070309020205020404" pitchFamily="49" charset="0"/>
              </a:rPr>
              <a:t>newnode</a:t>
            </a:r>
            <a:r>
              <a:rPr lang="en-IN" sz="2400" b="1" dirty="0">
                <a:solidFill>
                  <a:srgbClr val="000000"/>
                </a:solidFill>
                <a:effectLst/>
                <a:latin typeface="Courier New" panose="02070309020205020404" pitchFamily="49" charset="0"/>
              </a:rPr>
              <a:t>=</a:t>
            </a:r>
            <a:r>
              <a:rPr lang="en-IN" sz="2400" b="1" dirty="0">
                <a:solidFill>
                  <a:srgbClr val="7F0055"/>
                </a:solidFill>
                <a:effectLst/>
                <a:latin typeface="Courier New" panose="02070309020205020404" pitchFamily="49" charset="0"/>
              </a:rPr>
              <a:t>new</a:t>
            </a:r>
            <a:r>
              <a:rPr lang="en-IN" sz="2400" b="1" dirty="0">
                <a:solidFill>
                  <a:srgbClr val="000000"/>
                </a:solidFill>
                <a:effectLst/>
                <a:latin typeface="Courier New" panose="02070309020205020404" pitchFamily="49" charset="0"/>
              </a:rPr>
              <a:t> Node3(</a:t>
            </a:r>
            <a:r>
              <a:rPr lang="en-IN" sz="2400" b="1" dirty="0">
                <a:solidFill>
                  <a:srgbClr val="6A3E3E"/>
                </a:solidFill>
                <a:effectLst/>
                <a:latin typeface="Courier New" panose="02070309020205020404" pitchFamily="49" charset="0"/>
              </a:rPr>
              <a:t>e</a:t>
            </a:r>
            <a:r>
              <a:rPr lang="en-IN" sz="2400" b="1" dirty="0">
                <a:solidFill>
                  <a:srgbClr val="000000"/>
                </a:solidFill>
                <a:effectLst/>
                <a:latin typeface="Courier New" panose="02070309020205020404" pitchFamily="49" charset="0"/>
              </a:rPr>
              <a:t>);</a:t>
            </a:r>
          </a:p>
          <a:p>
            <a:pPr marR="0" indent="-457200">
              <a:buFont typeface="+mj-lt"/>
              <a:buAutoNum type="arabicPeriod" startAt="11"/>
            </a:pPr>
            <a:r>
              <a:rPr lang="en-IN" sz="2400" b="1" dirty="0">
                <a:solidFill>
                  <a:srgbClr val="7F0055"/>
                </a:solidFill>
                <a:effectLst/>
                <a:latin typeface="Courier New" panose="02070309020205020404" pitchFamily="49" charset="0"/>
              </a:rPr>
              <a:t>if</a:t>
            </a:r>
            <a:r>
              <a:rPr lang="en-IN" sz="2400" b="1" dirty="0">
                <a:solidFill>
                  <a:srgbClr val="000000"/>
                </a:solidFill>
                <a:effectLst/>
                <a:latin typeface="Courier New" panose="02070309020205020404" pitchFamily="49" charset="0"/>
              </a:rPr>
              <a:t>(</a:t>
            </a:r>
            <a:r>
              <a:rPr lang="en-IN" sz="2400" b="1" i="1" dirty="0">
                <a:solidFill>
                  <a:srgbClr val="0000C0"/>
                </a:solidFill>
                <a:effectLst/>
                <a:latin typeface="Courier New" panose="02070309020205020404" pitchFamily="49" charset="0"/>
              </a:rPr>
              <a:t>top</a:t>
            </a:r>
            <a:r>
              <a:rPr lang="en-IN" sz="2400" b="1" dirty="0">
                <a:solidFill>
                  <a:srgbClr val="000000"/>
                </a:solidFill>
                <a:effectLst/>
                <a:latin typeface="Courier New" panose="02070309020205020404" pitchFamily="49" charset="0"/>
              </a:rPr>
              <a:t>==</a:t>
            </a:r>
            <a:r>
              <a:rPr lang="en-IN" sz="2400" b="1" dirty="0">
                <a:solidFill>
                  <a:srgbClr val="7F0055"/>
                </a:solidFill>
                <a:effectLst/>
                <a:latin typeface="Courier New" panose="02070309020205020404" pitchFamily="49" charset="0"/>
              </a:rPr>
              <a:t>null</a:t>
            </a:r>
            <a:r>
              <a:rPr lang="en-IN" sz="2400" b="1" dirty="0">
                <a:solidFill>
                  <a:srgbClr val="000000"/>
                </a:solidFill>
                <a:effectLst/>
                <a:latin typeface="Courier New" panose="02070309020205020404" pitchFamily="49" charset="0"/>
              </a:rPr>
              <a:t>)</a:t>
            </a:r>
          </a:p>
          <a:p>
            <a:pPr marR="0" indent="-457200">
              <a:buFont typeface="+mj-lt"/>
              <a:buAutoNum type="arabicPeriod" startAt="11"/>
            </a:pPr>
            <a:r>
              <a:rPr lang="en-IN" sz="2400" b="1" i="1" dirty="0">
                <a:solidFill>
                  <a:srgbClr val="0000C0"/>
                </a:solidFill>
                <a:effectLst/>
                <a:latin typeface="Courier New" panose="02070309020205020404" pitchFamily="49" charset="0"/>
              </a:rPr>
              <a:t>top</a:t>
            </a:r>
            <a:r>
              <a:rPr lang="en-IN" sz="2400" b="1" dirty="0">
                <a:solidFill>
                  <a:srgbClr val="000000"/>
                </a:solidFill>
                <a:effectLst/>
                <a:latin typeface="Courier New" panose="02070309020205020404" pitchFamily="49" charset="0"/>
              </a:rPr>
              <a:t>=</a:t>
            </a:r>
            <a:r>
              <a:rPr lang="en-IN" sz="2400" b="1" dirty="0" err="1">
                <a:solidFill>
                  <a:srgbClr val="6A3E3E"/>
                </a:solidFill>
                <a:effectLst/>
                <a:latin typeface="Courier New" panose="02070309020205020404" pitchFamily="49" charset="0"/>
              </a:rPr>
              <a:t>newnode</a:t>
            </a:r>
            <a:r>
              <a:rPr lang="en-IN" sz="2400" b="1" dirty="0">
                <a:solidFill>
                  <a:srgbClr val="000000"/>
                </a:solidFill>
                <a:effectLst/>
                <a:latin typeface="Courier New" panose="02070309020205020404" pitchFamily="49" charset="0"/>
              </a:rPr>
              <a:t>;</a:t>
            </a:r>
          </a:p>
          <a:p>
            <a:pPr marR="0" indent="-457200">
              <a:buFont typeface="+mj-lt"/>
              <a:buAutoNum type="arabicPeriod" startAt="11"/>
            </a:pPr>
            <a:r>
              <a:rPr lang="en-IN" sz="2400" b="1" dirty="0">
                <a:solidFill>
                  <a:srgbClr val="7F0055"/>
                </a:solidFill>
                <a:effectLst/>
                <a:latin typeface="Courier New" panose="02070309020205020404" pitchFamily="49" charset="0"/>
              </a:rPr>
              <a:t>else</a:t>
            </a:r>
            <a:r>
              <a:rPr lang="en-IN" sz="2400" b="1" dirty="0">
                <a:solidFill>
                  <a:srgbClr val="000000"/>
                </a:solidFill>
                <a:effectLst/>
                <a:latin typeface="Courier New" panose="02070309020205020404" pitchFamily="49" charset="0"/>
              </a:rPr>
              <a:t> {</a:t>
            </a:r>
          </a:p>
          <a:p>
            <a:pPr marR="0" indent="-457200">
              <a:buFont typeface="+mj-lt"/>
              <a:buAutoNum type="arabicPeriod" startAt="11"/>
            </a:pPr>
            <a:r>
              <a:rPr lang="en-IN" sz="2400" b="1" dirty="0" err="1">
                <a:solidFill>
                  <a:srgbClr val="6A3E3E"/>
                </a:solidFill>
                <a:effectLst/>
                <a:latin typeface="Courier New" panose="02070309020205020404" pitchFamily="49" charset="0"/>
              </a:rPr>
              <a:t>newnode</a:t>
            </a:r>
            <a:r>
              <a:rPr lang="en-IN" sz="2400" b="1" dirty="0" err="1">
                <a:solidFill>
                  <a:srgbClr val="000000"/>
                </a:solidFill>
                <a:effectLst/>
                <a:latin typeface="Courier New" panose="02070309020205020404" pitchFamily="49" charset="0"/>
              </a:rPr>
              <a:t>.</a:t>
            </a:r>
            <a:r>
              <a:rPr lang="en-IN" sz="2400" b="1" dirty="0" err="1">
                <a:solidFill>
                  <a:srgbClr val="0000C0"/>
                </a:solidFill>
                <a:effectLst/>
                <a:latin typeface="Courier New" panose="02070309020205020404" pitchFamily="49" charset="0"/>
              </a:rPr>
              <a:t>next</a:t>
            </a:r>
            <a:r>
              <a:rPr lang="en-IN" sz="2400" b="1" dirty="0">
                <a:solidFill>
                  <a:srgbClr val="000000"/>
                </a:solidFill>
                <a:effectLst/>
                <a:latin typeface="Courier New" panose="02070309020205020404" pitchFamily="49" charset="0"/>
              </a:rPr>
              <a:t>=</a:t>
            </a:r>
            <a:r>
              <a:rPr lang="en-IN" sz="2400" b="1" i="1" dirty="0">
                <a:solidFill>
                  <a:srgbClr val="0000C0"/>
                </a:solidFill>
                <a:effectLst/>
                <a:latin typeface="Courier New" panose="02070309020205020404" pitchFamily="49" charset="0"/>
              </a:rPr>
              <a:t>top</a:t>
            </a:r>
            <a:r>
              <a:rPr lang="en-IN" sz="2400" b="1" dirty="0">
                <a:solidFill>
                  <a:srgbClr val="000000"/>
                </a:solidFill>
                <a:effectLst/>
                <a:latin typeface="Courier New" panose="02070309020205020404" pitchFamily="49" charset="0"/>
              </a:rPr>
              <a:t>;</a:t>
            </a:r>
          </a:p>
          <a:p>
            <a:pPr marR="0" indent="-457200">
              <a:buFont typeface="+mj-lt"/>
              <a:buAutoNum type="arabicPeriod" startAt="11"/>
            </a:pPr>
            <a:r>
              <a:rPr lang="en-IN" sz="2400" b="1" i="1" dirty="0">
                <a:solidFill>
                  <a:srgbClr val="0000C0"/>
                </a:solidFill>
                <a:effectLst/>
                <a:latin typeface="Courier New" panose="02070309020205020404" pitchFamily="49" charset="0"/>
              </a:rPr>
              <a:t>top</a:t>
            </a:r>
            <a:r>
              <a:rPr lang="en-IN" sz="2400" b="1" dirty="0">
                <a:solidFill>
                  <a:srgbClr val="000000"/>
                </a:solidFill>
                <a:effectLst/>
                <a:latin typeface="Courier New" panose="02070309020205020404" pitchFamily="49" charset="0"/>
              </a:rPr>
              <a:t>=</a:t>
            </a:r>
            <a:r>
              <a:rPr lang="en-IN" sz="2400" b="1" dirty="0" err="1">
                <a:solidFill>
                  <a:srgbClr val="6A3E3E"/>
                </a:solidFill>
                <a:effectLst/>
                <a:latin typeface="Courier New" panose="02070309020205020404" pitchFamily="49" charset="0"/>
              </a:rPr>
              <a:t>newnode</a:t>
            </a:r>
            <a:r>
              <a:rPr lang="en-IN" sz="2400" b="1" dirty="0">
                <a:solidFill>
                  <a:srgbClr val="000000"/>
                </a:solidFill>
                <a:effectLst/>
                <a:latin typeface="Courier New" panose="02070309020205020404" pitchFamily="49" charset="0"/>
              </a:rPr>
              <a:t>;</a:t>
            </a:r>
          </a:p>
          <a:p>
            <a:pPr marR="0" indent="-457200">
              <a:buFont typeface="+mj-lt"/>
              <a:buAutoNum type="arabicPeriod" startAt="11"/>
            </a:pPr>
            <a:r>
              <a:rPr lang="en-IN" sz="2400" b="1" dirty="0">
                <a:solidFill>
                  <a:srgbClr val="000000"/>
                </a:solidFill>
                <a:effectLst/>
                <a:latin typeface="Courier New" panose="02070309020205020404" pitchFamily="49" charset="0"/>
              </a:rPr>
              <a:t>}</a:t>
            </a:r>
          </a:p>
          <a:p>
            <a:pPr marR="0" indent="-457200">
              <a:buFont typeface="+mj-lt"/>
              <a:buAutoNum type="arabicPeriod" startAt="11"/>
            </a:pPr>
            <a:r>
              <a:rPr lang="en-IN" sz="2400" b="1" dirty="0">
                <a:solidFill>
                  <a:srgbClr val="000000"/>
                </a:solidFill>
                <a:effectLst/>
                <a:latin typeface="Courier New" panose="02070309020205020404" pitchFamily="49" charset="0"/>
              </a:rPr>
              <a:t>}</a:t>
            </a:r>
          </a:p>
          <a:p>
            <a:pPr marL="457200" indent="-457200">
              <a:buFont typeface="+mj-lt"/>
              <a:buAutoNum type="arabicPeriod" startAt="11"/>
            </a:pPr>
            <a:endParaRPr lang="en-IN" sz="2400" b="1" dirty="0"/>
          </a:p>
        </p:txBody>
      </p:sp>
    </p:spTree>
    <p:extLst>
      <p:ext uri="{BB962C8B-B14F-4D97-AF65-F5344CB8AC3E}">
        <p14:creationId xmlns:p14="http://schemas.microsoft.com/office/powerpoint/2010/main" val="67768022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18CDC7C-B852-6C92-B080-3BAE821D0FCA}"/>
              </a:ext>
            </a:extLst>
          </p:cNvPr>
          <p:cNvSpPr>
            <a:spLocks noGrp="1"/>
          </p:cNvSpPr>
          <p:nvPr>
            <p:ph idx="1"/>
          </p:nvPr>
        </p:nvSpPr>
        <p:spPr>
          <a:xfrm>
            <a:off x="589722" y="304937"/>
            <a:ext cx="10515600" cy="6016349"/>
          </a:xfrm>
        </p:spPr>
        <p:txBody>
          <a:bodyPr>
            <a:normAutofit/>
          </a:bodyPr>
          <a:lstStyle/>
          <a:p>
            <a:pPr marR="0" indent="-457200">
              <a:buFont typeface="+mj-lt"/>
              <a:buAutoNum type="arabicPeriod" startAt="23"/>
            </a:pPr>
            <a:r>
              <a:rPr lang="en-IN" sz="2700" b="1" dirty="0">
                <a:solidFill>
                  <a:srgbClr val="7F0055"/>
                </a:solidFill>
                <a:effectLst/>
                <a:latin typeface="Courier New" panose="02070309020205020404" pitchFamily="49" charset="0"/>
              </a:rPr>
              <a:t>public</a:t>
            </a:r>
            <a:r>
              <a:rPr lang="en-IN" sz="2700" b="1" dirty="0">
                <a:solidFill>
                  <a:srgbClr val="000000"/>
                </a:solidFill>
                <a:effectLst/>
                <a:latin typeface="Courier New" panose="02070309020205020404" pitchFamily="49" charset="0"/>
              </a:rPr>
              <a:t> </a:t>
            </a:r>
            <a:r>
              <a:rPr lang="en-IN" sz="2700" b="1" dirty="0">
                <a:solidFill>
                  <a:srgbClr val="7F0055"/>
                </a:solidFill>
                <a:effectLst/>
                <a:latin typeface="Courier New" panose="02070309020205020404" pitchFamily="49" charset="0"/>
              </a:rPr>
              <a:t>static</a:t>
            </a:r>
            <a:r>
              <a:rPr lang="en-IN" sz="2700" b="1" dirty="0">
                <a:solidFill>
                  <a:srgbClr val="000000"/>
                </a:solidFill>
                <a:effectLst/>
                <a:latin typeface="Courier New" panose="02070309020205020404" pitchFamily="49" charset="0"/>
              </a:rPr>
              <a:t> </a:t>
            </a:r>
            <a:r>
              <a:rPr lang="en-IN" sz="2700" b="1" dirty="0">
                <a:solidFill>
                  <a:srgbClr val="7F0055"/>
                </a:solidFill>
                <a:effectLst/>
                <a:latin typeface="Courier New" panose="02070309020205020404" pitchFamily="49" charset="0"/>
              </a:rPr>
              <a:t>void</a:t>
            </a:r>
            <a:r>
              <a:rPr lang="en-IN" sz="2700" b="1" dirty="0">
                <a:solidFill>
                  <a:srgbClr val="000000"/>
                </a:solidFill>
                <a:effectLst/>
                <a:latin typeface="Courier New" panose="02070309020205020404" pitchFamily="49" charset="0"/>
              </a:rPr>
              <a:t> pop()</a:t>
            </a:r>
          </a:p>
          <a:p>
            <a:pPr marR="0" indent="-457200">
              <a:buFont typeface="+mj-lt"/>
              <a:buAutoNum type="arabicPeriod" startAt="23"/>
            </a:pPr>
            <a:r>
              <a:rPr lang="en-IN" sz="2700" b="1" dirty="0">
                <a:solidFill>
                  <a:srgbClr val="000000"/>
                </a:solidFill>
                <a:effectLst/>
                <a:latin typeface="Courier New" panose="02070309020205020404" pitchFamily="49" charset="0"/>
              </a:rPr>
              <a:t>{</a:t>
            </a:r>
          </a:p>
          <a:p>
            <a:pPr marR="0" indent="-457200">
              <a:buFont typeface="+mj-lt"/>
              <a:buAutoNum type="arabicPeriod" startAt="23"/>
            </a:pPr>
            <a:r>
              <a:rPr lang="en-IN" sz="2700" b="1" dirty="0">
                <a:solidFill>
                  <a:srgbClr val="7F0055"/>
                </a:solidFill>
                <a:effectLst/>
                <a:latin typeface="Courier New" panose="02070309020205020404" pitchFamily="49" charset="0"/>
              </a:rPr>
              <a:t>if</a:t>
            </a:r>
            <a:r>
              <a:rPr lang="en-IN" sz="2700" b="1" dirty="0">
                <a:solidFill>
                  <a:srgbClr val="000000"/>
                </a:solidFill>
                <a:effectLst/>
                <a:latin typeface="Courier New" panose="02070309020205020404" pitchFamily="49" charset="0"/>
              </a:rPr>
              <a:t>(</a:t>
            </a:r>
            <a:r>
              <a:rPr lang="en-IN" sz="2700" b="1" i="1" dirty="0">
                <a:solidFill>
                  <a:srgbClr val="0000C0"/>
                </a:solidFill>
                <a:effectLst/>
                <a:latin typeface="Courier New" panose="02070309020205020404" pitchFamily="49" charset="0"/>
              </a:rPr>
              <a:t>top</a:t>
            </a:r>
            <a:r>
              <a:rPr lang="en-IN" sz="2700" b="1" dirty="0">
                <a:solidFill>
                  <a:srgbClr val="000000"/>
                </a:solidFill>
                <a:effectLst/>
                <a:latin typeface="Courier New" panose="02070309020205020404" pitchFamily="49" charset="0"/>
              </a:rPr>
              <a:t>==</a:t>
            </a:r>
            <a:r>
              <a:rPr lang="en-IN" sz="2700" b="1" dirty="0">
                <a:solidFill>
                  <a:srgbClr val="7F0055"/>
                </a:solidFill>
                <a:effectLst/>
                <a:latin typeface="Courier New" panose="02070309020205020404" pitchFamily="49" charset="0"/>
              </a:rPr>
              <a:t>null</a:t>
            </a:r>
            <a:r>
              <a:rPr lang="en-IN" sz="2700" b="1" dirty="0">
                <a:solidFill>
                  <a:srgbClr val="000000"/>
                </a:solidFill>
                <a:effectLst/>
                <a:latin typeface="Courier New" panose="02070309020205020404" pitchFamily="49" charset="0"/>
              </a:rPr>
              <a:t>)</a:t>
            </a:r>
          </a:p>
          <a:p>
            <a:pPr marR="0" indent="-457200">
              <a:buFont typeface="+mj-lt"/>
              <a:buAutoNum type="arabicPeriod" startAt="23"/>
            </a:pPr>
            <a:r>
              <a:rPr lang="en-IN" sz="2700" b="1" dirty="0">
                <a:solidFill>
                  <a:srgbClr val="000000"/>
                </a:solidFill>
                <a:effectLst/>
                <a:latin typeface="Courier New" panose="02070309020205020404" pitchFamily="49" charset="0"/>
              </a:rPr>
              <a:t>{</a:t>
            </a:r>
          </a:p>
          <a:p>
            <a:pPr marR="0" indent="-457200">
              <a:buFont typeface="+mj-lt"/>
              <a:buAutoNum type="arabicPeriod" startAt="23"/>
            </a:pPr>
            <a:r>
              <a:rPr lang="en-IN" sz="2700" b="1" dirty="0" err="1">
                <a:solidFill>
                  <a:srgbClr val="000000"/>
                </a:solidFill>
                <a:effectLst/>
                <a:latin typeface="Courier New" panose="02070309020205020404" pitchFamily="49" charset="0"/>
              </a:rPr>
              <a:t>System.</a:t>
            </a:r>
            <a:r>
              <a:rPr lang="en-IN" sz="2700" b="1" i="1" dirty="0" err="1">
                <a:solidFill>
                  <a:srgbClr val="0000C0"/>
                </a:solidFill>
                <a:effectLst/>
                <a:latin typeface="Courier New" panose="02070309020205020404" pitchFamily="49" charset="0"/>
              </a:rPr>
              <a:t>out</a:t>
            </a:r>
            <a:r>
              <a:rPr lang="en-IN" sz="2700" b="1" dirty="0" err="1">
                <a:solidFill>
                  <a:srgbClr val="000000"/>
                </a:solidFill>
                <a:effectLst/>
                <a:latin typeface="Courier New" panose="02070309020205020404" pitchFamily="49" charset="0"/>
              </a:rPr>
              <a:t>.println</a:t>
            </a:r>
            <a:r>
              <a:rPr lang="en-IN" sz="2700" b="1" dirty="0">
                <a:solidFill>
                  <a:srgbClr val="000000"/>
                </a:solidFill>
                <a:effectLst/>
                <a:latin typeface="Courier New" panose="02070309020205020404" pitchFamily="49" charset="0"/>
              </a:rPr>
              <a:t>(</a:t>
            </a:r>
            <a:r>
              <a:rPr lang="en-IN" sz="2700" b="1" dirty="0">
                <a:solidFill>
                  <a:srgbClr val="2A00FF"/>
                </a:solidFill>
                <a:effectLst/>
                <a:latin typeface="Courier New" panose="02070309020205020404" pitchFamily="49" charset="0"/>
              </a:rPr>
              <a:t>“No elements Stack Empty"</a:t>
            </a:r>
            <a:r>
              <a:rPr lang="en-IN" sz="2700" b="1" dirty="0">
                <a:solidFill>
                  <a:srgbClr val="000000"/>
                </a:solidFill>
                <a:effectLst/>
                <a:latin typeface="Courier New" panose="02070309020205020404" pitchFamily="49" charset="0"/>
              </a:rPr>
              <a:t>);</a:t>
            </a:r>
          </a:p>
          <a:p>
            <a:pPr marR="0" indent="-457200">
              <a:buFont typeface="+mj-lt"/>
              <a:buAutoNum type="arabicPeriod" startAt="23"/>
            </a:pPr>
            <a:r>
              <a:rPr lang="en-IN" sz="2700" b="1" dirty="0">
                <a:solidFill>
                  <a:srgbClr val="000000"/>
                </a:solidFill>
                <a:effectLst/>
                <a:latin typeface="Courier New" panose="02070309020205020404" pitchFamily="49" charset="0"/>
              </a:rPr>
              <a:t>}</a:t>
            </a:r>
          </a:p>
          <a:p>
            <a:pPr marR="0" indent="-457200">
              <a:buFont typeface="+mj-lt"/>
              <a:buAutoNum type="arabicPeriod" startAt="23"/>
            </a:pPr>
            <a:r>
              <a:rPr lang="en-IN" sz="2700" b="1" dirty="0">
                <a:solidFill>
                  <a:srgbClr val="7F0055"/>
                </a:solidFill>
                <a:effectLst/>
                <a:latin typeface="Courier New" panose="02070309020205020404" pitchFamily="49" charset="0"/>
              </a:rPr>
              <a:t>else</a:t>
            </a:r>
            <a:endParaRPr lang="en-IN" sz="2700" b="1" dirty="0">
              <a:solidFill>
                <a:srgbClr val="000000"/>
              </a:solidFill>
              <a:effectLst/>
              <a:latin typeface="Courier New" panose="02070309020205020404" pitchFamily="49" charset="0"/>
            </a:endParaRPr>
          </a:p>
          <a:p>
            <a:pPr marR="0" indent="-457200">
              <a:buFont typeface="+mj-lt"/>
              <a:buAutoNum type="arabicPeriod" startAt="23"/>
            </a:pPr>
            <a:r>
              <a:rPr lang="en-IN" sz="2700" b="1" dirty="0">
                <a:solidFill>
                  <a:srgbClr val="000000"/>
                </a:solidFill>
                <a:effectLst/>
                <a:latin typeface="Courier New" panose="02070309020205020404" pitchFamily="49" charset="0"/>
              </a:rPr>
              <a:t>{</a:t>
            </a:r>
          </a:p>
          <a:p>
            <a:pPr marR="0" indent="-457200">
              <a:buFont typeface="+mj-lt"/>
              <a:buAutoNum type="arabicPeriod" startAt="23"/>
            </a:pPr>
            <a:r>
              <a:rPr lang="en-IN" sz="2700" b="1" i="1" dirty="0">
                <a:solidFill>
                  <a:srgbClr val="0000C0"/>
                </a:solidFill>
                <a:effectLst/>
                <a:latin typeface="Courier New" panose="02070309020205020404" pitchFamily="49" charset="0"/>
              </a:rPr>
              <a:t>top</a:t>
            </a:r>
            <a:r>
              <a:rPr lang="en-IN" sz="2700" b="1" dirty="0">
                <a:solidFill>
                  <a:srgbClr val="000000"/>
                </a:solidFill>
                <a:effectLst/>
                <a:latin typeface="Courier New" panose="02070309020205020404" pitchFamily="49" charset="0"/>
              </a:rPr>
              <a:t>=</a:t>
            </a:r>
            <a:r>
              <a:rPr lang="en-IN" sz="2700" b="1" i="1" dirty="0" err="1">
                <a:solidFill>
                  <a:srgbClr val="0000C0"/>
                </a:solidFill>
                <a:effectLst/>
                <a:latin typeface="Courier New" panose="02070309020205020404" pitchFamily="49" charset="0"/>
              </a:rPr>
              <a:t>top</a:t>
            </a:r>
            <a:r>
              <a:rPr lang="en-IN" sz="2700" b="1" dirty="0" err="1">
                <a:solidFill>
                  <a:srgbClr val="000000"/>
                </a:solidFill>
                <a:effectLst/>
                <a:latin typeface="Courier New" panose="02070309020205020404" pitchFamily="49" charset="0"/>
              </a:rPr>
              <a:t>.</a:t>
            </a:r>
            <a:r>
              <a:rPr lang="en-IN" sz="2700" b="1" dirty="0" err="1">
                <a:solidFill>
                  <a:srgbClr val="0000C0"/>
                </a:solidFill>
                <a:effectLst/>
                <a:latin typeface="Courier New" panose="02070309020205020404" pitchFamily="49" charset="0"/>
              </a:rPr>
              <a:t>next</a:t>
            </a:r>
            <a:r>
              <a:rPr lang="en-IN" sz="2700" b="1" dirty="0">
                <a:solidFill>
                  <a:srgbClr val="000000"/>
                </a:solidFill>
                <a:effectLst/>
                <a:latin typeface="Courier New" panose="02070309020205020404" pitchFamily="49" charset="0"/>
              </a:rPr>
              <a:t>;</a:t>
            </a:r>
          </a:p>
          <a:p>
            <a:pPr marR="0" indent="-457200">
              <a:buFont typeface="+mj-lt"/>
              <a:buAutoNum type="arabicPeriod" startAt="23"/>
            </a:pPr>
            <a:r>
              <a:rPr lang="en-IN" sz="2700" b="1" dirty="0">
                <a:solidFill>
                  <a:srgbClr val="000000"/>
                </a:solidFill>
                <a:effectLst/>
                <a:latin typeface="Courier New" panose="02070309020205020404" pitchFamily="49" charset="0"/>
              </a:rPr>
              <a:t>}</a:t>
            </a:r>
          </a:p>
          <a:p>
            <a:pPr marR="0" indent="-457200">
              <a:buFont typeface="+mj-lt"/>
              <a:buAutoNum type="arabicPeriod" startAt="23"/>
            </a:pPr>
            <a:r>
              <a:rPr lang="en-IN" sz="2700" b="1" dirty="0">
                <a:solidFill>
                  <a:srgbClr val="000000"/>
                </a:solidFill>
                <a:effectLst/>
                <a:latin typeface="Courier New" panose="02070309020205020404" pitchFamily="49" charset="0"/>
              </a:rPr>
              <a:t>}</a:t>
            </a:r>
          </a:p>
          <a:p>
            <a:pPr marL="457200" indent="-457200">
              <a:buFont typeface="+mj-lt"/>
              <a:buAutoNum type="arabicPeriod" startAt="23"/>
            </a:pPr>
            <a:endParaRPr lang="en-IN" sz="2700" b="1" dirty="0"/>
          </a:p>
        </p:txBody>
      </p:sp>
    </p:spTree>
    <p:extLst>
      <p:ext uri="{BB962C8B-B14F-4D97-AF65-F5344CB8AC3E}">
        <p14:creationId xmlns:p14="http://schemas.microsoft.com/office/powerpoint/2010/main" val="72195759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0030B1-A1EC-B238-1B91-AEE9C217A3D1}"/>
              </a:ext>
            </a:extLst>
          </p:cNvPr>
          <p:cNvSpPr>
            <a:spLocks noGrp="1"/>
          </p:cNvSpPr>
          <p:nvPr>
            <p:ph idx="1"/>
          </p:nvPr>
        </p:nvSpPr>
        <p:spPr>
          <a:xfrm>
            <a:off x="838200" y="516835"/>
            <a:ext cx="10515600" cy="5660128"/>
          </a:xfrm>
        </p:spPr>
        <p:txBody>
          <a:bodyPr>
            <a:normAutofit/>
          </a:bodyPr>
          <a:lstStyle/>
          <a:p>
            <a:pPr marR="0" indent="-457200">
              <a:buFont typeface="+mj-lt"/>
              <a:buAutoNum type="arabicPeriod" startAt="34"/>
            </a:pPr>
            <a:r>
              <a:rPr lang="en-IN" sz="2500" b="1" dirty="0">
                <a:solidFill>
                  <a:srgbClr val="7F0055"/>
                </a:solidFill>
                <a:effectLst/>
                <a:latin typeface="Courier New" panose="02070309020205020404" pitchFamily="49" charset="0"/>
              </a:rPr>
              <a:t>public</a:t>
            </a:r>
            <a:r>
              <a:rPr lang="en-IN" sz="2500" b="1" dirty="0">
                <a:solidFill>
                  <a:srgbClr val="000000"/>
                </a:solidFill>
                <a:effectLst/>
                <a:latin typeface="Courier New" panose="02070309020205020404" pitchFamily="49" charset="0"/>
              </a:rPr>
              <a:t> </a:t>
            </a:r>
            <a:r>
              <a:rPr lang="en-IN" sz="2500" b="1" dirty="0">
                <a:solidFill>
                  <a:srgbClr val="7F0055"/>
                </a:solidFill>
                <a:effectLst/>
                <a:latin typeface="Courier New" panose="02070309020205020404" pitchFamily="49" charset="0"/>
              </a:rPr>
              <a:t>static</a:t>
            </a:r>
            <a:r>
              <a:rPr lang="en-IN" sz="2500" b="1" dirty="0">
                <a:solidFill>
                  <a:srgbClr val="000000"/>
                </a:solidFill>
                <a:effectLst/>
                <a:latin typeface="Courier New" panose="02070309020205020404" pitchFamily="49" charset="0"/>
              </a:rPr>
              <a:t> </a:t>
            </a:r>
            <a:r>
              <a:rPr lang="en-IN" sz="2500" b="1" dirty="0">
                <a:solidFill>
                  <a:srgbClr val="7F0055"/>
                </a:solidFill>
                <a:effectLst/>
                <a:latin typeface="Courier New" panose="02070309020205020404" pitchFamily="49" charset="0"/>
              </a:rPr>
              <a:t>void</a:t>
            </a:r>
            <a:r>
              <a:rPr lang="en-IN" sz="2500" b="1" dirty="0">
                <a:solidFill>
                  <a:srgbClr val="000000"/>
                </a:solidFill>
                <a:effectLst/>
                <a:latin typeface="Courier New" panose="02070309020205020404" pitchFamily="49" charset="0"/>
              </a:rPr>
              <a:t> display()</a:t>
            </a:r>
          </a:p>
          <a:p>
            <a:pPr marR="0" indent="-457200">
              <a:buFont typeface="+mj-lt"/>
              <a:buAutoNum type="arabicPeriod" startAt="34"/>
            </a:pPr>
            <a:r>
              <a:rPr lang="en-IN" sz="2500" b="1" dirty="0">
                <a:solidFill>
                  <a:srgbClr val="000000"/>
                </a:solidFill>
                <a:effectLst/>
                <a:latin typeface="Courier New" panose="02070309020205020404" pitchFamily="49" charset="0"/>
              </a:rPr>
              <a:t>{</a:t>
            </a:r>
          </a:p>
          <a:p>
            <a:pPr marR="0" indent="-457200">
              <a:buFont typeface="+mj-lt"/>
              <a:buAutoNum type="arabicPeriod" startAt="34"/>
            </a:pPr>
            <a:r>
              <a:rPr lang="en-IN" sz="2500" b="1" dirty="0">
                <a:solidFill>
                  <a:srgbClr val="000000"/>
                </a:solidFill>
                <a:effectLst/>
                <a:latin typeface="Courier New" panose="02070309020205020404" pitchFamily="49" charset="0"/>
              </a:rPr>
              <a:t>Node3 </a:t>
            </a:r>
            <a:r>
              <a:rPr lang="en-IN" sz="2500" b="1" dirty="0">
                <a:solidFill>
                  <a:srgbClr val="6A3E3E"/>
                </a:solidFill>
                <a:effectLst/>
                <a:latin typeface="Courier New" panose="02070309020205020404" pitchFamily="49" charset="0"/>
              </a:rPr>
              <a:t>temp</a:t>
            </a:r>
            <a:r>
              <a:rPr lang="en-IN" sz="2500" b="1" dirty="0">
                <a:solidFill>
                  <a:srgbClr val="000000"/>
                </a:solidFill>
                <a:effectLst/>
                <a:latin typeface="Courier New" panose="02070309020205020404" pitchFamily="49" charset="0"/>
              </a:rPr>
              <a:t>=</a:t>
            </a:r>
            <a:r>
              <a:rPr lang="en-IN" sz="2500" b="1" i="1" dirty="0">
                <a:solidFill>
                  <a:srgbClr val="0000C0"/>
                </a:solidFill>
                <a:effectLst/>
                <a:latin typeface="Courier New" panose="02070309020205020404" pitchFamily="49" charset="0"/>
              </a:rPr>
              <a:t>top</a:t>
            </a:r>
            <a:r>
              <a:rPr lang="en-IN" sz="2500" b="1" dirty="0">
                <a:solidFill>
                  <a:srgbClr val="000000"/>
                </a:solidFill>
                <a:effectLst/>
                <a:latin typeface="Courier New" panose="02070309020205020404" pitchFamily="49" charset="0"/>
              </a:rPr>
              <a:t>;</a:t>
            </a:r>
          </a:p>
          <a:p>
            <a:pPr marR="0" indent="-457200">
              <a:buFont typeface="+mj-lt"/>
              <a:buAutoNum type="arabicPeriod" startAt="34"/>
            </a:pPr>
            <a:r>
              <a:rPr lang="en-IN" sz="2500" b="1" dirty="0">
                <a:solidFill>
                  <a:srgbClr val="7F0055"/>
                </a:solidFill>
                <a:effectLst/>
                <a:latin typeface="Courier New" panose="02070309020205020404" pitchFamily="49" charset="0"/>
              </a:rPr>
              <a:t>while</a:t>
            </a:r>
            <a:r>
              <a:rPr lang="en-IN" sz="2500" b="1" dirty="0">
                <a:solidFill>
                  <a:srgbClr val="000000"/>
                </a:solidFill>
                <a:effectLst/>
                <a:latin typeface="Courier New" panose="02070309020205020404" pitchFamily="49" charset="0"/>
              </a:rPr>
              <a:t>(</a:t>
            </a:r>
            <a:r>
              <a:rPr lang="en-IN" sz="2500" b="1" dirty="0">
                <a:solidFill>
                  <a:srgbClr val="6A3E3E"/>
                </a:solidFill>
                <a:effectLst/>
                <a:latin typeface="Courier New" panose="02070309020205020404" pitchFamily="49" charset="0"/>
              </a:rPr>
              <a:t>temp</a:t>
            </a:r>
            <a:r>
              <a:rPr lang="en-IN" sz="2500" b="1" dirty="0">
                <a:solidFill>
                  <a:srgbClr val="000000"/>
                </a:solidFill>
                <a:effectLst/>
                <a:latin typeface="Courier New" panose="02070309020205020404" pitchFamily="49" charset="0"/>
              </a:rPr>
              <a:t>!=</a:t>
            </a:r>
            <a:r>
              <a:rPr lang="en-IN" sz="2500" b="1" dirty="0">
                <a:solidFill>
                  <a:srgbClr val="7F0055"/>
                </a:solidFill>
                <a:effectLst/>
                <a:latin typeface="Courier New" panose="02070309020205020404" pitchFamily="49" charset="0"/>
              </a:rPr>
              <a:t>null</a:t>
            </a:r>
            <a:r>
              <a:rPr lang="en-IN" sz="2500" b="1" dirty="0">
                <a:solidFill>
                  <a:srgbClr val="000000"/>
                </a:solidFill>
                <a:effectLst/>
                <a:latin typeface="Courier New" panose="02070309020205020404" pitchFamily="49" charset="0"/>
              </a:rPr>
              <a:t>)</a:t>
            </a:r>
          </a:p>
          <a:p>
            <a:pPr marR="0" indent="-457200">
              <a:buFont typeface="+mj-lt"/>
              <a:buAutoNum type="arabicPeriod" startAt="34"/>
            </a:pPr>
            <a:r>
              <a:rPr lang="en-IN" sz="2500" b="1" dirty="0">
                <a:solidFill>
                  <a:srgbClr val="000000"/>
                </a:solidFill>
                <a:effectLst/>
                <a:latin typeface="Courier New" panose="02070309020205020404" pitchFamily="49" charset="0"/>
              </a:rPr>
              <a:t>{</a:t>
            </a:r>
          </a:p>
          <a:p>
            <a:pPr marR="0" indent="-457200">
              <a:buFont typeface="+mj-lt"/>
              <a:buAutoNum type="arabicPeriod" startAt="34"/>
            </a:pPr>
            <a:r>
              <a:rPr lang="en-IN" sz="2500" b="1" dirty="0" err="1">
                <a:solidFill>
                  <a:srgbClr val="000000"/>
                </a:solidFill>
                <a:effectLst/>
                <a:latin typeface="Courier New" panose="02070309020205020404" pitchFamily="49" charset="0"/>
              </a:rPr>
              <a:t>System.</a:t>
            </a:r>
            <a:r>
              <a:rPr lang="en-IN" sz="2500" b="1" i="1" dirty="0" err="1">
                <a:solidFill>
                  <a:srgbClr val="0000C0"/>
                </a:solidFill>
                <a:effectLst/>
                <a:latin typeface="Courier New" panose="02070309020205020404" pitchFamily="49" charset="0"/>
              </a:rPr>
              <a:t>out</a:t>
            </a:r>
            <a:r>
              <a:rPr lang="en-IN" sz="2500" b="1" dirty="0" err="1">
                <a:solidFill>
                  <a:srgbClr val="000000"/>
                </a:solidFill>
                <a:effectLst/>
                <a:latin typeface="Courier New" panose="02070309020205020404" pitchFamily="49" charset="0"/>
              </a:rPr>
              <a:t>.print</a:t>
            </a:r>
            <a:r>
              <a:rPr lang="en-IN" sz="2500" b="1" dirty="0">
                <a:solidFill>
                  <a:srgbClr val="000000"/>
                </a:solidFill>
                <a:effectLst/>
                <a:latin typeface="Courier New" panose="02070309020205020404" pitchFamily="49" charset="0"/>
              </a:rPr>
              <a:t>(</a:t>
            </a:r>
            <a:r>
              <a:rPr lang="en-IN" sz="2500" b="1" dirty="0" err="1">
                <a:solidFill>
                  <a:srgbClr val="6A3E3E"/>
                </a:solidFill>
                <a:effectLst/>
                <a:latin typeface="Courier New" panose="02070309020205020404" pitchFamily="49" charset="0"/>
              </a:rPr>
              <a:t>temp</a:t>
            </a:r>
            <a:r>
              <a:rPr lang="en-IN" sz="2500" b="1" dirty="0" err="1">
                <a:solidFill>
                  <a:srgbClr val="000000"/>
                </a:solidFill>
                <a:effectLst/>
                <a:latin typeface="Courier New" panose="02070309020205020404" pitchFamily="49" charset="0"/>
              </a:rPr>
              <a:t>.</a:t>
            </a:r>
            <a:r>
              <a:rPr lang="en-IN" sz="2500" b="1" dirty="0" err="1">
                <a:solidFill>
                  <a:srgbClr val="0000C0"/>
                </a:solidFill>
                <a:effectLst/>
                <a:latin typeface="Courier New" panose="02070309020205020404" pitchFamily="49" charset="0"/>
              </a:rPr>
              <a:t>data</a:t>
            </a:r>
            <a:r>
              <a:rPr lang="en-IN" sz="2500" b="1" dirty="0">
                <a:solidFill>
                  <a:srgbClr val="000000"/>
                </a:solidFill>
                <a:effectLst/>
                <a:latin typeface="Courier New" panose="02070309020205020404" pitchFamily="49" charset="0"/>
              </a:rPr>
              <a:t>+</a:t>
            </a:r>
            <a:r>
              <a:rPr lang="en-IN" sz="2500" b="1" dirty="0">
                <a:solidFill>
                  <a:srgbClr val="2A00FF"/>
                </a:solidFill>
                <a:effectLst/>
                <a:latin typeface="Courier New" panose="02070309020205020404" pitchFamily="49" charset="0"/>
              </a:rPr>
              <a:t>" "</a:t>
            </a:r>
            <a:r>
              <a:rPr lang="en-IN" sz="2500" b="1" dirty="0">
                <a:solidFill>
                  <a:srgbClr val="000000"/>
                </a:solidFill>
                <a:effectLst/>
                <a:latin typeface="Courier New" panose="02070309020205020404" pitchFamily="49" charset="0"/>
              </a:rPr>
              <a:t>);</a:t>
            </a:r>
          </a:p>
          <a:p>
            <a:pPr marR="0" indent="-457200">
              <a:buFont typeface="+mj-lt"/>
              <a:buAutoNum type="arabicPeriod" startAt="34"/>
            </a:pPr>
            <a:r>
              <a:rPr lang="en-IN" sz="2500" b="1" dirty="0">
                <a:solidFill>
                  <a:srgbClr val="6A3E3E"/>
                </a:solidFill>
                <a:effectLst/>
                <a:latin typeface="Courier New" panose="02070309020205020404" pitchFamily="49" charset="0"/>
              </a:rPr>
              <a:t>temp</a:t>
            </a:r>
            <a:r>
              <a:rPr lang="en-IN" sz="2500" b="1" dirty="0">
                <a:solidFill>
                  <a:srgbClr val="000000"/>
                </a:solidFill>
                <a:effectLst/>
                <a:latin typeface="Courier New" panose="02070309020205020404" pitchFamily="49" charset="0"/>
              </a:rPr>
              <a:t>=</a:t>
            </a:r>
            <a:r>
              <a:rPr lang="en-IN" sz="2500" b="1" dirty="0" err="1">
                <a:solidFill>
                  <a:srgbClr val="6A3E3E"/>
                </a:solidFill>
                <a:effectLst/>
                <a:latin typeface="Courier New" panose="02070309020205020404" pitchFamily="49" charset="0"/>
              </a:rPr>
              <a:t>temp</a:t>
            </a:r>
            <a:r>
              <a:rPr lang="en-IN" sz="2500" b="1" dirty="0" err="1">
                <a:solidFill>
                  <a:srgbClr val="000000"/>
                </a:solidFill>
                <a:effectLst/>
                <a:latin typeface="Courier New" panose="02070309020205020404" pitchFamily="49" charset="0"/>
              </a:rPr>
              <a:t>.</a:t>
            </a:r>
            <a:r>
              <a:rPr lang="en-IN" sz="2500" b="1" dirty="0" err="1">
                <a:solidFill>
                  <a:srgbClr val="0000C0"/>
                </a:solidFill>
                <a:effectLst/>
                <a:latin typeface="Courier New" panose="02070309020205020404" pitchFamily="49" charset="0"/>
              </a:rPr>
              <a:t>next</a:t>
            </a:r>
            <a:r>
              <a:rPr lang="en-IN" sz="2500" b="1" dirty="0">
                <a:solidFill>
                  <a:srgbClr val="000000"/>
                </a:solidFill>
                <a:effectLst/>
                <a:latin typeface="Courier New" panose="02070309020205020404" pitchFamily="49" charset="0"/>
              </a:rPr>
              <a:t>;</a:t>
            </a:r>
          </a:p>
          <a:p>
            <a:pPr marR="0" indent="-457200">
              <a:buFont typeface="+mj-lt"/>
              <a:buAutoNum type="arabicPeriod" startAt="34"/>
            </a:pPr>
            <a:r>
              <a:rPr lang="en-IN" sz="2500" b="1" dirty="0">
                <a:solidFill>
                  <a:srgbClr val="000000"/>
                </a:solidFill>
                <a:effectLst/>
                <a:latin typeface="Courier New" panose="02070309020205020404" pitchFamily="49" charset="0"/>
              </a:rPr>
              <a:t>}</a:t>
            </a:r>
          </a:p>
          <a:p>
            <a:pPr marR="0" indent="-457200">
              <a:buFont typeface="+mj-lt"/>
              <a:buAutoNum type="arabicPeriod" startAt="34"/>
            </a:pPr>
            <a:r>
              <a:rPr lang="en-IN" sz="2500" b="1" dirty="0">
                <a:solidFill>
                  <a:srgbClr val="000000"/>
                </a:solidFill>
                <a:effectLst/>
                <a:latin typeface="Courier New" panose="02070309020205020404" pitchFamily="49" charset="0"/>
              </a:rPr>
              <a:t>}</a:t>
            </a:r>
          </a:p>
          <a:p>
            <a:pPr marL="457200" indent="-457200">
              <a:buFont typeface="+mj-lt"/>
              <a:buAutoNum type="arabicPeriod" startAt="34"/>
            </a:pPr>
            <a:endParaRPr lang="en-IN" sz="2500" b="1" dirty="0"/>
          </a:p>
        </p:txBody>
      </p:sp>
    </p:spTree>
    <p:extLst>
      <p:ext uri="{BB962C8B-B14F-4D97-AF65-F5344CB8AC3E}">
        <p14:creationId xmlns:p14="http://schemas.microsoft.com/office/powerpoint/2010/main" val="311431949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E091E17-8F63-F323-6F25-76E20DBE210A}"/>
              </a:ext>
            </a:extLst>
          </p:cNvPr>
          <p:cNvSpPr>
            <a:spLocks noGrp="1"/>
          </p:cNvSpPr>
          <p:nvPr>
            <p:ph idx="1"/>
          </p:nvPr>
        </p:nvSpPr>
        <p:spPr>
          <a:xfrm>
            <a:off x="838200" y="288235"/>
            <a:ext cx="10515600" cy="5888728"/>
          </a:xfrm>
        </p:spPr>
        <p:txBody>
          <a:bodyPr>
            <a:noAutofit/>
          </a:bodyPr>
          <a:lstStyle/>
          <a:p>
            <a:pPr marL="342900" marR="0" indent="-342900">
              <a:buFont typeface="+mj-lt"/>
              <a:buAutoNum type="arabicPeriod" startAt="43"/>
            </a:pPr>
            <a:endParaRPr lang="en-IN" sz="2400" b="1" dirty="0">
              <a:solidFill>
                <a:srgbClr val="7F0055"/>
              </a:solidFill>
              <a:effectLst/>
              <a:latin typeface="Courier New" panose="02070309020205020404" pitchFamily="49" charset="0"/>
            </a:endParaRPr>
          </a:p>
          <a:p>
            <a:pPr marL="114300" marR="0" indent="-342900">
              <a:buFont typeface="+mj-lt"/>
              <a:buAutoNum type="arabicPeriod" startAt="43"/>
            </a:pPr>
            <a:r>
              <a:rPr lang="en-IN" sz="2400" b="1" dirty="0">
                <a:solidFill>
                  <a:srgbClr val="000000"/>
                </a:solidFill>
                <a:effectLst/>
                <a:latin typeface="Courier New" panose="02070309020205020404" pitchFamily="49" charset="0"/>
              </a:rPr>
              <a:t>Scanner </a:t>
            </a:r>
            <a:r>
              <a:rPr lang="en-IN" sz="2400" b="1" u="sng" dirty="0" err="1">
                <a:solidFill>
                  <a:srgbClr val="6A3E3E"/>
                </a:solidFill>
                <a:effectLst/>
                <a:latin typeface="Courier New" panose="02070309020205020404" pitchFamily="49" charset="0"/>
              </a:rPr>
              <a:t>sc</a:t>
            </a:r>
            <a:r>
              <a:rPr lang="en-IN" sz="2400" b="1" dirty="0">
                <a:solidFill>
                  <a:srgbClr val="000000"/>
                </a:solidFill>
                <a:effectLst/>
                <a:latin typeface="Courier New" panose="02070309020205020404" pitchFamily="49" charset="0"/>
              </a:rPr>
              <a:t>=</a:t>
            </a:r>
            <a:r>
              <a:rPr lang="en-IN" sz="2400" b="1" dirty="0">
                <a:solidFill>
                  <a:srgbClr val="7F0055"/>
                </a:solidFill>
                <a:effectLst/>
                <a:latin typeface="Courier New" panose="02070309020205020404" pitchFamily="49" charset="0"/>
              </a:rPr>
              <a:t>new</a:t>
            </a:r>
            <a:r>
              <a:rPr lang="en-IN" sz="2400" b="1" dirty="0">
                <a:solidFill>
                  <a:srgbClr val="000000"/>
                </a:solidFill>
                <a:effectLst/>
                <a:latin typeface="Courier New" panose="02070309020205020404" pitchFamily="49" charset="0"/>
              </a:rPr>
              <a:t> Scanner(System.</a:t>
            </a:r>
            <a:r>
              <a:rPr lang="en-IN" sz="2400" b="1" i="1" dirty="0">
                <a:solidFill>
                  <a:srgbClr val="0000C0"/>
                </a:solidFill>
                <a:effectLst/>
                <a:latin typeface="Courier New" panose="02070309020205020404" pitchFamily="49" charset="0"/>
              </a:rPr>
              <a:t>in</a:t>
            </a:r>
            <a:r>
              <a:rPr lang="en-IN" sz="2400" b="1" dirty="0">
                <a:solidFill>
                  <a:srgbClr val="000000"/>
                </a:solidFill>
                <a:effectLst/>
                <a:latin typeface="Courier New" panose="02070309020205020404" pitchFamily="49" charset="0"/>
              </a:rPr>
              <a:t>);</a:t>
            </a:r>
          </a:p>
          <a:p>
            <a:pPr marL="114300" marR="0" indent="-342900">
              <a:buFont typeface="+mj-lt"/>
              <a:buAutoNum type="arabicPeriod" startAt="43"/>
            </a:pPr>
            <a:r>
              <a:rPr lang="en-IN" sz="2400" b="1" dirty="0">
                <a:solidFill>
                  <a:srgbClr val="7F0055"/>
                </a:solidFill>
                <a:effectLst/>
                <a:latin typeface="Courier New" panose="02070309020205020404" pitchFamily="49" charset="0"/>
              </a:rPr>
              <a:t>while</a:t>
            </a:r>
            <a:r>
              <a:rPr lang="en-IN" sz="2400" b="1" dirty="0">
                <a:solidFill>
                  <a:srgbClr val="000000"/>
                </a:solidFill>
                <a:effectLst/>
                <a:latin typeface="Courier New" panose="02070309020205020404" pitchFamily="49" charset="0"/>
              </a:rPr>
              <a:t>(</a:t>
            </a:r>
            <a:r>
              <a:rPr lang="en-IN" sz="2400" b="1" dirty="0">
                <a:solidFill>
                  <a:srgbClr val="7F0055"/>
                </a:solidFill>
                <a:effectLst/>
                <a:latin typeface="Courier New" panose="02070309020205020404" pitchFamily="49" charset="0"/>
              </a:rPr>
              <a:t>true</a:t>
            </a:r>
            <a:r>
              <a:rPr lang="en-IN" sz="2400" b="1" dirty="0">
                <a:solidFill>
                  <a:srgbClr val="000000"/>
                </a:solidFill>
                <a:effectLst/>
                <a:latin typeface="Courier New" panose="02070309020205020404" pitchFamily="49" charset="0"/>
              </a:rPr>
              <a:t>)</a:t>
            </a:r>
          </a:p>
          <a:p>
            <a:pPr marL="114300" marR="0" indent="-342900">
              <a:buFont typeface="+mj-lt"/>
              <a:buAutoNum type="arabicPeriod" startAt="43"/>
            </a:pPr>
            <a:r>
              <a:rPr lang="en-IN" sz="2400" b="1" dirty="0">
                <a:solidFill>
                  <a:srgbClr val="000000"/>
                </a:solidFill>
                <a:effectLst/>
                <a:latin typeface="Courier New" panose="02070309020205020404" pitchFamily="49" charset="0"/>
              </a:rPr>
              <a:t>{</a:t>
            </a:r>
          </a:p>
          <a:p>
            <a:pPr marL="114300" marR="0" indent="-342900">
              <a:buFont typeface="+mj-lt"/>
              <a:buAutoNum type="arabicPeriod" startAt="43"/>
            </a:pPr>
            <a:r>
              <a:rPr lang="en-IN" sz="2400" b="1" dirty="0">
                <a:solidFill>
                  <a:srgbClr val="7F0055"/>
                </a:solidFill>
                <a:effectLst/>
                <a:latin typeface="Courier New" panose="02070309020205020404" pitchFamily="49" charset="0"/>
              </a:rPr>
              <a:t>int</a:t>
            </a:r>
            <a:r>
              <a:rPr lang="en-IN" sz="2400" b="1" dirty="0">
                <a:solidFill>
                  <a:srgbClr val="000000"/>
                </a:solidFill>
                <a:effectLst/>
                <a:latin typeface="Courier New" panose="02070309020205020404" pitchFamily="49" charset="0"/>
              </a:rPr>
              <a:t> </a:t>
            </a:r>
            <a:r>
              <a:rPr lang="en-IN" sz="2400" b="1" dirty="0">
                <a:solidFill>
                  <a:srgbClr val="6A3E3E"/>
                </a:solidFill>
                <a:effectLst/>
                <a:latin typeface="Courier New" panose="02070309020205020404" pitchFamily="49" charset="0"/>
              </a:rPr>
              <a:t>n</a:t>
            </a:r>
            <a:r>
              <a:rPr lang="en-IN" sz="2400" b="1" dirty="0">
                <a:solidFill>
                  <a:srgbClr val="000000"/>
                </a:solidFill>
                <a:effectLst/>
                <a:latin typeface="Courier New" panose="02070309020205020404" pitchFamily="49" charset="0"/>
              </a:rPr>
              <a:t>=</a:t>
            </a:r>
            <a:r>
              <a:rPr lang="en-IN" sz="2400" b="1" dirty="0" err="1">
                <a:solidFill>
                  <a:srgbClr val="6A3E3E"/>
                </a:solidFill>
                <a:effectLst/>
                <a:latin typeface="Courier New" panose="02070309020205020404" pitchFamily="49" charset="0"/>
              </a:rPr>
              <a:t>sc</a:t>
            </a:r>
            <a:r>
              <a:rPr lang="en-IN" sz="2400" b="1" dirty="0" err="1">
                <a:solidFill>
                  <a:srgbClr val="000000"/>
                </a:solidFill>
                <a:effectLst/>
                <a:latin typeface="Courier New" panose="02070309020205020404" pitchFamily="49" charset="0"/>
              </a:rPr>
              <a:t>.nextInt</a:t>
            </a:r>
            <a:r>
              <a:rPr lang="en-IN" sz="2400" b="1" dirty="0">
                <a:solidFill>
                  <a:srgbClr val="000000"/>
                </a:solidFill>
                <a:effectLst/>
                <a:latin typeface="Courier New" panose="02070309020205020404" pitchFamily="49" charset="0"/>
              </a:rPr>
              <a:t>();</a:t>
            </a:r>
          </a:p>
          <a:p>
            <a:pPr marL="114300" marR="0" indent="-342900">
              <a:buFont typeface="+mj-lt"/>
              <a:buAutoNum type="arabicPeriod" startAt="43"/>
            </a:pPr>
            <a:r>
              <a:rPr lang="en-IN" sz="2400" b="1" dirty="0">
                <a:solidFill>
                  <a:srgbClr val="7F0055"/>
                </a:solidFill>
                <a:effectLst/>
                <a:latin typeface="Courier New" panose="02070309020205020404" pitchFamily="49" charset="0"/>
              </a:rPr>
              <a:t>   if</a:t>
            </a:r>
            <a:r>
              <a:rPr lang="en-IN" sz="2400" b="1" dirty="0">
                <a:solidFill>
                  <a:srgbClr val="000000"/>
                </a:solidFill>
                <a:effectLst/>
                <a:latin typeface="Courier New" panose="02070309020205020404" pitchFamily="49" charset="0"/>
              </a:rPr>
              <a:t>(</a:t>
            </a:r>
            <a:r>
              <a:rPr lang="en-IN" sz="2400" b="1" dirty="0">
                <a:solidFill>
                  <a:srgbClr val="6A3E3E"/>
                </a:solidFill>
                <a:effectLst/>
                <a:latin typeface="Courier New" panose="02070309020205020404" pitchFamily="49" charset="0"/>
              </a:rPr>
              <a:t>n</a:t>
            </a:r>
            <a:r>
              <a:rPr lang="en-IN" sz="2400" b="1" dirty="0">
                <a:solidFill>
                  <a:srgbClr val="000000"/>
                </a:solidFill>
                <a:effectLst/>
                <a:latin typeface="Courier New" panose="02070309020205020404" pitchFamily="49" charset="0"/>
              </a:rPr>
              <a:t>!=-1)</a:t>
            </a:r>
          </a:p>
          <a:p>
            <a:pPr marL="114300" marR="0" indent="-342900">
              <a:buFont typeface="+mj-lt"/>
              <a:buAutoNum type="arabicPeriod" startAt="43"/>
            </a:pPr>
            <a:r>
              <a:rPr lang="en-IN" sz="2400" b="1" i="1" dirty="0">
                <a:solidFill>
                  <a:srgbClr val="000000"/>
                </a:solidFill>
                <a:effectLst/>
                <a:latin typeface="Courier New" panose="02070309020205020404" pitchFamily="49" charset="0"/>
              </a:rPr>
              <a:t>          push</a:t>
            </a:r>
            <a:r>
              <a:rPr lang="en-IN" sz="2400" b="1" dirty="0">
                <a:solidFill>
                  <a:srgbClr val="000000"/>
                </a:solidFill>
                <a:effectLst/>
                <a:latin typeface="Courier New" panose="02070309020205020404" pitchFamily="49" charset="0"/>
              </a:rPr>
              <a:t>(</a:t>
            </a:r>
            <a:r>
              <a:rPr lang="en-IN" sz="2400" b="1" dirty="0">
                <a:solidFill>
                  <a:srgbClr val="6A3E3E"/>
                </a:solidFill>
                <a:effectLst/>
                <a:latin typeface="Courier New" panose="02070309020205020404" pitchFamily="49" charset="0"/>
              </a:rPr>
              <a:t>n</a:t>
            </a:r>
            <a:r>
              <a:rPr lang="en-IN" sz="2400" b="1" dirty="0">
                <a:solidFill>
                  <a:srgbClr val="000000"/>
                </a:solidFill>
                <a:effectLst/>
                <a:latin typeface="Courier New" panose="02070309020205020404" pitchFamily="49" charset="0"/>
              </a:rPr>
              <a:t>);</a:t>
            </a:r>
          </a:p>
          <a:p>
            <a:pPr marL="114300" marR="0" indent="-342900">
              <a:buFont typeface="+mj-lt"/>
              <a:buAutoNum type="arabicPeriod" startAt="43"/>
            </a:pPr>
            <a:r>
              <a:rPr lang="en-IN" sz="2400" b="1" dirty="0">
                <a:solidFill>
                  <a:srgbClr val="7F0055"/>
                </a:solidFill>
                <a:effectLst/>
                <a:latin typeface="Courier New" panose="02070309020205020404" pitchFamily="49" charset="0"/>
              </a:rPr>
              <a:t>   else</a:t>
            </a:r>
            <a:endParaRPr lang="en-IN" sz="2400" b="1" dirty="0">
              <a:solidFill>
                <a:srgbClr val="000000"/>
              </a:solidFill>
              <a:effectLst/>
              <a:latin typeface="Courier New" panose="02070309020205020404" pitchFamily="49" charset="0"/>
            </a:endParaRPr>
          </a:p>
          <a:p>
            <a:pPr marL="114300" marR="0" indent="-342900">
              <a:buFont typeface="+mj-lt"/>
              <a:buAutoNum type="arabicPeriod" startAt="43"/>
            </a:pPr>
            <a:r>
              <a:rPr lang="en-IN" sz="2400" b="1" dirty="0">
                <a:solidFill>
                  <a:srgbClr val="7F0055"/>
                </a:solidFill>
                <a:effectLst/>
                <a:latin typeface="Courier New" panose="02070309020205020404" pitchFamily="49" charset="0"/>
              </a:rPr>
              <a:t>           break</a:t>
            </a:r>
            <a:r>
              <a:rPr lang="en-IN" sz="2400" b="1" dirty="0">
                <a:solidFill>
                  <a:srgbClr val="000000"/>
                </a:solidFill>
                <a:effectLst/>
                <a:latin typeface="Courier New" panose="02070309020205020404" pitchFamily="49" charset="0"/>
              </a:rPr>
              <a:t>;</a:t>
            </a:r>
          </a:p>
          <a:p>
            <a:pPr marL="114300" marR="0" indent="-342900">
              <a:buFont typeface="+mj-lt"/>
              <a:buAutoNum type="arabicPeriod" startAt="43"/>
            </a:pPr>
            <a:r>
              <a:rPr lang="en-IN" sz="2400" b="1" dirty="0">
                <a:solidFill>
                  <a:srgbClr val="000000"/>
                </a:solidFill>
                <a:effectLst/>
                <a:latin typeface="Courier New" panose="02070309020205020404" pitchFamily="49" charset="0"/>
              </a:rPr>
              <a:t>}</a:t>
            </a:r>
          </a:p>
          <a:p>
            <a:pPr marL="114300" marR="0" indent="-342900">
              <a:buFont typeface="+mj-lt"/>
              <a:buAutoNum type="arabicPeriod" startAt="43"/>
            </a:pPr>
            <a:r>
              <a:rPr lang="en-IN" sz="2400" b="1" i="1" dirty="0">
                <a:solidFill>
                  <a:srgbClr val="000000"/>
                </a:solidFill>
                <a:effectLst/>
                <a:latin typeface="Courier New" panose="02070309020205020404" pitchFamily="49" charset="0"/>
              </a:rPr>
              <a:t>display</a:t>
            </a:r>
            <a:r>
              <a:rPr lang="en-IN" sz="2400" b="1" dirty="0">
                <a:solidFill>
                  <a:srgbClr val="000000"/>
                </a:solidFill>
                <a:effectLst/>
                <a:latin typeface="Courier New" panose="02070309020205020404" pitchFamily="49" charset="0"/>
              </a:rPr>
              <a:t>();</a:t>
            </a:r>
          </a:p>
          <a:p>
            <a:pPr marL="114300" marR="0" indent="-342900">
              <a:buFont typeface="+mj-lt"/>
              <a:buAutoNum type="arabicPeriod" startAt="43"/>
            </a:pPr>
            <a:r>
              <a:rPr lang="en-IN" sz="2400" b="1" dirty="0">
                <a:solidFill>
                  <a:srgbClr val="000000"/>
                </a:solidFill>
                <a:effectLst/>
                <a:latin typeface="Courier New" panose="02070309020205020404" pitchFamily="49" charset="0"/>
              </a:rPr>
              <a:t>}</a:t>
            </a:r>
          </a:p>
          <a:p>
            <a:pPr marL="114300" marR="0" indent="-342900">
              <a:buFont typeface="+mj-lt"/>
              <a:buAutoNum type="arabicPeriod" startAt="43"/>
            </a:pPr>
            <a:r>
              <a:rPr lang="en-IN" sz="2400" b="1" dirty="0">
                <a:solidFill>
                  <a:srgbClr val="000000"/>
                </a:solidFill>
                <a:effectLst/>
                <a:latin typeface="Courier New" panose="02070309020205020404" pitchFamily="49" charset="0"/>
              </a:rPr>
              <a:t>}</a:t>
            </a:r>
          </a:p>
          <a:p>
            <a:pPr marL="514350" indent="-514350">
              <a:buFont typeface="+mj-lt"/>
              <a:buAutoNum type="arabicPeriod" startAt="43"/>
            </a:pPr>
            <a:endParaRPr lang="en-IN" sz="2400" b="1" dirty="0"/>
          </a:p>
        </p:txBody>
      </p:sp>
    </p:spTree>
    <p:extLst>
      <p:ext uri="{BB962C8B-B14F-4D97-AF65-F5344CB8AC3E}">
        <p14:creationId xmlns:p14="http://schemas.microsoft.com/office/powerpoint/2010/main" val="195453602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1B744-D71E-B523-B605-730D99495BE9}"/>
              </a:ext>
            </a:extLst>
          </p:cNvPr>
          <p:cNvSpPr>
            <a:spLocks noGrp="1"/>
          </p:cNvSpPr>
          <p:nvPr>
            <p:ph type="title"/>
          </p:nvPr>
        </p:nvSpPr>
        <p:spPr>
          <a:xfrm>
            <a:off x="769374" y="260556"/>
            <a:ext cx="10515600" cy="736088"/>
          </a:xfrm>
        </p:spPr>
        <p:txBody>
          <a:bodyPr/>
          <a:lstStyle/>
          <a:p>
            <a:r>
              <a:rPr lang="en-IN" b="1" dirty="0"/>
              <a:t>Stack Implementation using Collections</a:t>
            </a:r>
          </a:p>
        </p:txBody>
      </p:sp>
      <p:sp>
        <p:nvSpPr>
          <p:cNvPr id="3" name="Content Placeholder 2">
            <a:extLst>
              <a:ext uri="{FF2B5EF4-FFF2-40B4-BE49-F238E27FC236}">
                <a16:creationId xmlns:a16="http://schemas.microsoft.com/office/drawing/2014/main" id="{6DCBEB9F-2608-9155-A337-D46E6AE8BD6D}"/>
              </a:ext>
            </a:extLst>
          </p:cNvPr>
          <p:cNvSpPr>
            <a:spLocks noGrp="1"/>
          </p:cNvSpPr>
          <p:nvPr>
            <p:ph idx="1"/>
          </p:nvPr>
        </p:nvSpPr>
        <p:spPr>
          <a:xfrm>
            <a:off x="838200" y="1268360"/>
            <a:ext cx="10515600" cy="5506065"/>
          </a:xfrm>
        </p:spPr>
        <p:txBody>
          <a:bodyPr>
            <a:normAutofit fontScale="70000" lnSpcReduction="20000"/>
          </a:bodyPr>
          <a:lstStyle/>
          <a:p>
            <a:pPr algn="l">
              <a:buFont typeface="+mj-lt"/>
              <a:buAutoNum type="arabicPeriod"/>
            </a:pPr>
            <a:r>
              <a:rPr lang="en-IN" b="0" i="0" dirty="0">
                <a:solidFill>
                  <a:srgbClr val="333333"/>
                </a:solidFill>
                <a:effectLst/>
                <a:latin typeface="Montserrat" panose="020F0502020204030204" pitchFamily="2" charset="0"/>
              </a:rPr>
              <a:t>import </a:t>
            </a:r>
            <a:r>
              <a:rPr lang="en-IN" b="0" i="0" dirty="0" err="1">
                <a:solidFill>
                  <a:srgbClr val="333333"/>
                </a:solidFill>
                <a:effectLst/>
                <a:latin typeface="Montserrat" panose="020F0502020204030204" pitchFamily="2" charset="0"/>
              </a:rPr>
              <a:t>java.util.Stack</a:t>
            </a:r>
            <a:r>
              <a:rPr lang="en-IN" b="0" i="0" dirty="0">
                <a:solidFill>
                  <a:srgbClr val="333333"/>
                </a:solidFill>
                <a:effectLst/>
                <a:latin typeface="Montserrat" panose="020F0502020204030204" pitchFamily="2" charset="0"/>
              </a:rPr>
              <a:t>;  </a:t>
            </a:r>
          </a:p>
          <a:p>
            <a:pPr algn="l">
              <a:buFont typeface="+mj-lt"/>
              <a:buAutoNum type="arabicPeriod"/>
            </a:pPr>
            <a:r>
              <a:rPr lang="en-IN" b="1" i="0" dirty="0">
                <a:solidFill>
                  <a:srgbClr val="006699"/>
                </a:solidFill>
                <a:effectLst/>
                <a:latin typeface="Montserrat" panose="020F0502020204030204" pitchFamily="2" charset="0"/>
              </a:rPr>
              <a:t>public</a:t>
            </a:r>
            <a:r>
              <a:rPr lang="en-IN" b="0" i="0" dirty="0">
                <a:solidFill>
                  <a:srgbClr val="333333"/>
                </a:solidFill>
                <a:effectLst/>
                <a:latin typeface="Montserrat" panose="020F0502020204030204" pitchFamily="2" charset="0"/>
              </a:rPr>
              <a:t> </a:t>
            </a:r>
            <a:r>
              <a:rPr lang="en-IN" b="1" i="0" dirty="0">
                <a:solidFill>
                  <a:srgbClr val="006699"/>
                </a:solidFill>
                <a:effectLst/>
                <a:latin typeface="Montserrat" panose="020F0502020204030204" pitchFamily="2" charset="0"/>
              </a:rPr>
              <a:t>class</a:t>
            </a:r>
            <a:r>
              <a:rPr lang="en-IN" b="0" i="0" dirty="0">
                <a:solidFill>
                  <a:srgbClr val="333333"/>
                </a:solidFill>
                <a:effectLst/>
                <a:latin typeface="Montserrat" panose="020F0502020204030204" pitchFamily="2" charset="0"/>
              </a:rPr>
              <a:t>  Main{  </a:t>
            </a:r>
          </a:p>
          <a:p>
            <a:pPr algn="l">
              <a:buFont typeface="+mj-lt"/>
              <a:buAutoNum type="arabicPeriod"/>
            </a:pPr>
            <a:r>
              <a:rPr lang="en-IN" b="1" i="0" dirty="0">
                <a:solidFill>
                  <a:srgbClr val="006699"/>
                </a:solidFill>
                <a:effectLst/>
                <a:latin typeface="Montserrat" panose="020F0502020204030204" pitchFamily="2" charset="0"/>
              </a:rPr>
              <a:t>public</a:t>
            </a:r>
            <a:r>
              <a:rPr lang="en-IN" b="0" i="0" dirty="0">
                <a:solidFill>
                  <a:srgbClr val="333333"/>
                </a:solidFill>
                <a:effectLst/>
                <a:latin typeface="Montserrat" panose="020F0502020204030204" pitchFamily="2" charset="0"/>
              </a:rPr>
              <a:t> </a:t>
            </a:r>
            <a:r>
              <a:rPr lang="en-IN" b="1" i="0" dirty="0">
                <a:solidFill>
                  <a:srgbClr val="006699"/>
                </a:solidFill>
                <a:effectLst/>
                <a:latin typeface="Montserrat" panose="020F0502020204030204" pitchFamily="2" charset="0"/>
              </a:rPr>
              <a:t>static</a:t>
            </a:r>
            <a:r>
              <a:rPr lang="en-IN" b="0" i="0" dirty="0">
                <a:solidFill>
                  <a:srgbClr val="333333"/>
                </a:solidFill>
                <a:effectLst/>
                <a:latin typeface="Montserrat" panose="020F0502020204030204" pitchFamily="2" charset="0"/>
              </a:rPr>
              <a:t> </a:t>
            </a:r>
            <a:r>
              <a:rPr lang="en-IN" b="1" i="0" dirty="0">
                <a:solidFill>
                  <a:srgbClr val="006699"/>
                </a:solidFill>
                <a:effectLst/>
                <a:latin typeface="Montserrat" panose="020F0502020204030204" pitchFamily="2" charset="0"/>
              </a:rPr>
              <a:t>void</a:t>
            </a:r>
            <a:r>
              <a:rPr lang="en-IN" b="0" i="0" dirty="0">
                <a:solidFill>
                  <a:srgbClr val="333333"/>
                </a:solidFill>
                <a:effectLst/>
                <a:latin typeface="Montserrat" panose="020F0502020204030204" pitchFamily="2" charset="0"/>
              </a:rPr>
              <a:t> main(String[] </a:t>
            </a:r>
            <a:r>
              <a:rPr lang="en-IN" b="0" i="0" dirty="0" err="1">
                <a:solidFill>
                  <a:srgbClr val="333333"/>
                </a:solidFill>
                <a:effectLst/>
                <a:latin typeface="Montserrat" panose="020F0502020204030204" pitchFamily="2" charset="0"/>
              </a:rPr>
              <a:t>args</a:t>
            </a:r>
            <a:r>
              <a:rPr lang="en-IN" b="0" i="0" dirty="0">
                <a:solidFill>
                  <a:srgbClr val="333333"/>
                </a:solidFill>
                <a:effectLst/>
                <a:latin typeface="Montserrat" panose="020F0502020204030204" pitchFamily="2" charset="0"/>
              </a:rPr>
              <a:t>)   </a:t>
            </a:r>
          </a:p>
          <a:p>
            <a:pPr algn="l">
              <a:buFont typeface="+mj-lt"/>
              <a:buAutoNum type="arabicPeriod"/>
            </a:pPr>
            <a:r>
              <a:rPr lang="en-IN" b="0" i="0" dirty="0">
                <a:solidFill>
                  <a:srgbClr val="333333"/>
                </a:solidFill>
                <a:effectLst/>
                <a:latin typeface="Montserrat" panose="020F0502020204030204" pitchFamily="2" charset="0"/>
              </a:rPr>
              <a:t>{   </a:t>
            </a:r>
          </a:p>
          <a:p>
            <a:pPr algn="l">
              <a:buFont typeface="+mj-lt"/>
              <a:buAutoNum type="arabicPeriod"/>
            </a:pPr>
            <a:r>
              <a:rPr lang="en-IN" b="0" i="0" dirty="0">
                <a:solidFill>
                  <a:srgbClr val="333333"/>
                </a:solidFill>
                <a:effectLst/>
                <a:latin typeface="Montserrat" panose="020F0502020204030204" pitchFamily="2" charset="0"/>
              </a:rPr>
              <a:t>Stack&lt;Integer&gt; </a:t>
            </a:r>
            <a:r>
              <a:rPr lang="en-IN" b="0" i="0" dirty="0" err="1">
                <a:solidFill>
                  <a:srgbClr val="333333"/>
                </a:solidFill>
                <a:effectLst/>
                <a:latin typeface="Montserrat" panose="020F0502020204030204" pitchFamily="2" charset="0"/>
              </a:rPr>
              <a:t>stk</a:t>
            </a:r>
            <a:r>
              <a:rPr lang="en-IN" b="0" i="0" dirty="0">
                <a:solidFill>
                  <a:srgbClr val="333333"/>
                </a:solidFill>
                <a:effectLst/>
                <a:latin typeface="Montserrat" panose="020F0502020204030204" pitchFamily="2" charset="0"/>
              </a:rPr>
              <a:t>= </a:t>
            </a:r>
            <a:r>
              <a:rPr lang="en-IN" b="1" i="0" dirty="0">
                <a:solidFill>
                  <a:srgbClr val="006699"/>
                </a:solidFill>
                <a:effectLst/>
                <a:latin typeface="Montserrat" panose="020F0502020204030204" pitchFamily="2" charset="0"/>
              </a:rPr>
              <a:t>new</a:t>
            </a:r>
            <a:r>
              <a:rPr lang="en-IN" b="0" i="0" dirty="0">
                <a:solidFill>
                  <a:srgbClr val="333333"/>
                </a:solidFill>
                <a:effectLst/>
                <a:latin typeface="Montserrat" panose="020F0502020204030204" pitchFamily="2" charset="0"/>
              </a:rPr>
              <a:t> Stack&lt;&gt;();  </a:t>
            </a:r>
          </a:p>
          <a:p>
            <a:pPr algn="l">
              <a:buFont typeface="+mj-lt"/>
              <a:buAutoNum type="arabicPeriod"/>
            </a:pPr>
            <a:r>
              <a:rPr lang="en-IN" b="1" i="0" dirty="0" err="1">
                <a:solidFill>
                  <a:srgbClr val="006699"/>
                </a:solidFill>
                <a:effectLst/>
                <a:latin typeface="Montserrat" panose="020F0502020204030204" pitchFamily="2" charset="0"/>
              </a:rPr>
              <a:t>boolean</a:t>
            </a:r>
            <a:r>
              <a:rPr lang="en-IN" b="0" i="0" dirty="0">
                <a:solidFill>
                  <a:srgbClr val="333333"/>
                </a:solidFill>
                <a:effectLst/>
                <a:latin typeface="Montserrat" panose="020F0502020204030204" pitchFamily="2" charset="0"/>
              </a:rPr>
              <a:t> result = </a:t>
            </a:r>
            <a:r>
              <a:rPr lang="en-IN" b="0" i="0" dirty="0" err="1">
                <a:solidFill>
                  <a:srgbClr val="333333"/>
                </a:solidFill>
                <a:effectLst/>
                <a:latin typeface="Montserrat" panose="020F0502020204030204" pitchFamily="2" charset="0"/>
              </a:rPr>
              <a:t>stk.empty</a:t>
            </a:r>
            <a:r>
              <a:rPr lang="en-IN" b="0" i="0" dirty="0">
                <a:solidFill>
                  <a:srgbClr val="333333"/>
                </a:solidFill>
                <a:effectLst/>
                <a:latin typeface="Montserrat" panose="020F0502020204030204" pitchFamily="2" charset="0"/>
              </a:rPr>
              <a:t>();  </a:t>
            </a:r>
          </a:p>
          <a:p>
            <a:pPr algn="l">
              <a:buFont typeface="+mj-lt"/>
              <a:buAutoNum type="arabicPeriod"/>
            </a:pPr>
            <a:r>
              <a:rPr lang="en-IN" b="0" i="0" dirty="0" err="1">
                <a:solidFill>
                  <a:srgbClr val="333333"/>
                </a:solidFill>
                <a:effectLst/>
                <a:latin typeface="Montserrat" panose="020F0502020204030204" pitchFamily="2" charset="0"/>
              </a:rPr>
              <a:t>System.out.println</a:t>
            </a:r>
            <a:r>
              <a:rPr lang="en-IN" b="0" i="0" dirty="0">
                <a:solidFill>
                  <a:srgbClr val="333333"/>
                </a:solidFill>
                <a:effectLst/>
                <a:latin typeface="Montserrat" panose="020F0502020204030204" pitchFamily="2" charset="0"/>
              </a:rPr>
              <a:t>("Is the stack empty? " + result);  </a:t>
            </a:r>
          </a:p>
          <a:p>
            <a:pPr algn="l">
              <a:buFont typeface="+mj-lt"/>
              <a:buAutoNum type="arabicPeriod"/>
            </a:pPr>
            <a:r>
              <a:rPr lang="en-IN" b="0" i="0" dirty="0" err="1">
                <a:solidFill>
                  <a:srgbClr val="333333"/>
                </a:solidFill>
                <a:effectLst/>
                <a:latin typeface="Montserrat" panose="020F0502020204030204" pitchFamily="2" charset="0"/>
              </a:rPr>
              <a:t>stk.push</a:t>
            </a:r>
            <a:r>
              <a:rPr lang="en-IN" b="0" i="0" dirty="0">
                <a:solidFill>
                  <a:srgbClr val="333333"/>
                </a:solidFill>
                <a:effectLst/>
                <a:latin typeface="Montserrat" panose="020F0502020204030204" pitchFamily="2" charset="0"/>
              </a:rPr>
              <a:t>(</a:t>
            </a:r>
            <a:r>
              <a:rPr lang="en-IN" b="0" i="0" dirty="0">
                <a:solidFill>
                  <a:srgbClr val="C00000"/>
                </a:solidFill>
                <a:effectLst/>
                <a:latin typeface="Montserrat" panose="020F0502020204030204" pitchFamily="2" charset="0"/>
              </a:rPr>
              <a:t>78</a:t>
            </a:r>
            <a:r>
              <a:rPr lang="en-IN" b="0" i="0" dirty="0">
                <a:solidFill>
                  <a:srgbClr val="333333"/>
                </a:solidFill>
                <a:effectLst/>
                <a:latin typeface="Montserrat" panose="020F0502020204030204" pitchFamily="2" charset="0"/>
              </a:rPr>
              <a:t>);  </a:t>
            </a:r>
          </a:p>
          <a:p>
            <a:pPr algn="l">
              <a:buFont typeface="+mj-lt"/>
              <a:buAutoNum type="arabicPeriod"/>
            </a:pPr>
            <a:r>
              <a:rPr lang="en-IN" b="0" i="0" dirty="0" err="1">
                <a:solidFill>
                  <a:srgbClr val="333333"/>
                </a:solidFill>
                <a:effectLst/>
                <a:latin typeface="Montserrat" panose="020F0502020204030204" pitchFamily="2" charset="0"/>
              </a:rPr>
              <a:t>stk.push</a:t>
            </a:r>
            <a:r>
              <a:rPr lang="en-IN" b="0" i="0" dirty="0">
                <a:solidFill>
                  <a:srgbClr val="333333"/>
                </a:solidFill>
                <a:effectLst/>
                <a:latin typeface="Montserrat" panose="020F0502020204030204" pitchFamily="2" charset="0"/>
              </a:rPr>
              <a:t>(</a:t>
            </a:r>
            <a:r>
              <a:rPr lang="en-IN" b="0" i="0" dirty="0">
                <a:solidFill>
                  <a:srgbClr val="C00000"/>
                </a:solidFill>
                <a:effectLst/>
                <a:latin typeface="Montserrat" panose="020F0502020204030204" pitchFamily="2" charset="0"/>
              </a:rPr>
              <a:t>113</a:t>
            </a:r>
            <a:r>
              <a:rPr lang="en-IN" b="0" i="0" dirty="0">
                <a:solidFill>
                  <a:srgbClr val="333333"/>
                </a:solidFill>
                <a:effectLst/>
                <a:latin typeface="Montserrat" panose="020F0502020204030204" pitchFamily="2" charset="0"/>
              </a:rPr>
              <a:t>);  </a:t>
            </a:r>
          </a:p>
          <a:p>
            <a:pPr algn="l">
              <a:buFont typeface="+mj-lt"/>
              <a:buAutoNum type="arabicPeriod"/>
            </a:pPr>
            <a:r>
              <a:rPr lang="en-IN" b="0" i="0" dirty="0" err="1">
                <a:solidFill>
                  <a:srgbClr val="333333"/>
                </a:solidFill>
                <a:effectLst/>
                <a:latin typeface="Montserrat" panose="020F0502020204030204" pitchFamily="2" charset="0"/>
              </a:rPr>
              <a:t>stk.push</a:t>
            </a:r>
            <a:r>
              <a:rPr lang="en-IN" b="0" i="0" dirty="0">
                <a:solidFill>
                  <a:srgbClr val="333333"/>
                </a:solidFill>
                <a:effectLst/>
                <a:latin typeface="Montserrat" panose="020F0502020204030204" pitchFamily="2" charset="0"/>
              </a:rPr>
              <a:t>(</a:t>
            </a:r>
            <a:r>
              <a:rPr lang="en-IN" b="0" i="0" dirty="0">
                <a:solidFill>
                  <a:srgbClr val="C00000"/>
                </a:solidFill>
                <a:effectLst/>
                <a:latin typeface="Montserrat" panose="020F0502020204030204" pitchFamily="2" charset="0"/>
              </a:rPr>
              <a:t>90</a:t>
            </a:r>
            <a:r>
              <a:rPr lang="en-IN" b="0" i="0" dirty="0">
                <a:solidFill>
                  <a:srgbClr val="333333"/>
                </a:solidFill>
                <a:effectLst/>
                <a:latin typeface="Montserrat" panose="020F0502020204030204" pitchFamily="2" charset="0"/>
              </a:rPr>
              <a:t>);  </a:t>
            </a:r>
          </a:p>
          <a:p>
            <a:pPr algn="l">
              <a:buFont typeface="+mj-lt"/>
              <a:buAutoNum type="arabicPeriod"/>
            </a:pPr>
            <a:r>
              <a:rPr lang="en-IN" b="0" i="0" dirty="0" err="1">
                <a:solidFill>
                  <a:srgbClr val="333333"/>
                </a:solidFill>
                <a:effectLst/>
                <a:latin typeface="Montserrat" panose="020F0502020204030204" pitchFamily="2" charset="0"/>
              </a:rPr>
              <a:t>stk.push</a:t>
            </a:r>
            <a:r>
              <a:rPr lang="en-IN" b="0" i="0" dirty="0">
                <a:solidFill>
                  <a:srgbClr val="333333"/>
                </a:solidFill>
                <a:effectLst/>
                <a:latin typeface="Montserrat" panose="020F0502020204030204" pitchFamily="2" charset="0"/>
              </a:rPr>
              <a:t>(</a:t>
            </a:r>
            <a:r>
              <a:rPr lang="en-IN" b="0" i="0" dirty="0">
                <a:solidFill>
                  <a:srgbClr val="C00000"/>
                </a:solidFill>
                <a:effectLst/>
                <a:latin typeface="Montserrat" panose="020F0502020204030204" pitchFamily="2" charset="0"/>
              </a:rPr>
              <a:t>120</a:t>
            </a:r>
            <a:r>
              <a:rPr lang="en-IN" b="0" i="0" dirty="0">
                <a:solidFill>
                  <a:srgbClr val="333333"/>
                </a:solidFill>
                <a:effectLst/>
                <a:latin typeface="Montserrat" panose="020F0502020204030204" pitchFamily="2" charset="0"/>
              </a:rPr>
              <a:t>);  </a:t>
            </a:r>
          </a:p>
          <a:p>
            <a:pPr algn="l">
              <a:buFont typeface="+mj-lt"/>
              <a:buAutoNum type="arabicPeriod"/>
            </a:pPr>
            <a:r>
              <a:rPr lang="en-IN" b="0" i="0" dirty="0" err="1">
                <a:solidFill>
                  <a:srgbClr val="333333"/>
                </a:solidFill>
                <a:effectLst/>
                <a:latin typeface="Montserrat" panose="020F0502020204030204" pitchFamily="2" charset="0"/>
              </a:rPr>
              <a:t>System.out.println</a:t>
            </a:r>
            <a:r>
              <a:rPr lang="en-IN" b="0" i="0" dirty="0">
                <a:solidFill>
                  <a:srgbClr val="333333"/>
                </a:solidFill>
                <a:effectLst/>
                <a:latin typeface="Montserrat" panose="020F0502020204030204" pitchFamily="2" charset="0"/>
              </a:rPr>
              <a:t>("Elements in Stack: " + </a:t>
            </a:r>
            <a:r>
              <a:rPr lang="en-IN" b="0" i="0" dirty="0" err="1">
                <a:solidFill>
                  <a:srgbClr val="333333"/>
                </a:solidFill>
                <a:effectLst/>
                <a:latin typeface="Montserrat" panose="020F0502020204030204" pitchFamily="2" charset="0"/>
              </a:rPr>
              <a:t>stk</a:t>
            </a:r>
            <a:r>
              <a:rPr lang="en-IN" b="0" i="0" dirty="0">
                <a:solidFill>
                  <a:srgbClr val="333333"/>
                </a:solidFill>
                <a:effectLst/>
                <a:latin typeface="Montserrat" panose="020F0502020204030204" pitchFamily="2" charset="0"/>
              </a:rPr>
              <a:t>);  </a:t>
            </a:r>
          </a:p>
          <a:p>
            <a:pPr algn="l">
              <a:buFont typeface="+mj-lt"/>
              <a:buAutoNum type="arabicPeriod"/>
            </a:pPr>
            <a:r>
              <a:rPr lang="en-IN" b="0" i="0" dirty="0">
                <a:solidFill>
                  <a:srgbClr val="333333"/>
                </a:solidFill>
                <a:effectLst/>
                <a:latin typeface="Montserrat" panose="020F0502020204030204" pitchFamily="2" charset="0"/>
              </a:rPr>
              <a:t>result = </a:t>
            </a:r>
            <a:r>
              <a:rPr lang="en-IN" b="0" i="0" dirty="0" err="1">
                <a:solidFill>
                  <a:srgbClr val="333333"/>
                </a:solidFill>
                <a:effectLst/>
                <a:latin typeface="Montserrat" panose="020F0502020204030204" pitchFamily="2" charset="0"/>
              </a:rPr>
              <a:t>stk.empty</a:t>
            </a:r>
            <a:r>
              <a:rPr lang="en-IN" b="0" i="0" dirty="0">
                <a:solidFill>
                  <a:srgbClr val="333333"/>
                </a:solidFill>
                <a:effectLst/>
                <a:latin typeface="Montserrat" panose="020F0502020204030204" pitchFamily="2" charset="0"/>
              </a:rPr>
              <a:t>();  </a:t>
            </a:r>
          </a:p>
          <a:p>
            <a:pPr algn="l">
              <a:buFont typeface="+mj-lt"/>
              <a:buAutoNum type="arabicPeriod"/>
            </a:pPr>
            <a:r>
              <a:rPr lang="en-IN" b="0" i="0" dirty="0" err="1">
                <a:solidFill>
                  <a:srgbClr val="333333"/>
                </a:solidFill>
                <a:effectLst/>
                <a:latin typeface="Montserrat" panose="020F0502020204030204" pitchFamily="2" charset="0"/>
              </a:rPr>
              <a:t>System.out.println</a:t>
            </a:r>
            <a:r>
              <a:rPr lang="en-IN" b="0" i="0" dirty="0">
                <a:solidFill>
                  <a:srgbClr val="333333"/>
                </a:solidFill>
                <a:effectLst/>
                <a:latin typeface="Montserrat" panose="020F0502020204030204" pitchFamily="2" charset="0"/>
              </a:rPr>
              <a:t>("Is the stack empty? " + result);  </a:t>
            </a:r>
          </a:p>
          <a:p>
            <a:pPr algn="l">
              <a:buFont typeface="+mj-lt"/>
              <a:buAutoNum type="arabicPeriod"/>
            </a:pPr>
            <a:r>
              <a:rPr lang="en-IN" b="0" i="0" dirty="0">
                <a:solidFill>
                  <a:srgbClr val="333333"/>
                </a:solidFill>
                <a:effectLst/>
                <a:latin typeface="Montserrat" panose="020F0502020204030204" pitchFamily="2" charset="0"/>
              </a:rPr>
              <a:t>}  </a:t>
            </a:r>
          </a:p>
          <a:p>
            <a:pPr algn="l">
              <a:buFont typeface="+mj-lt"/>
              <a:buAutoNum type="arabicPeriod"/>
            </a:pPr>
            <a:r>
              <a:rPr lang="en-IN" b="0" i="0" dirty="0">
                <a:solidFill>
                  <a:srgbClr val="333333"/>
                </a:solidFill>
                <a:effectLst/>
                <a:latin typeface="Montserrat" panose="020F0502020204030204" pitchFamily="2" charset="0"/>
              </a:rPr>
              <a:t>}  </a:t>
            </a:r>
          </a:p>
        </p:txBody>
      </p:sp>
    </p:spTree>
    <p:extLst>
      <p:ext uri="{BB962C8B-B14F-4D97-AF65-F5344CB8AC3E}">
        <p14:creationId xmlns:p14="http://schemas.microsoft.com/office/powerpoint/2010/main" val="942373016"/>
      </p:ext>
    </p:extLst>
  </p:cSld>
  <p:clrMapOvr>
    <a:masterClrMapping/>
  </p:clrMapOvr>
  <p:transition spd="slow">
    <p:push dir="u"/>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EEE683-0AEA-1DEC-3BCE-009CB4C8F680}"/>
              </a:ext>
            </a:extLst>
          </p:cNvPr>
          <p:cNvSpPr>
            <a:spLocks noGrp="1"/>
          </p:cNvSpPr>
          <p:nvPr>
            <p:ph type="title"/>
          </p:nvPr>
        </p:nvSpPr>
        <p:spPr/>
        <p:txBody>
          <a:bodyPr/>
          <a:lstStyle/>
          <a:p>
            <a:r>
              <a:rPr lang="en-IN" b="1" dirty="0"/>
              <a:t>Minimum Stack</a:t>
            </a:r>
          </a:p>
        </p:txBody>
      </p:sp>
      <p:sp>
        <p:nvSpPr>
          <p:cNvPr id="3" name="Content Placeholder 2">
            <a:extLst>
              <a:ext uri="{FF2B5EF4-FFF2-40B4-BE49-F238E27FC236}">
                <a16:creationId xmlns:a16="http://schemas.microsoft.com/office/drawing/2014/main" id="{D7710A79-0241-C181-0B08-43F4449C96B4}"/>
              </a:ext>
            </a:extLst>
          </p:cNvPr>
          <p:cNvSpPr>
            <a:spLocks noGrp="1"/>
          </p:cNvSpPr>
          <p:nvPr>
            <p:ph idx="1"/>
          </p:nvPr>
        </p:nvSpPr>
        <p:spPr/>
        <p:txBody>
          <a:bodyPr>
            <a:noAutofit/>
          </a:bodyPr>
          <a:lstStyle/>
          <a:p>
            <a:pPr rtl="0"/>
            <a:r>
              <a:rPr lang="en-US" sz="2400" b="1" i="0" u="none" strike="noStrike" dirty="0">
                <a:effectLst/>
                <a:latin typeface="Times New Roman" panose="02020603050405020304" pitchFamily="18" charset="0"/>
                <a:cs typeface="Times New Roman" panose="02020603050405020304" pitchFamily="18" charset="0"/>
              </a:rPr>
              <a:t>Problem: </a:t>
            </a:r>
            <a:r>
              <a:rPr lang="en-US" sz="2400" b="0" i="0" u="none" strike="noStrike" dirty="0">
                <a:effectLst/>
                <a:latin typeface="Times New Roman" panose="02020603050405020304" pitchFamily="18" charset="0"/>
                <a:cs typeface="Times New Roman" panose="02020603050405020304" pitchFamily="18" charset="0"/>
              </a:rPr>
              <a:t>Design and implement a stack that supports push(),pop(), top() and retrieving the minimum element in constant time.  </a:t>
            </a:r>
            <a:endParaRPr lang="en-US" sz="2400" b="0" dirty="0">
              <a:effectLst/>
              <a:latin typeface="Times New Roman" panose="02020603050405020304" pitchFamily="18" charset="0"/>
              <a:cs typeface="Times New Roman" panose="02020603050405020304" pitchFamily="18" charset="0"/>
            </a:endParaRPr>
          </a:p>
          <a:p>
            <a:pPr rtl="0"/>
            <a:br>
              <a:rPr lang="en-US" sz="2400" b="0" dirty="0">
                <a:effectLst/>
                <a:latin typeface="Times New Roman" panose="02020603050405020304" pitchFamily="18" charset="0"/>
                <a:cs typeface="Times New Roman" panose="02020603050405020304" pitchFamily="18" charset="0"/>
              </a:rPr>
            </a:br>
            <a:r>
              <a:rPr lang="en-US" sz="2400" b="0" i="0" u="none" strike="noStrike" dirty="0">
                <a:effectLst/>
                <a:latin typeface="Times New Roman" panose="02020603050405020304" pitchFamily="18" charset="0"/>
                <a:cs typeface="Times New Roman" panose="02020603050405020304" pitchFamily="18" charset="0"/>
              </a:rPr>
              <a:t>Implement a  Stack class, which supports the following methods in O(1) time complexity.</a:t>
            </a:r>
            <a:endParaRPr lang="en-US" sz="2400" b="0" dirty="0">
              <a:effectLst/>
              <a:latin typeface="Times New Roman" panose="02020603050405020304" pitchFamily="18" charset="0"/>
              <a:cs typeface="Times New Roman" panose="02020603050405020304" pitchFamily="18" charset="0"/>
            </a:endParaRPr>
          </a:p>
          <a:p>
            <a:pPr rtl="0"/>
            <a:br>
              <a:rPr lang="en-US" sz="2400" b="0" dirty="0">
                <a:effectLst/>
                <a:latin typeface="Times New Roman" panose="02020603050405020304" pitchFamily="18" charset="0"/>
                <a:cs typeface="Times New Roman" panose="02020603050405020304" pitchFamily="18" charset="0"/>
              </a:rPr>
            </a:br>
            <a:r>
              <a:rPr lang="en-US" sz="2400" b="0" i="0" u="none" strike="noStrike" dirty="0">
                <a:effectLst/>
                <a:latin typeface="Times New Roman" panose="02020603050405020304" pitchFamily="18" charset="0"/>
                <a:cs typeface="Times New Roman" panose="02020603050405020304" pitchFamily="18" charset="0"/>
              </a:rPr>
              <a:t>void push() : Insert element onto the stack.</a:t>
            </a:r>
            <a:endParaRPr lang="en-US" sz="2400" b="0" dirty="0">
              <a:effectLst/>
              <a:latin typeface="Times New Roman" panose="02020603050405020304" pitchFamily="18" charset="0"/>
              <a:cs typeface="Times New Roman" panose="02020603050405020304" pitchFamily="18" charset="0"/>
            </a:endParaRPr>
          </a:p>
          <a:p>
            <a:pPr rtl="0"/>
            <a:r>
              <a:rPr lang="en-US" sz="2400" b="0" i="0" u="none" strike="noStrike" dirty="0">
                <a:effectLst/>
                <a:latin typeface="Times New Roman" panose="02020603050405020304" pitchFamily="18" charset="0"/>
                <a:cs typeface="Times New Roman" panose="02020603050405020304" pitchFamily="18" charset="0"/>
              </a:rPr>
              <a:t>void pop() : Remove the top element from the stack.</a:t>
            </a:r>
            <a:endParaRPr lang="en-US" sz="2400" b="0" dirty="0">
              <a:effectLst/>
              <a:latin typeface="Times New Roman" panose="02020603050405020304" pitchFamily="18" charset="0"/>
              <a:cs typeface="Times New Roman" panose="02020603050405020304" pitchFamily="18" charset="0"/>
            </a:endParaRPr>
          </a:p>
          <a:p>
            <a:pPr rtl="0"/>
            <a:r>
              <a:rPr lang="en-US" sz="2400" b="0" i="0" u="none" strike="noStrike" dirty="0">
                <a:effectLst/>
                <a:latin typeface="Times New Roman" panose="02020603050405020304" pitchFamily="18" charset="0"/>
                <a:cs typeface="Times New Roman" panose="02020603050405020304" pitchFamily="18" charset="0"/>
              </a:rPr>
              <a:t>int top() : Retrieve the top element in the stack.</a:t>
            </a:r>
            <a:endParaRPr lang="en-US" sz="2400" b="0" dirty="0">
              <a:effectLst/>
              <a:latin typeface="Times New Roman" panose="02020603050405020304" pitchFamily="18" charset="0"/>
              <a:cs typeface="Times New Roman" panose="02020603050405020304" pitchFamily="18" charset="0"/>
            </a:endParaRPr>
          </a:p>
          <a:p>
            <a:pPr rtl="0"/>
            <a:r>
              <a:rPr lang="en-US" sz="2400" b="0" i="0" u="none" strike="noStrike" dirty="0">
                <a:effectLst/>
                <a:latin typeface="Times New Roman" panose="02020603050405020304" pitchFamily="18" charset="0"/>
                <a:cs typeface="Times New Roman" panose="02020603050405020304" pitchFamily="18" charset="0"/>
              </a:rPr>
              <a:t>int </a:t>
            </a:r>
            <a:r>
              <a:rPr lang="en-US" sz="2400" b="0" i="0" u="none" strike="noStrike" dirty="0" err="1">
                <a:effectLst/>
                <a:latin typeface="Times New Roman" panose="02020603050405020304" pitchFamily="18" charset="0"/>
                <a:cs typeface="Times New Roman" panose="02020603050405020304" pitchFamily="18" charset="0"/>
              </a:rPr>
              <a:t>getmin</a:t>
            </a:r>
            <a:r>
              <a:rPr lang="en-US" sz="2400" b="0" i="0" u="none" strike="noStrike" dirty="0">
                <a:effectLst/>
                <a:latin typeface="Times New Roman" panose="02020603050405020304" pitchFamily="18" charset="0"/>
                <a:cs typeface="Times New Roman" panose="02020603050405020304" pitchFamily="18" charset="0"/>
              </a:rPr>
              <a:t>() : Retrieve the minimum element in the stack.</a:t>
            </a:r>
            <a:br>
              <a:rPr lang="en-US" sz="2400" dirty="0">
                <a:latin typeface="Times New Roman" panose="02020603050405020304" pitchFamily="18"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73403965"/>
      </p:ext>
    </p:extLst>
  </p:cSld>
  <p:clrMapOvr>
    <a:masterClrMapping/>
  </p:clrMapOvr>
  <p:transition spd="slow">
    <p:push dir="u"/>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E6DADB5-283B-571F-A52F-7B3E66D9E50F}"/>
              </a:ext>
            </a:extLst>
          </p:cNvPr>
          <p:cNvSpPr>
            <a:spLocks noGrp="1"/>
          </p:cNvSpPr>
          <p:nvPr>
            <p:ph idx="1"/>
          </p:nvPr>
        </p:nvSpPr>
        <p:spPr>
          <a:xfrm>
            <a:off x="367748" y="327991"/>
            <a:ext cx="10986052" cy="5848972"/>
          </a:xfrm>
        </p:spPr>
        <p:txBody>
          <a:bodyPr>
            <a:normAutofit/>
          </a:bodyPr>
          <a:lstStyle/>
          <a:p>
            <a:pPr marR="0" indent="-457200">
              <a:buFont typeface="+mj-lt"/>
              <a:buAutoNum type="arabicPeriod"/>
            </a:pPr>
            <a:r>
              <a:rPr lang="en-IN" sz="2500" b="1" dirty="0">
                <a:solidFill>
                  <a:srgbClr val="7F0055"/>
                </a:solidFill>
                <a:effectLst/>
                <a:latin typeface="Courier New" panose="02070309020205020404" pitchFamily="49" charset="0"/>
              </a:rPr>
              <a:t>public</a:t>
            </a:r>
            <a:r>
              <a:rPr lang="en-IN" sz="2500" b="1" dirty="0">
                <a:solidFill>
                  <a:srgbClr val="000000"/>
                </a:solidFill>
                <a:effectLst/>
                <a:latin typeface="Courier New" panose="02070309020205020404" pitchFamily="49" charset="0"/>
              </a:rPr>
              <a:t> </a:t>
            </a:r>
            <a:r>
              <a:rPr lang="en-IN" sz="2500" b="1" dirty="0">
                <a:solidFill>
                  <a:srgbClr val="7F0055"/>
                </a:solidFill>
                <a:effectLst/>
                <a:latin typeface="Courier New" panose="02070309020205020404" pitchFamily="49" charset="0"/>
              </a:rPr>
              <a:t>class</a:t>
            </a:r>
            <a:r>
              <a:rPr lang="en-IN" sz="2500" b="1" dirty="0">
                <a:solidFill>
                  <a:srgbClr val="000000"/>
                </a:solidFill>
                <a:effectLst/>
                <a:latin typeface="Courier New" panose="02070309020205020404" pitchFamily="49" charset="0"/>
              </a:rPr>
              <a:t> </a:t>
            </a:r>
            <a:r>
              <a:rPr lang="en-IN" sz="2500" b="1" dirty="0" err="1">
                <a:solidFill>
                  <a:srgbClr val="000000"/>
                </a:solidFill>
                <a:effectLst/>
                <a:latin typeface="Courier New" panose="02070309020205020404" pitchFamily="49" charset="0"/>
              </a:rPr>
              <a:t>Minimum_Stack</a:t>
            </a:r>
            <a:r>
              <a:rPr lang="en-IN" sz="2500" b="1" dirty="0">
                <a:solidFill>
                  <a:srgbClr val="000000"/>
                </a:solidFill>
                <a:effectLst/>
                <a:latin typeface="Courier New" panose="02070309020205020404" pitchFamily="49" charset="0"/>
              </a:rPr>
              <a:t> </a:t>
            </a:r>
          </a:p>
          <a:p>
            <a:pPr marR="0" indent="-457200">
              <a:buFont typeface="+mj-lt"/>
              <a:buAutoNum type="arabicPeriod"/>
            </a:pPr>
            <a:r>
              <a:rPr lang="en-IN" sz="2500" b="1" dirty="0">
                <a:solidFill>
                  <a:srgbClr val="000000"/>
                </a:solidFill>
                <a:effectLst/>
                <a:latin typeface="Courier New" panose="02070309020205020404" pitchFamily="49" charset="0"/>
              </a:rPr>
              <a:t>{</a:t>
            </a:r>
          </a:p>
          <a:p>
            <a:pPr marR="0" indent="-457200">
              <a:buFont typeface="+mj-lt"/>
              <a:buAutoNum type="arabicPeriod"/>
            </a:pPr>
            <a:endParaRPr lang="en-IN" sz="2500" b="1" dirty="0">
              <a:solidFill>
                <a:srgbClr val="000000"/>
              </a:solidFill>
              <a:effectLst/>
              <a:latin typeface="Courier New" panose="02070309020205020404" pitchFamily="49" charset="0"/>
            </a:endParaRPr>
          </a:p>
          <a:p>
            <a:pPr marR="0" indent="-457200">
              <a:buFont typeface="+mj-lt"/>
              <a:buAutoNum type="arabicPeriod"/>
            </a:pPr>
            <a:r>
              <a:rPr lang="en-IN" sz="2500" b="1" dirty="0">
                <a:solidFill>
                  <a:srgbClr val="000000"/>
                </a:solidFill>
                <a:effectLst/>
                <a:latin typeface="Courier New" panose="02070309020205020404" pitchFamily="49" charset="0"/>
              </a:rPr>
              <a:t>Stack&lt;Integer&gt; </a:t>
            </a:r>
            <a:r>
              <a:rPr lang="en-IN" sz="2500" b="1" dirty="0" err="1">
                <a:solidFill>
                  <a:srgbClr val="0000C0"/>
                </a:solidFill>
                <a:effectLst/>
                <a:latin typeface="Courier New" panose="02070309020205020404" pitchFamily="49" charset="0"/>
              </a:rPr>
              <a:t>st</a:t>
            </a:r>
            <a:r>
              <a:rPr lang="en-IN" sz="2500" b="1" dirty="0">
                <a:solidFill>
                  <a:srgbClr val="000000"/>
                </a:solidFill>
                <a:effectLst/>
                <a:latin typeface="Courier New" panose="02070309020205020404" pitchFamily="49" charset="0"/>
              </a:rPr>
              <a:t>;</a:t>
            </a:r>
          </a:p>
          <a:p>
            <a:pPr marR="0" indent="-457200">
              <a:buFont typeface="+mj-lt"/>
              <a:buAutoNum type="arabicPeriod"/>
            </a:pPr>
            <a:r>
              <a:rPr lang="en-IN" sz="2500" b="1" dirty="0">
                <a:solidFill>
                  <a:srgbClr val="000000"/>
                </a:solidFill>
                <a:effectLst/>
                <a:latin typeface="Courier New" panose="02070309020205020404" pitchFamily="49" charset="0"/>
              </a:rPr>
              <a:t>Stack&lt;Integer&gt; </a:t>
            </a:r>
            <a:r>
              <a:rPr lang="en-IN" sz="2500" b="1" dirty="0" err="1">
                <a:solidFill>
                  <a:srgbClr val="0000C0"/>
                </a:solidFill>
                <a:effectLst/>
                <a:latin typeface="Courier New" panose="02070309020205020404" pitchFamily="49" charset="0"/>
              </a:rPr>
              <a:t>mst</a:t>
            </a:r>
            <a:r>
              <a:rPr lang="en-IN" sz="2500" b="1" dirty="0">
                <a:solidFill>
                  <a:srgbClr val="000000"/>
                </a:solidFill>
                <a:effectLst/>
                <a:latin typeface="Courier New" panose="02070309020205020404" pitchFamily="49" charset="0"/>
              </a:rPr>
              <a:t>;</a:t>
            </a:r>
          </a:p>
          <a:p>
            <a:pPr marR="0" indent="-457200">
              <a:buFont typeface="+mj-lt"/>
              <a:buAutoNum type="arabicPeriod"/>
            </a:pPr>
            <a:endParaRPr lang="en-IN" sz="2500" b="1" dirty="0">
              <a:solidFill>
                <a:srgbClr val="000000"/>
              </a:solidFill>
              <a:effectLst/>
              <a:latin typeface="Courier New" panose="02070309020205020404" pitchFamily="49" charset="0"/>
            </a:endParaRPr>
          </a:p>
          <a:p>
            <a:pPr marR="0" indent="-457200">
              <a:buFont typeface="+mj-lt"/>
              <a:buAutoNum type="arabicPeriod"/>
            </a:pPr>
            <a:r>
              <a:rPr lang="en-IN" sz="2500" b="1" dirty="0">
                <a:solidFill>
                  <a:srgbClr val="000000"/>
                </a:solidFill>
                <a:effectLst/>
                <a:latin typeface="Courier New" panose="02070309020205020404" pitchFamily="49" charset="0"/>
              </a:rPr>
              <a:t>     </a:t>
            </a:r>
            <a:r>
              <a:rPr lang="en-IN" sz="2500" b="1" dirty="0" err="1">
                <a:solidFill>
                  <a:srgbClr val="000000"/>
                </a:solidFill>
                <a:effectLst/>
                <a:latin typeface="Courier New" panose="02070309020205020404" pitchFamily="49" charset="0"/>
              </a:rPr>
              <a:t>Minimum_Stack</a:t>
            </a:r>
            <a:r>
              <a:rPr lang="en-IN" sz="2500" b="1" dirty="0">
                <a:solidFill>
                  <a:srgbClr val="000000"/>
                </a:solidFill>
                <a:effectLst/>
                <a:latin typeface="Courier New" panose="02070309020205020404" pitchFamily="49" charset="0"/>
              </a:rPr>
              <a:t>()</a:t>
            </a:r>
          </a:p>
          <a:p>
            <a:pPr marR="0" indent="-457200">
              <a:buFont typeface="+mj-lt"/>
              <a:buAutoNum type="arabicPeriod"/>
            </a:pPr>
            <a:r>
              <a:rPr lang="en-IN" sz="2500" b="1" dirty="0">
                <a:solidFill>
                  <a:srgbClr val="000000"/>
                </a:solidFill>
                <a:effectLst/>
                <a:latin typeface="Courier New" panose="02070309020205020404" pitchFamily="49" charset="0"/>
              </a:rPr>
              <a:t>        {</a:t>
            </a:r>
          </a:p>
          <a:p>
            <a:pPr marR="0" indent="-457200">
              <a:buFont typeface="+mj-lt"/>
              <a:buAutoNum type="arabicPeriod"/>
            </a:pPr>
            <a:r>
              <a:rPr lang="en-IN" sz="2500" b="1" dirty="0">
                <a:solidFill>
                  <a:srgbClr val="0000C0"/>
                </a:solidFill>
                <a:effectLst/>
                <a:latin typeface="Courier New" panose="02070309020205020404" pitchFamily="49" charset="0"/>
              </a:rPr>
              <a:t>           </a:t>
            </a:r>
            <a:r>
              <a:rPr lang="en-IN" sz="2500" b="1" dirty="0" err="1">
                <a:solidFill>
                  <a:srgbClr val="0000C0"/>
                </a:solidFill>
                <a:effectLst/>
                <a:latin typeface="Courier New" panose="02070309020205020404" pitchFamily="49" charset="0"/>
              </a:rPr>
              <a:t>st</a:t>
            </a:r>
            <a:r>
              <a:rPr lang="en-IN" sz="2500" b="1" dirty="0">
                <a:solidFill>
                  <a:srgbClr val="000000"/>
                </a:solidFill>
                <a:effectLst/>
                <a:latin typeface="Courier New" panose="02070309020205020404" pitchFamily="49" charset="0"/>
              </a:rPr>
              <a:t>=</a:t>
            </a:r>
            <a:r>
              <a:rPr lang="en-IN" sz="2500" b="1" dirty="0">
                <a:solidFill>
                  <a:srgbClr val="7F0055"/>
                </a:solidFill>
                <a:effectLst/>
                <a:latin typeface="Courier New" panose="02070309020205020404" pitchFamily="49" charset="0"/>
              </a:rPr>
              <a:t>new</a:t>
            </a:r>
            <a:r>
              <a:rPr lang="en-IN" sz="2500" b="1" dirty="0">
                <a:solidFill>
                  <a:srgbClr val="000000"/>
                </a:solidFill>
                <a:effectLst/>
                <a:latin typeface="Courier New" panose="02070309020205020404" pitchFamily="49" charset="0"/>
              </a:rPr>
              <a:t> Stack&lt;Integer&gt;();</a:t>
            </a:r>
          </a:p>
          <a:p>
            <a:pPr marR="0" indent="-457200">
              <a:buFont typeface="+mj-lt"/>
              <a:buAutoNum type="arabicPeriod"/>
            </a:pPr>
            <a:r>
              <a:rPr lang="en-IN" sz="2500" b="1" dirty="0">
                <a:solidFill>
                  <a:srgbClr val="0000C0"/>
                </a:solidFill>
                <a:effectLst/>
                <a:latin typeface="Courier New" panose="02070309020205020404" pitchFamily="49" charset="0"/>
              </a:rPr>
              <a:t>           </a:t>
            </a:r>
            <a:r>
              <a:rPr lang="en-IN" sz="2500" b="1" dirty="0" err="1">
                <a:solidFill>
                  <a:srgbClr val="0000C0"/>
                </a:solidFill>
                <a:effectLst/>
                <a:latin typeface="Courier New" panose="02070309020205020404" pitchFamily="49" charset="0"/>
              </a:rPr>
              <a:t>mst</a:t>
            </a:r>
            <a:r>
              <a:rPr lang="en-IN" sz="2500" b="1" dirty="0">
                <a:solidFill>
                  <a:srgbClr val="000000"/>
                </a:solidFill>
                <a:effectLst/>
                <a:latin typeface="Courier New" panose="02070309020205020404" pitchFamily="49" charset="0"/>
              </a:rPr>
              <a:t>=</a:t>
            </a:r>
            <a:r>
              <a:rPr lang="en-IN" sz="2500" b="1" dirty="0">
                <a:solidFill>
                  <a:srgbClr val="7F0055"/>
                </a:solidFill>
                <a:effectLst/>
                <a:latin typeface="Courier New" panose="02070309020205020404" pitchFamily="49" charset="0"/>
              </a:rPr>
              <a:t>new</a:t>
            </a:r>
            <a:r>
              <a:rPr lang="en-IN" sz="2500" b="1" dirty="0">
                <a:solidFill>
                  <a:srgbClr val="000000"/>
                </a:solidFill>
                <a:effectLst/>
                <a:latin typeface="Courier New" panose="02070309020205020404" pitchFamily="49" charset="0"/>
              </a:rPr>
              <a:t> Stack&lt;Integer&gt;();</a:t>
            </a:r>
          </a:p>
          <a:p>
            <a:pPr marR="0" indent="-457200">
              <a:buFont typeface="+mj-lt"/>
              <a:buAutoNum type="arabicPeriod"/>
            </a:pPr>
            <a:r>
              <a:rPr lang="en-IN" sz="2500" b="1" dirty="0">
                <a:solidFill>
                  <a:srgbClr val="000000"/>
                </a:solidFill>
                <a:effectLst/>
                <a:latin typeface="Courier New" panose="02070309020205020404" pitchFamily="49" charset="0"/>
              </a:rPr>
              <a:t>        }</a:t>
            </a:r>
          </a:p>
          <a:p>
            <a:pPr marL="457200" indent="-457200">
              <a:buFont typeface="+mj-lt"/>
              <a:buAutoNum type="arabicPeriod"/>
            </a:pPr>
            <a:endParaRPr lang="en-IN" sz="2500" b="1" dirty="0"/>
          </a:p>
        </p:txBody>
      </p:sp>
    </p:spTree>
    <p:extLst>
      <p:ext uri="{BB962C8B-B14F-4D97-AF65-F5344CB8AC3E}">
        <p14:creationId xmlns:p14="http://schemas.microsoft.com/office/powerpoint/2010/main" val="203109091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D74466-F328-C5C2-6F46-06C1F3E90CC5}"/>
              </a:ext>
            </a:extLst>
          </p:cNvPr>
          <p:cNvSpPr>
            <a:spLocks noGrp="1"/>
          </p:cNvSpPr>
          <p:nvPr>
            <p:ph idx="1"/>
          </p:nvPr>
        </p:nvSpPr>
        <p:spPr>
          <a:xfrm>
            <a:off x="437322" y="288235"/>
            <a:ext cx="10916478" cy="5888728"/>
          </a:xfrm>
        </p:spPr>
        <p:txBody>
          <a:bodyPr>
            <a:normAutofit lnSpcReduction="10000"/>
          </a:bodyPr>
          <a:lstStyle/>
          <a:p>
            <a:pPr marR="0" indent="-457200">
              <a:buFont typeface="+mj-lt"/>
              <a:buAutoNum type="arabicPeriod" startAt="10"/>
            </a:pPr>
            <a:r>
              <a:rPr lang="en-IN" sz="2000" b="1" dirty="0">
                <a:solidFill>
                  <a:srgbClr val="7F0055"/>
                </a:solidFill>
                <a:effectLst/>
                <a:latin typeface="Courier New" panose="02070309020205020404" pitchFamily="49" charset="0"/>
              </a:rPr>
              <a:t>void</a:t>
            </a:r>
            <a:r>
              <a:rPr lang="en-IN" sz="2000" b="1" dirty="0">
                <a:solidFill>
                  <a:srgbClr val="000000"/>
                </a:solidFill>
                <a:effectLst/>
                <a:latin typeface="Courier New" panose="02070309020205020404" pitchFamily="49" charset="0"/>
              </a:rPr>
              <a:t> </a:t>
            </a:r>
            <a:r>
              <a:rPr lang="en-IN" sz="2000" b="1" dirty="0" err="1">
                <a:solidFill>
                  <a:srgbClr val="000000"/>
                </a:solidFill>
                <a:effectLst/>
                <a:latin typeface="Courier New" panose="02070309020205020404" pitchFamily="49" charset="0"/>
              </a:rPr>
              <a:t>getmin</a:t>
            </a:r>
            <a:r>
              <a:rPr lang="en-IN" sz="2000" b="1" dirty="0">
                <a:solidFill>
                  <a:srgbClr val="000000"/>
                </a:solidFill>
                <a:effectLst/>
                <a:latin typeface="Courier New" panose="02070309020205020404" pitchFamily="49" charset="0"/>
              </a:rPr>
              <a:t>()</a:t>
            </a:r>
          </a:p>
          <a:p>
            <a:pPr marR="0" indent="-457200">
              <a:buFont typeface="+mj-lt"/>
              <a:buAutoNum type="arabicPeriod" startAt="10"/>
            </a:pPr>
            <a:r>
              <a:rPr lang="en-IN" sz="2000" b="1" dirty="0">
                <a:solidFill>
                  <a:srgbClr val="000000"/>
                </a:solidFill>
                <a:effectLst/>
                <a:latin typeface="Courier New" panose="02070309020205020404" pitchFamily="49" charset="0"/>
              </a:rPr>
              <a:t>{</a:t>
            </a:r>
          </a:p>
          <a:p>
            <a:pPr marR="0" indent="-457200">
              <a:buFont typeface="+mj-lt"/>
              <a:buAutoNum type="arabicPeriod" startAt="10"/>
            </a:pPr>
            <a:r>
              <a:rPr lang="en-IN" sz="2000" b="1" dirty="0">
                <a:solidFill>
                  <a:srgbClr val="7F0055"/>
                </a:solidFill>
                <a:effectLst/>
                <a:latin typeface="Courier New" panose="02070309020205020404" pitchFamily="49" charset="0"/>
              </a:rPr>
              <a:t>if</a:t>
            </a:r>
            <a:r>
              <a:rPr lang="en-IN" sz="2000" b="1" dirty="0">
                <a:solidFill>
                  <a:srgbClr val="000000"/>
                </a:solidFill>
                <a:effectLst/>
                <a:latin typeface="Courier New" panose="02070309020205020404" pitchFamily="49" charset="0"/>
              </a:rPr>
              <a:t>(</a:t>
            </a:r>
            <a:r>
              <a:rPr lang="en-IN" sz="2000" b="1" dirty="0" err="1">
                <a:solidFill>
                  <a:srgbClr val="0000C0"/>
                </a:solidFill>
                <a:effectLst/>
                <a:latin typeface="Courier New" panose="02070309020205020404" pitchFamily="49" charset="0"/>
              </a:rPr>
              <a:t>mst</a:t>
            </a:r>
            <a:r>
              <a:rPr lang="en-IN" sz="2000" b="1" dirty="0" err="1">
                <a:solidFill>
                  <a:srgbClr val="000000"/>
                </a:solidFill>
                <a:effectLst/>
                <a:latin typeface="Courier New" panose="02070309020205020404" pitchFamily="49" charset="0"/>
              </a:rPr>
              <a:t>.isEmpty</a:t>
            </a:r>
            <a:r>
              <a:rPr lang="en-IN" sz="2000" b="1" dirty="0">
                <a:solidFill>
                  <a:srgbClr val="000000"/>
                </a:solidFill>
                <a:effectLst/>
                <a:latin typeface="Courier New" panose="02070309020205020404" pitchFamily="49" charset="0"/>
              </a:rPr>
              <a:t>())</a:t>
            </a:r>
          </a:p>
          <a:p>
            <a:pPr marR="0" indent="-457200">
              <a:buFont typeface="+mj-lt"/>
              <a:buAutoNum type="arabicPeriod" startAt="10"/>
            </a:pPr>
            <a:r>
              <a:rPr lang="en-IN" sz="2000" b="1" dirty="0" err="1">
                <a:solidFill>
                  <a:srgbClr val="000000"/>
                </a:solidFill>
                <a:effectLst/>
                <a:latin typeface="Courier New" panose="02070309020205020404" pitchFamily="49" charset="0"/>
              </a:rPr>
              <a:t>System.</a:t>
            </a:r>
            <a:r>
              <a:rPr lang="en-IN" sz="2000" b="1" i="1" dirty="0" err="1">
                <a:solidFill>
                  <a:srgbClr val="0000C0"/>
                </a:solidFill>
                <a:effectLst/>
                <a:latin typeface="Courier New" panose="02070309020205020404" pitchFamily="49" charset="0"/>
              </a:rPr>
              <a:t>out</a:t>
            </a:r>
            <a:r>
              <a:rPr lang="en-IN" sz="2000" b="1" dirty="0" err="1">
                <a:solidFill>
                  <a:srgbClr val="000000"/>
                </a:solidFill>
                <a:effectLst/>
                <a:latin typeface="Courier New" panose="02070309020205020404" pitchFamily="49" charset="0"/>
              </a:rPr>
              <a:t>.println</a:t>
            </a:r>
            <a:r>
              <a:rPr lang="en-IN" sz="2000" b="1" dirty="0">
                <a:solidFill>
                  <a:srgbClr val="000000"/>
                </a:solidFill>
                <a:effectLst/>
                <a:latin typeface="Courier New" panose="02070309020205020404" pitchFamily="49" charset="0"/>
              </a:rPr>
              <a:t>(</a:t>
            </a:r>
            <a:r>
              <a:rPr lang="en-IN" sz="2000" b="1" dirty="0">
                <a:solidFill>
                  <a:srgbClr val="2A00FF"/>
                </a:solidFill>
                <a:effectLst/>
                <a:latin typeface="Courier New" panose="02070309020205020404" pitchFamily="49" charset="0"/>
              </a:rPr>
              <a:t>"Stack is Empty"</a:t>
            </a:r>
            <a:r>
              <a:rPr lang="en-IN" sz="2000" b="1" dirty="0">
                <a:solidFill>
                  <a:srgbClr val="000000"/>
                </a:solidFill>
                <a:effectLst/>
                <a:latin typeface="Courier New" panose="02070309020205020404" pitchFamily="49" charset="0"/>
              </a:rPr>
              <a:t>);</a:t>
            </a:r>
          </a:p>
          <a:p>
            <a:pPr marR="0" indent="-457200">
              <a:buFont typeface="+mj-lt"/>
              <a:buAutoNum type="arabicPeriod" startAt="10"/>
            </a:pPr>
            <a:r>
              <a:rPr lang="en-IN" sz="2000" b="1" dirty="0">
                <a:solidFill>
                  <a:srgbClr val="7F0055"/>
                </a:solidFill>
                <a:effectLst/>
                <a:latin typeface="Courier New" panose="02070309020205020404" pitchFamily="49" charset="0"/>
              </a:rPr>
              <a:t>else</a:t>
            </a:r>
            <a:endParaRPr lang="en-IN" sz="2000" b="1" dirty="0">
              <a:solidFill>
                <a:srgbClr val="000000"/>
              </a:solidFill>
              <a:effectLst/>
              <a:latin typeface="Courier New" panose="02070309020205020404" pitchFamily="49" charset="0"/>
            </a:endParaRPr>
          </a:p>
          <a:p>
            <a:pPr marR="0" indent="-457200">
              <a:buFont typeface="+mj-lt"/>
              <a:buAutoNum type="arabicPeriod" startAt="10"/>
            </a:pPr>
            <a:r>
              <a:rPr lang="en-IN" sz="2000" b="1" dirty="0" err="1">
                <a:solidFill>
                  <a:srgbClr val="000000"/>
                </a:solidFill>
                <a:effectLst/>
                <a:latin typeface="Courier New" panose="02070309020205020404" pitchFamily="49" charset="0"/>
              </a:rPr>
              <a:t>System.</a:t>
            </a:r>
            <a:r>
              <a:rPr lang="en-IN" sz="2000" b="1" i="1" dirty="0" err="1">
                <a:solidFill>
                  <a:srgbClr val="0000C0"/>
                </a:solidFill>
                <a:effectLst/>
                <a:latin typeface="Courier New" panose="02070309020205020404" pitchFamily="49" charset="0"/>
              </a:rPr>
              <a:t>out</a:t>
            </a:r>
            <a:r>
              <a:rPr lang="en-IN" sz="2000" b="1" dirty="0" err="1">
                <a:solidFill>
                  <a:srgbClr val="000000"/>
                </a:solidFill>
                <a:effectLst/>
                <a:latin typeface="Courier New" panose="02070309020205020404" pitchFamily="49" charset="0"/>
              </a:rPr>
              <a:t>.println</a:t>
            </a:r>
            <a:r>
              <a:rPr lang="en-IN" sz="2000" b="1" dirty="0">
                <a:solidFill>
                  <a:srgbClr val="000000"/>
                </a:solidFill>
                <a:effectLst/>
                <a:latin typeface="Courier New" panose="02070309020205020404" pitchFamily="49" charset="0"/>
              </a:rPr>
              <a:t>(</a:t>
            </a:r>
            <a:r>
              <a:rPr lang="en-IN" sz="2000" b="1" dirty="0" err="1">
                <a:solidFill>
                  <a:srgbClr val="0000C0"/>
                </a:solidFill>
                <a:effectLst/>
                <a:latin typeface="Courier New" panose="02070309020205020404" pitchFamily="49" charset="0"/>
              </a:rPr>
              <a:t>mst</a:t>
            </a:r>
            <a:r>
              <a:rPr lang="en-IN" sz="2000" b="1" dirty="0" err="1">
                <a:solidFill>
                  <a:srgbClr val="000000"/>
                </a:solidFill>
                <a:effectLst/>
                <a:latin typeface="Courier New" panose="02070309020205020404" pitchFamily="49" charset="0"/>
              </a:rPr>
              <a:t>.peek</a:t>
            </a:r>
            <a:r>
              <a:rPr lang="en-IN" sz="2000" b="1" dirty="0">
                <a:solidFill>
                  <a:srgbClr val="000000"/>
                </a:solidFill>
                <a:effectLst/>
                <a:latin typeface="Courier New" panose="02070309020205020404" pitchFamily="49" charset="0"/>
              </a:rPr>
              <a:t>());</a:t>
            </a:r>
          </a:p>
          <a:p>
            <a:pPr marR="0" indent="-457200">
              <a:buFont typeface="+mj-lt"/>
              <a:buAutoNum type="arabicPeriod" startAt="10"/>
            </a:pPr>
            <a:r>
              <a:rPr lang="en-IN" sz="2000" b="1" dirty="0">
                <a:solidFill>
                  <a:srgbClr val="000000"/>
                </a:solidFill>
                <a:effectLst/>
                <a:latin typeface="Courier New" panose="02070309020205020404" pitchFamily="49" charset="0"/>
              </a:rPr>
              <a:t>}</a:t>
            </a:r>
          </a:p>
          <a:p>
            <a:pPr marR="0" indent="-457200">
              <a:buFont typeface="+mj-lt"/>
              <a:buAutoNum type="arabicPeriod" startAt="10"/>
            </a:pPr>
            <a:endParaRPr lang="en-IN" sz="2000" b="1" dirty="0">
              <a:solidFill>
                <a:srgbClr val="000000"/>
              </a:solidFill>
              <a:effectLst/>
              <a:latin typeface="Courier New" panose="02070309020205020404" pitchFamily="49" charset="0"/>
            </a:endParaRPr>
          </a:p>
          <a:p>
            <a:pPr marR="0" indent="-457200">
              <a:buFont typeface="+mj-lt"/>
              <a:buAutoNum type="arabicPeriod" startAt="10"/>
            </a:pPr>
            <a:r>
              <a:rPr lang="en-IN" sz="2000" b="1" dirty="0">
                <a:solidFill>
                  <a:srgbClr val="7F0055"/>
                </a:solidFill>
                <a:effectLst/>
                <a:latin typeface="Courier New" panose="02070309020205020404" pitchFamily="49" charset="0"/>
              </a:rPr>
              <a:t>void</a:t>
            </a:r>
            <a:r>
              <a:rPr lang="en-IN" sz="2000" b="1" dirty="0">
                <a:solidFill>
                  <a:srgbClr val="000000"/>
                </a:solidFill>
                <a:effectLst/>
                <a:latin typeface="Courier New" panose="02070309020205020404" pitchFamily="49" charset="0"/>
              </a:rPr>
              <a:t> peek()</a:t>
            </a:r>
          </a:p>
          <a:p>
            <a:pPr marR="0" indent="-457200">
              <a:buFont typeface="+mj-lt"/>
              <a:buAutoNum type="arabicPeriod" startAt="10"/>
            </a:pPr>
            <a:r>
              <a:rPr lang="en-IN" sz="2000" b="1" dirty="0">
                <a:solidFill>
                  <a:srgbClr val="000000"/>
                </a:solidFill>
                <a:effectLst/>
                <a:latin typeface="Courier New" panose="02070309020205020404" pitchFamily="49" charset="0"/>
              </a:rPr>
              <a:t>{</a:t>
            </a:r>
          </a:p>
          <a:p>
            <a:pPr marR="0" indent="-457200">
              <a:buFont typeface="+mj-lt"/>
              <a:buAutoNum type="arabicPeriod" startAt="10"/>
            </a:pPr>
            <a:r>
              <a:rPr lang="en-IN" sz="2000" b="1" dirty="0">
                <a:solidFill>
                  <a:srgbClr val="7F0055"/>
                </a:solidFill>
                <a:effectLst/>
                <a:latin typeface="Courier New" panose="02070309020205020404" pitchFamily="49" charset="0"/>
              </a:rPr>
              <a:t>if</a:t>
            </a:r>
            <a:r>
              <a:rPr lang="en-IN" sz="2000" b="1" dirty="0">
                <a:solidFill>
                  <a:srgbClr val="000000"/>
                </a:solidFill>
                <a:effectLst/>
                <a:latin typeface="Courier New" panose="02070309020205020404" pitchFamily="49" charset="0"/>
              </a:rPr>
              <a:t>(</a:t>
            </a:r>
            <a:r>
              <a:rPr lang="en-IN" sz="2000" b="1" dirty="0" err="1">
                <a:solidFill>
                  <a:srgbClr val="0000C0"/>
                </a:solidFill>
                <a:effectLst/>
                <a:latin typeface="Courier New" panose="02070309020205020404" pitchFamily="49" charset="0"/>
              </a:rPr>
              <a:t>st</a:t>
            </a:r>
            <a:r>
              <a:rPr lang="en-IN" sz="2000" b="1" dirty="0" err="1">
                <a:solidFill>
                  <a:srgbClr val="000000"/>
                </a:solidFill>
                <a:effectLst/>
                <a:latin typeface="Courier New" panose="02070309020205020404" pitchFamily="49" charset="0"/>
              </a:rPr>
              <a:t>.isEmpty</a:t>
            </a:r>
            <a:r>
              <a:rPr lang="en-IN" sz="2000" b="1" dirty="0">
                <a:solidFill>
                  <a:srgbClr val="000000"/>
                </a:solidFill>
                <a:effectLst/>
                <a:latin typeface="Courier New" panose="02070309020205020404" pitchFamily="49" charset="0"/>
              </a:rPr>
              <a:t>())</a:t>
            </a:r>
          </a:p>
          <a:p>
            <a:pPr marR="0" indent="-457200">
              <a:buFont typeface="+mj-lt"/>
              <a:buAutoNum type="arabicPeriod" startAt="10"/>
            </a:pPr>
            <a:r>
              <a:rPr lang="en-IN" sz="2000" b="1" dirty="0" err="1">
                <a:solidFill>
                  <a:srgbClr val="000000"/>
                </a:solidFill>
                <a:effectLst/>
                <a:latin typeface="Courier New" panose="02070309020205020404" pitchFamily="49" charset="0"/>
              </a:rPr>
              <a:t>System.</a:t>
            </a:r>
            <a:r>
              <a:rPr lang="en-IN" sz="2000" b="1" i="1" dirty="0" err="1">
                <a:solidFill>
                  <a:srgbClr val="0000C0"/>
                </a:solidFill>
                <a:effectLst/>
                <a:latin typeface="Courier New" panose="02070309020205020404" pitchFamily="49" charset="0"/>
              </a:rPr>
              <a:t>out</a:t>
            </a:r>
            <a:r>
              <a:rPr lang="en-IN" sz="2000" b="1" dirty="0" err="1">
                <a:solidFill>
                  <a:srgbClr val="000000"/>
                </a:solidFill>
                <a:effectLst/>
                <a:latin typeface="Courier New" panose="02070309020205020404" pitchFamily="49" charset="0"/>
              </a:rPr>
              <a:t>.println</a:t>
            </a:r>
            <a:r>
              <a:rPr lang="en-IN" sz="2000" b="1" dirty="0">
                <a:solidFill>
                  <a:srgbClr val="000000"/>
                </a:solidFill>
                <a:effectLst/>
                <a:latin typeface="Courier New" panose="02070309020205020404" pitchFamily="49" charset="0"/>
              </a:rPr>
              <a:t>(</a:t>
            </a:r>
            <a:r>
              <a:rPr lang="en-IN" sz="2000" b="1" dirty="0">
                <a:solidFill>
                  <a:srgbClr val="2A00FF"/>
                </a:solidFill>
                <a:effectLst/>
                <a:latin typeface="Courier New" panose="02070309020205020404" pitchFamily="49" charset="0"/>
              </a:rPr>
              <a:t>"Stack is Empty"</a:t>
            </a:r>
            <a:r>
              <a:rPr lang="en-IN" sz="2000" b="1" dirty="0">
                <a:solidFill>
                  <a:srgbClr val="000000"/>
                </a:solidFill>
                <a:effectLst/>
                <a:latin typeface="Courier New" panose="02070309020205020404" pitchFamily="49" charset="0"/>
              </a:rPr>
              <a:t>);</a:t>
            </a:r>
          </a:p>
          <a:p>
            <a:pPr marR="0" indent="-457200">
              <a:buFont typeface="+mj-lt"/>
              <a:buAutoNum type="arabicPeriod" startAt="10"/>
            </a:pPr>
            <a:r>
              <a:rPr lang="en-IN" sz="2000" b="1" dirty="0">
                <a:solidFill>
                  <a:srgbClr val="7F0055"/>
                </a:solidFill>
                <a:effectLst/>
                <a:latin typeface="Courier New" panose="02070309020205020404" pitchFamily="49" charset="0"/>
              </a:rPr>
              <a:t>else</a:t>
            </a:r>
            <a:endParaRPr lang="en-IN" sz="2000" b="1" dirty="0">
              <a:solidFill>
                <a:srgbClr val="000000"/>
              </a:solidFill>
              <a:effectLst/>
              <a:latin typeface="Courier New" panose="02070309020205020404" pitchFamily="49" charset="0"/>
            </a:endParaRPr>
          </a:p>
          <a:p>
            <a:pPr marR="0" indent="-457200">
              <a:buFont typeface="+mj-lt"/>
              <a:buAutoNum type="arabicPeriod" startAt="10"/>
            </a:pPr>
            <a:r>
              <a:rPr lang="en-IN" sz="2000" b="1" dirty="0" err="1">
                <a:solidFill>
                  <a:srgbClr val="000000"/>
                </a:solidFill>
                <a:effectLst/>
                <a:latin typeface="Courier New" panose="02070309020205020404" pitchFamily="49" charset="0"/>
              </a:rPr>
              <a:t>System.</a:t>
            </a:r>
            <a:r>
              <a:rPr lang="en-IN" sz="2000" b="1" i="1" dirty="0" err="1">
                <a:solidFill>
                  <a:srgbClr val="0000C0"/>
                </a:solidFill>
                <a:effectLst/>
                <a:latin typeface="Courier New" panose="02070309020205020404" pitchFamily="49" charset="0"/>
              </a:rPr>
              <a:t>out</a:t>
            </a:r>
            <a:r>
              <a:rPr lang="en-IN" sz="2000" b="1" dirty="0" err="1">
                <a:solidFill>
                  <a:srgbClr val="000000"/>
                </a:solidFill>
                <a:effectLst/>
                <a:latin typeface="Courier New" panose="02070309020205020404" pitchFamily="49" charset="0"/>
              </a:rPr>
              <a:t>.println</a:t>
            </a:r>
            <a:r>
              <a:rPr lang="en-IN" sz="2000" b="1" dirty="0">
                <a:solidFill>
                  <a:srgbClr val="000000"/>
                </a:solidFill>
                <a:effectLst/>
                <a:latin typeface="Courier New" panose="02070309020205020404" pitchFamily="49" charset="0"/>
              </a:rPr>
              <a:t>(</a:t>
            </a:r>
            <a:r>
              <a:rPr lang="en-IN" sz="2000" b="1" dirty="0" err="1">
                <a:solidFill>
                  <a:srgbClr val="0000C0"/>
                </a:solidFill>
                <a:effectLst/>
                <a:latin typeface="Courier New" panose="02070309020205020404" pitchFamily="49" charset="0"/>
              </a:rPr>
              <a:t>st</a:t>
            </a:r>
            <a:r>
              <a:rPr lang="en-IN" sz="2000" b="1" dirty="0" err="1">
                <a:solidFill>
                  <a:srgbClr val="000000"/>
                </a:solidFill>
                <a:effectLst/>
                <a:latin typeface="Courier New" panose="02070309020205020404" pitchFamily="49" charset="0"/>
              </a:rPr>
              <a:t>.peek</a:t>
            </a:r>
            <a:r>
              <a:rPr lang="en-IN" sz="2000" b="1" dirty="0">
                <a:solidFill>
                  <a:srgbClr val="000000"/>
                </a:solidFill>
                <a:effectLst/>
                <a:latin typeface="Courier New" panose="02070309020205020404" pitchFamily="49" charset="0"/>
              </a:rPr>
              <a:t>());</a:t>
            </a:r>
          </a:p>
          <a:p>
            <a:pPr marR="0" indent="-457200">
              <a:buFont typeface="+mj-lt"/>
              <a:buAutoNum type="arabicPeriod" startAt="10"/>
            </a:pPr>
            <a:r>
              <a:rPr lang="en-IN" sz="2000" b="1" dirty="0">
                <a:solidFill>
                  <a:srgbClr val="000000"/>
                </a:solidFill>
                <a:effectLst/>
                <a:latin typeface="Courier New" panose="02070309020205020404" pitchFamily="49" charset="0"/>
              </a:rPr>
              <a:t>}</a:t>
            </a:r>
          </a:p>
          <a:p>
            <a:pPr marL="457200" indent="-457200">
              <a:buFont typeface="+mj-lt"/>
              <a:buAutoNum type="arabicPeriod" startAt="10"/>
            </a:pPr>
            <a:endParaRPr lang="en-IN" sz="2000" b="1" dirty="0"/>
          </a:p>
        </p:txBody>
      </p:sp>
    </p:spTree>
    <p:extLst>
      <p:ext uri="{BB962C8B-B14F-4D97-AF65-F5344CB8AC3E}">
        <p14:creationId xmlns:p14="http://schemas.microsoft.com/office/powerpoint/2010/main" val="175051539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646722-9117-FDAF-A098-9AC1AECD59A0}"/>
              </a:ext>
            </a:extLst>
          </p:cNvPr>
          <p:cNvSpPr>
            <a:spLocks noGrp="1"/>
          </p:cNvSpPr>
          <p:nvPr>
            <p:ph idx="1"/>
          </p:nvPr>
        </p:nvSpPr>
        <p:spPr>
          <a:xfrm>
            <a:off x="838200" y="248478"/>
            <a:ext cx="10515600" cy="6609522"/>
          </a:xfrm>
        </p:spPr>
        <p:txBody>
          <a:bodyPr>
            <a:normAutofit/>
          </a:bodyPr>
          <a:lstStyle/>
          <a:p>
            <a:pPr marL="114300" marR="0" indent="-342900">
              <a:lnSpc>
                <a:spcPct val="200000"/>
              </a:lnSpc>
              <a:buFont typeface="+mj-lt"/>
              <a:buAutoNum type="arabicPeriod" startAt="24"/>
            </a:pPr>
            <a:r>
              <a:rPr lang="en-IN" sz="2500" b="1" dirty="0">
                <a:effectLst/>
                <a:latin typeface="Courier New" panose="02070309020205020404" pitchFamily="49" charset="0"/>
              </a:rPr>
              <a:t>void pop() {</a:t>
            </a:r>
          </a:p>
          <a:p>
            <a:pPr marL="114300" marR="0" indent="-342900">
              <a:lnSpc>
                <a:spcPct val="200000"/>
              </a:lnSpc>
              <a:buFont typeface="+mj-lt"/>
              <a:buAutoNum type="arabicPeriod" startAt="24"/>
            </a:pPr>
            <a:r>
              <a:rPr lang="en-IN" sz="2500" b="1" dirty="0">
                <a:effectLst/>
                <a:latin typeface="Courier New" panose="02070309020205020404" pitchFamily="49" charset="0"/>
              </a:rPr>
              <a:t>int t=</a:t>
            </a:r>
            <a:r>
              <a:rPr lang="en-IN" sz="2500" b="1" dirty="0" err="1">
                <a:effectLst/>
                <a:latin typeface="Courier New" panose="02070309020205020404" pitchFamily="49" charset="0"/>
              </a:rPr>
              <a:t>st.pop</a:t>
            </a:r>
            <a:r>
              <a:rPr lang="en-IN" sz="2500" b="1" dirty="0">
                <a:effectLst/>
                <a:latin typeface="Courier New" panose="02070309020205020404" pitchFamily="49" charset="0"/>
              </a:rPr>
              <a:t>();</a:t>
            </a:r>
          </a:p>
          <a:p>
            <a:pPr marL="114300" marR="0" indent="-342900">
              <a:lnSpc>
                <a:spcPct val="200000"/>
              </a:lnSpc>
              <a:buFont typeface="+mj-lt"/>
              <a:buAutoNum type="arabicPeriod" startAt="24"/>
            </a:pPr>
            <a:r>
              <a:rPr lang="en-IN" sz="2500" b="1" dirty="0">
                <a:effectLst/>
                <a:latin typeface="Courier New" panose="02070309020205020404" pitchFamily="49" charset="0"/>
              </a:rPr>
              <a:t>       if(t==</a:t>
            </a:r>
            <a:r>
              <a:rPr lang="en-IN" sz="2500" b="1" dirty="0" err="1">
                <a:effectLst/>
                <a:latin typeface="Courier New" panose="02070309020205020404" pitchFamily="49" charset="0"/>
              </a:rPr>
              <a:t>mst.peek</a:t>
            </a:r>
            <a:r>
              <a:rPr lang="en-IN" sz="2500" b="1" dirty="0">
                <a:effectLst/>
                <a:latin typeface="Courier New" panose="02070309020205020404" pitchFamily="49" charset="0"/>
              </a:rPr>
              <a:t>())</a:t>
            </a:r>
          </a:p>
          <a:p>
            <a:pPr marL="114300" marR="0" indent="-342900">
              <a:lnSpc>
                <a:spcPct val="200000"/>
              </a:lnSpc>
              <a:buFont typeface="+mj-lt"/>
              <a:buAutoNum type="arabicPeriod" startAt="24"/>
            </a:pPr>
            <a:r>
              <a:rPr lang="en-IN" sz="2500" b="1" dirty="0">
                <a:effectLst/>
                <a:latin typeface="Courier New" panose="02070309020205020404" pitchFamily="49" charset="0"/>
              </a:rPr>
              <a:t>            </a:t>
            </a:r>
            <a:r>
              <a:rPr lang="en-IN" sz="2500" b="1" dirty="0" err="1">
                <a:effectLst/>
                <a:latin typeface="Courier New" panose="02070309020205020404" pitchFamily="49" charset="0"/>
              </a:rPr>
              <a:t>mst.pop</a:t>
            </a:r>
            <a:r>
              <a:rPr lang="en-IN" sz="2500" b="1" dirty="0">
                <a:effectLst/>
                <a:latin typeface="Courier New" panose="02070309020205020404" pitchFamily="49" charset="0"/>
              </a:rPr>
              <a:t>();</a:t>
            </a:r>
          </a:p>
          <a:p>
            <a:pPr marL="114300" marR="0" indent="-342900">
              <a:lnSpc>
                <a:spcPct val="200000"/>
              </a:lnSpc>
              <a:buFont typeface="+mj-lt"/>
              <a:buAutoNum type="arabicPeriod" startAt="24"/>
            </a:pPr>
            <a:r>
              <a:rPr lang="en-IN" sz="2500" b="1" dirty="0">
                <a:latin typeface="Courier New" panose="02070309020205020404" pitchFamily="49" charset="0"/>
              </a:rPr>
              <a:t>}</a:t>
            </a:r>
            <a:endParaRPr lang="en-IN" sz="2500" b="1" dirty="0">
              <a:effectLst/>
              <a:latin typeface="Courier New" panose="02070309020205020404" pitchFamily="49" charset="0"/>
            </a:endParaRPr>
          </a:p>
        </p:txBody>
      </p:sp>
    </p:spTree>
    <p:extLst>
      <p:ext uri="{BB962C8B-B14F-4D97-AF65-F5344CB8AC3E}">
        <p14:creationId xmlns:p14="http://schemas.microsoft.com/office/powerpoint/2010/main" val="417978491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A6F0652-A7CD-8EB1-6626-BCBFAEE7F754}"/>
              </a:ext>
            </a:extLst>
          </p:cNvPr>
          <p:cNvSpPr>
            <a:spLocks noGrp="1"/>
          </p:cNvSpPr>
          <p:nvPr>
            <p:ph idx="1"/>
          </p:nvPr>
        </p:nvSpPr>
        <p:spPr>
          <a:xfrm>
            <a:off x="397565" y="387626"/>
            <a:ext cx="10956235" cy="6470374"/>
          </a:xfrm>
        </p:spPr>
        <p:txBody>
          <a:bodyPr>
            <a:normAutofit fontScale="92500" lnSpcReduction="10000"/>
          </a:bodyPr>
          <a:lstStyle/>
          <a:p>
            <a:pPr marL="114300" marR="0" indent="-342900">
              <a:buFont typeface="+mj-lt"/>
              <a:buAutoNum type="arabicPeriod" startAt="24"/>
            </a:pPr>
            <a:r>
              <a:rPr lang="en-IN" sz="2800" b="1" dirty="0">
                <a:solidFill>
                  <a:srgbClr val="7F0055"/>
                </a:solidFill>
                <a:effectLst/>
                <a:latin typeface="Courier New" panose="02070309020205020404" pitchFamily="49" charset="0"/>
              </a:rPr>
              <a:t>void</a:t>
            </a:r>
            <a:r>
              <a:rPr lang="en-IN" sz="2800" b="1" dirty="0">
                <a:solidFill>
                  <a:srgbClr val="000000"/>
                </a:solidFill>
                <a:effectLst/>
                <a:latin typeface="Courier New" panose="02070309020205020404" pitchFamily="49" charset="0"/>
              </a:rPr>
              <a:t> push(</a:t>
            </a:r>
            <a:r>
              <a:rPr lang="en-IN" sz="2800" b="1" dirty="0">
                <a:solidFill>
                  <a:srgbClr val="7F0055"/>
                </a:solidFill>
                <a:effectLst/>
                <a:latin typeface="Courier New" panose="02070309020205020404" pitchFamily="49" charset="0"/>
              </a:rPr>
              <a:t>int</a:t>
            </a:r>
            <a:r>
              <a:rPr lang="en-IN" sz="2800" b="1" dirty="0">
                <a:solidFill>
                  <a:srgbClr val="000000"/>
                </a:solidFill>
                <a:effectLst/>
                <a:latin typeface="Courier New" panose="02070309020205020404" pitchFamily="49" charset="0"/>
              </a:rPr>
              <a:t> </a:t>
            </a:r>
            <a:r>
              <a:rPr lang="en-IN" sz="2800" b="1" dirty="0">
                <a:solidFill>
                  <a:srgbClr val="6A3E3E"/>
                </a:solidFill>
                <a:effectLst/>
                <a:latin typeface="Courier New" panose="02070309020205020404" pitchFamily="49" charset="0"/>
              </a:rPr>
              <a:t>x</a:t>
            </a:r>
            <a:r>
              <a:rPr lang="en-IN" sz="2800" b="1" dirty="0">
                <a:solidFill>
                  <a:srgbClr val="000000"/>
                </a:solidFill>
                <a:effectLst/>
                <a:latin typeface="Courier New" panose="02070309020205020404" pitchFamily="49" charset="0"/>
              </a:rPr>
              <a:t>)</a:t>
            </a:r>
          </a:p>
          <a:p>
            <a:pPr marL="114300" marR="0" indent="-342900">
              <a:buFont typeface="+mj-lt"/>
              <a:buAutoNum type="arabicPeriod" startAt="24"/>
            </a:pPr>
            <a:r>
              <a:rPr lang="en-IN" sz="2800" b="1" dirty="0">
                <a:solidFill>
                  <a:srgbClr val="000000"/>
                </a:solidFill>
                <a:effectLst/>
                <a:latin typeface="Courier New" panose="02070309020205020404" pitchFamily="49" charset="0"/>
              </a:rPr>
              <a:t>{</a:t>
            </a:r>
          </a:p>
          <a:p>
            <a:pPr marL="114300" marR="0" indent="-342900">
              <a:buFont typeface="+mj-lt"/>
              <a:buAutoNum type="arabicPeriod" startAt="24"/>
            </a:pPr>
            <a:r>
              <a:rPr lang="en-IN" sz="2800" b="1" dirty="0">
                <a:solidFill>
                  <a:srgbClr val="7F0055"/>
                </a:solidFill>
                <a:effectLst/>
                <a:latin typeface="Courier New" panose="02070309020205020404" pitchFamily="49" charset="0"/>
              </a:rPr>
              <a:t>if</a:t>
            </a:r>
            <a:r>
              <a:rPr lang="en-IN" sz="2800" b="1" dirty="0">
                <a:solidFill>
                  <a:srgbClr val="000000"/>
                </a:solidFill>
                <a:effectLst/>
                <a:latin typeface="Courier New" panose="02070309020205020404" pitchFamily="49" charset="0"/>
              </a:rPr>
              <a:t>(</a:t>
            </a:r>
            <a:r>
              <a:rPr lang="en-IN" sz="2800" b="1" dirty="0" err="1">
                <a:solidFill>
                  <a:srgbClr val="0000C0"/>
                </a:solidFill>
                <a:effectLst/>
                <a:latin typeface="Courier New" panose="02070309020205020404" pitchFamily="49" charset="0"/>
              </a:rPr>
              <a:t>st</a:t>
            </a:r>
            <a:r>
              <a:rPr lang="en-IN" sz="2800" b="1" dirty="0" err="1">
                <a:solidFill>
                  <a:srgbClr val="000000"/>
                </a:solidFill>
                <a:effectLst/>
                <a:latin typeface="Courier New" panose="02070309020205020404" pitchFamily="49" charset="0"/>
              </a:rPr>
              <a:t>.isEmpty</a:t>
            </a:r>
            <a:r>
              <a:rPr lang="en-IN" sz="2800" b="1" dirty="0">
                <a:solidFill>
                  <a:srgbClr val="000000"/>
                </a:solidFill>
                <a:effectLst/>
                <a:latin typeface="Courier New" panose="02070309020205020404" pitchFamily="49" charset="0"/>
              </a:rPr>
              <a:t>())</a:t>
            </a:r>
          </a:p>
          <a:p>
            <a:pPr marL="114300" marR="0" indent="-342900">
              <a:buFont typeface="+mj-lt"/>
              <a:buAutoNum type="arabicPeriod" startAt="24"/>
            </a:pPr>
            <a:r>
              <a:rPr lang="en-IN" sz="2800" b="1" dirty="0">
                <a:solidFill>
                  <a:srgbClr val="000000"/>
                </a:solidFill>
                <a:effectLst/>
                <a:latin typeface="Courier New" panose="02070309020205020404" pitchFamily="49" charset="0"/>
              </a:rPr>
              <a:t>{</a:t>
            </a:r>
          </a:p>
          <a:p>
            <a:pPr marL="114300" marR="0" indent="-342900">
              <a:buFont typeface="+mj-lt"/>
              <a:buAutoNum type="arabicPeriod" startAt="24"/>
            </a:pPr>
            <a:r>
              <a:rPr lang="en-IN" sz="2800" b="1" dirty="0" err="1">
                <a:solidFill>
                  <a:srgbClr val="0000C0"/>
                </a:solidFill>
                <a:effectLst/>
                <a:latin typeface="Courier New" panose="02070309020205020404" pitchFamily="49" charset="0"/>
              </a:rPr>
              <a:t>st</a:t>
            </a:r>
            <a:r>
              <a:rPr lang="en-IN" sz="2800" b="1" dirty="0" err="1">
                <a:solidFill>
                  <a:srgbClr val="000000"/>
                </a:solidFill>
                <a:effectLst/>
                <a:latin typeface="Courier New" panose="02070309020205020404" pitchFamily="49" charset="0"/>
              </a:rPr>
              <a:t>.push</a:t>
            </a:r>
            <a:r>
              <a:rPr lang="en-IN" sz="2800" b="1" dirty="0">
                <a:solidFill>
                  <a:srgbClr val="000000"/>
                </a:solidFill>
                <a:effectLst/>
                <a:latin typeface="Courier New" panose="02070309020205020404" pitchFamily="49" charset="0"/>
              </a:rPr>
              <a:t>(</a:t>
            </a:r>
            <a:r>
              <a:rPr lang="en-IN" sz="2800" b="1" dirty="0">
                <a:solidFill>
                  <a:srgbClr val="6A3E3E"/>
                </a:solidFill>
                <a:effectLst/>
                <a:latin typeface="Courier New" panose="02070309020205020404" pitchFamily="49" charset="0"/>
              </a:rPr>
              <a:t>x</a:t>
            </a:r>
            <a:r>
              <a:rPr lang="en-IN" sz="2800" b="1" dirty="0">
                <a:solidFill>
                  <a:srgbClr val="000000"/>
                </a:solidFill>
                <a:effectLst/>
                <a:latin typeface="Courier New" panose="02070309020205020404" pitchFamily="49" charset="0"/>
              </a:rPr>
              <a:t>);</a:t>
            </a:r>
          </a:p>
          <a:p>
            <a:pPr marL="114300" marR="0" indent="-342900">
              <a:buFont typeface="+mj-lt"/>
              <a:buAutoNum type="arabicPeriod" startAt="24"/>
            </a:pPr>
            <a:r>
              <a:rPr lang="en-IN" sz="2800" b="1" dirty="0" err="1">
                <a:solidFill>
                  <a:srgbClr val="0000C0"/>
                </a:solidFill>
                <a:effectLst/>
                <a:latin typeface="Courier New" panose="02070309020205020404" pitchFamily="49" charset="0"/>
              </a:rPr>
              <a:t>mst</a:t>
            </a:r>
            <a:r>
              <a:rPr lang="en-IN" sz="2800" b="1" dirty="0" err="1">
                <a:solidFill>
                  <a:srgbClr val="000000"/>
                </a:solidFill>
                <a:effectLst/>
                <a:latin typeface="Courier New" panose="02070309020205020404" pitchFamily="49" charset="0"/>
              </a:rPr>
              <a:t>.push</a:t>
            </a:r>
            <a:r>
              <a:rPr lang="en-IN" sz="2800" b="1" dirty="0">
                <a:solidFill>
                  <a:srgbClr val="000000"/>
                </a:solidFill>
                <a:effectLst/>
                <a:latin typeface="Courier New" panose="02070309020205020404" pitchFamily="49" charset="0"/>
              </a:rPr>
              <a:t>(</a:t>
            </a:r>
            <a:r>
              <a:rPr lang="en-IN" sz="2800" b="1" dirty="0">
                <a:solidFill>
                  <a:srgbClr val="6A3E3E"/>
                </a:solidFill>
                <a:effectLst/>
                <a:latin typeface="Courier New" panose="02070309020205020404" pitchFamily="49" charset="0"/>
              </a:rPr>
              <a:t>x</a:t>
            </a:r>
            <a:r>
              <a:rPr lang="en-IN" sz="2800" b="1" dirty="0">
                <a:solidFill>
                  <a:srgbClr val="000000"/>
                </a:solidFill>
                <a:effectLst/>
                <a:latin typeface="Courier New" panose="02070309020205020404" pitchFamily="49" charset="0"/>
              </a:rPr>
              <a:t>);</a:t>
            </a:r>
          </a:p>
          <a:p>
            <a:pPr marL="114300" marR="0" indent="-342900">
              <a:buFont typeface="+mj-lt"/>
              <a:buAutoNum type="arabicPeriod" startAt="24"/>
            </a:pPr>
            <a:r>
              <a:rPr lang="en-IN" sz="2800" b="1" dirty="0">
                <a:solidFill>
                  <a:srgbClr val="000000"/>
                </a:solidFill>
                <a:effectLst/>
                <a:latin typeface="Courier New" panose="02070309020205020404" pitchFamily="49" charset="0"/>
              </a:rPr>
              <a:t>}</a:t>
            </a:r>
          </a:p>
          <a:p>
            <a:pPr marL="114300" marR="0" indent="-342900">
              <a:buFont typeface="+mj-lt"/>
              <a:buAutoNum type="arabicPeriod" startAt="24"/>
            </a:pPr>
            <a:r>
              <a:rPr lang="en-IN" sz="2800" b="1" dirty="0">
                <a:solidFill>
                  <a:srgbClr val="7F0055"/>
                </a:solidFill>
                <a:effectLst/>
                <a:latin typeface="Courier New" panose="02070309020205020404" pitchFamily="49" charset="0"/>
              </a:rPr>
              <a:t>else</a:t>
            </a:r>
            <a:endParaRPr lang="en-IN" sz="2800" b="1" dirty="0">
              <a:solidFill>
                <a:srgbClr val="000000"/>
              </a:solidFill>
              <a:effectLst/>
              <a:latin typeface="Courier New" panose="02070309020205020404" pitchFamily="49" charset="0"/>
            </a:endParaRPr>
          </a:p>
          <a:p>
            <a:pPr marL="114300" marR="0" indent="-342900">
              <a:buFont typeface="+mj-lt"/>
              <a:buAutoNum type="arabicPeriod" startAt="24"/>
            </a:pPr>
            <a:r>
              <a:rPr lang="en-IN" sz="2800" b="1" dirty="0">
                <a:solidFill>
                  <a:srgbClr val="000000"/>
                </a:solidFill>
                <a:effectLst/>
                <a:latin typeface="Courier New" panose="02070309020205020404" pitchFamily="49" charset="0"/>
              </a:rPr>
              <a:t>{</a:t>
            </a:r>
          </a:p>
          <a:p>
            <a:pPr marL="114300" marR="0" indent="-342900">
              <a:buFont typeface="+mj-lt"/>
              <a:buAutoNum type="arabicPeriod" startAt="24"/>
            </a:pPr>
            <a:r>
              <a:rPr lang="en-IN" sz="2800" b="1" dirty="0" err="1">
                <a:solidFill>
                  <a:srgbClr val="0000C0"/>
                </a:solidFill>
                <a:effectLst/>
                <a:latin typeface="Courier New" panose="02070309020205020404" pitchFamily="49" charset="0"/>
              </a:rPr>
              <a:t>st</a:t>
            </a:r>
            <a:r>
              <a:rPr lang="en-IN" sz="2800" b="1" dirty="0" err="1">
                <a:solidFill>
                  <a:srgbClr val="000000"/>
                </a:solidFill>
                <a:effectLst/>
                <a:latin typeface="Courier New" panose="02070309020205020404" pitchFamily="49" charset="0"/>
              </a:rPr>
              <a:t>.push</a:t>
            </a:r>
            <a:r>
              <a:rPr lang="en-IN" sz="2800" b="1" dirty="0">
                <a:solidFill>
                  <a:srgbClr val="000000"/>
                </a:solidFill>
                <a:effectLst/>
                <a:latin typeface="Courier New" panose="02070309020205020404" pitchFamily="49" charset="0"/>
              </a:rPr>
              <a:t>(</a:t>
            </a:r>
            <a:r>
              <a:rPr lang="en-IN" sz="2800" b="1" dirty="0">
                <a:solidFill>
                  <a:srgbClr val="6A3E3E"/>
                </a:solidFill>
                <a:effectLst/>
                <a:latin typeface="Courier New" panose="02070309020205020404" pitchFamily="49" charset="0"/>
              </a:rPr>
              <a:t>x</a:t>
            </a:r>
            <a:r>
              <a:rPr lang="en-IN" sz="2800" b="1" dirty="0">
                <a:solidFill>
                  <a:srgbClr val="000000"/>
                </a:solidFill>
                <a:effectLst/>
                <a:latin typeface="Courier New" panose="02070309020205020404" pitchFamily="49" charset="0"/>
              </a:rPr>
              <a:t>);</a:t>
            </a:r>
          </a:p>
          <a:p>
            <a:pPr marL="114300" marR="0" indent="-342900">
              <a:buFont typeface="+mj-lt"/>
              <a:buAutoNum type="arabicPeriod" startAt="24"/>
            </a:pPr>
            <a:r>
              <a:rPr lang="en-IN" sz="2800" b="1" dirty="0">
                <a:solidFill>
                  <a:srgbClr val="7F0055"/>
                </a:solidFill>
                <a:effectLst/>
                <a:latin typeface="Courier New" panose="02070309020205020404" pitchFamily="49" charset="0"/>
              </a:rPr>
              <a:t>if</a:t>
            </a:r>
            <a:r>
              <a:rPr lang="en-IN" sz="2800" b="1" dirty="0">
                <a:solidFill>
                  <a:srgbClr val="000000"/>
                </a:solidFill>
                <a:effectLst/>
                <a:latin typeface="Courier New" panose="02070309020205020404" pitchFamily="49" charset="0"/>
              </a:rPr>
              <a:t>(</a:t>
            </a:r>
            <a:r>
              <a:rPr lang="en-IN" sz="2800" b="1" dirty="0">
                <a:solidFill>
                  <a:srgbClr val="6A3E3E"/>
                </a:solidFill>
                <a:effectLst/>
                <a:latin typeface="Courier New" panose="02070309020205020404" pitchFamily="49" charset="0"/>
              </a:rPr>
              <a:t>x</a:t>
            </a:r>
            <a:r>
              <a:rPr lang="en-IN" sz="2800" b="1" dirty="0">
                <a:solidFill>
                  <a:srgbClr val="000000"/>
                </a:solidFill>
                <a:effectLst/>
                <a:latin typeface="Courier New" panose="02070309020205020404" pitchFamily="49" charset="0"/>
              </a:rPr>
              <a:t>&lt;=</a:t>
            </a:r>
            <a:r>
              <a:rPr lang="en-IN" sz="2800" b="1" dirty="0" err="1">
                <a:solidFill>
                  <a:srgbClr val="0000C0"/>
                </a:solidFill>
                <a:effectLst/>
                <a:latin typeface="Courier New" panose="02070309020205020404" pitchFamily="49" charset="0"/>
              </a:rPr>
              <a:t>mst</a:t>
            </a:r>
            <a:r>
              <a:rPr lang="en-IN" sz="2800" b="1" dirty="0" err="1">
                <a:solidFill>
                  <a:srgbClr val="000000"/>
                </a:solidFill>
                <a:effectLst/>
                <a:latin typeface="Courier New" panose="02070309020205020404" pitchFamily="49" charset="0"/>
              </a:rPr>
              <a:t>.peek</a:t>
            </a:r>
            <a:r>
              <a:rPr lang="en-IN" sz="2800" b="1" dirty="0">
                <a:solidFill>
                  <a:srgbClr val="000000"/>
                </a:solidFill>
                <a:effectLst/>
                <a:latin typeface="Courier New" panose="02070309020205020404" pitchFamily="49" charset="0"/>
              </a:rPr>
              <a:t>())</a:t>
            </a:r>
          </a:p>
          <a:p>
            <a:pPr marL="114300" marR="0" indent="-342900">
              <a:buFont typeface="+mj-lt"/>
              <a:buAutoNum type="arabicPeriod" startAt="24"/>
            </a:pPr>
            <a:r>
              <a:rPr lang="en-IN" sz="2800" b="1" dirty="0" err="1">
                <a:solidFill>
                  <a:srgbClr val="0000C0"/>
                </a:solidFill>
                <a:effectLst/>
                <a:latin typeface="Courier New" panose="02070309020205020404" pitchFamily="49" charset="0"/>
              </a:rPr>
              <a:t>mst</a:t>
            </a:r>
            <a:r>
              <a:rPr lang="en-IN" sz="2800" b="1" dirty="0" err="1">
                <a:solidFill>
                  <a:srgbClr val="000000"/>
                </a:solidFill>
                <a:effectLst/>
                <a:latin typeface="Courier New" panose="02070309020205020404" pitchFamily="49" charset="0"/>
              </a:rPr>
              <a:t>.push</a:t>
            </a:r>
            <a:r>
              <a:rPr lang="en-IN" sz="2800" b="1" dirty="0">
                <a:solidFill>
                  <a:srgbClr val="000000"/>
                </a:solidFill>
                <a:effectLst/>
                <a:latin typeface="Courier New" panose="02070309020205020404" pitchFamily="49" charset="0"/>
              </a:rPr>
              <a:t>(</a:t>
            </a:r>
            <a:r>
              <a:rPr lang="en-IN" sz="2800" b="1" dirty="0">
                <a:solidFill>
                  <a:srgbClr val="6A3E3E"/>
                </a:solidFill>
                <a:effectLst/>
                <a:latin typeface="Courier New" panose="02070309020205020404" pitchFamily="49" charset="0"/>
              </a:rPr>
              <a:t>x</a:t>
            </a:r>
            <a:r>
              <a:rPr lang="en-IN" sz="2800" b="1" dirty="0">
                <a:solidFill>
                  <a:srgbClr val="000000"/>
                </a:solidFill>
                <a:effectLst/>
                <a:latin typeface="Courier New" panose="02070309020205020404" pitchFamily="49" charset="0"/>
              </a:rPr>
              <a:t>);</a:t>
            </a:r>
          </a:p>
          <a:p>
            <a:pPr marL="114300" marR="0" indent="-342900">
              <a:buFont typeface="+mj-lt"/>
              <a:buAutoNum type="arabicPeriod" startAt="24"/>
            </a:pPr>
            <a:r>
              <a:rPr lang="en-IN" sz="2800" b="1" dirty="0">
                <a:solidFill>
                  <a:srgbClr val="000000"/>
                </a:solidFill>
                <a:effectLst/>
                <a:latin typeface="Courier New" panose="02070309020205020404" pitchFamily="49" charset="0"/>
              </a:rPr>
              <a:t>}</a:t>
            </a:r>
          </a:p>
          <a:p>
            <a:pPr marL="114300" marR="0" indent="-342900">
              <a:buFont typeface="+mj-lt"/>
              <a:buAutoNum type="arabicPeriod" startAt="24"/>
            </a:pPr>
            <a:r>
              <a:rPr lang="en-IN" sz="2800" b="1" dirty="0">
                <a:solidFill>
                  <a:srgbClr val="000000"/>
                </a:solidFill>
                <a:effectLst/>
                <a:latin typeface="Courier New" panose="02070309020205020404" pitchFamily="49" charset="0"/>
              </a:rPr>
              <a:t>}</a:t>
            </a:r>
          </a:p>
          <a:p>
            <a:endParaRPr lang="en-IN" dirty="0"/>
          </a:p>
        </p:txBody>
      </p:sp>
    </p:spTree>
    <p:extLst>
      <p:ext uri="{BB962C8B-B14F-4D97-AF65-F5344CB8AC3E}">
        <p14:creationId xmlns:p14="http://schemas.microsoft.com/office/powerpoint/2010/main" val="44791939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8969E5-4788-891B-3F44-96792C0CDA0C}"/>
              </a:ext>
            </a:extLst>
          </p:cNvPr>
          <p:cNvSpPr>
            <a:spLocks noGrp="1"/>
          </p:cNvSpPr>
          <p:nvPr>
            <p:ph idx="1"/>
          </p:nvPr>
        </p:nvSpPr>
        <p:spPr>
          <a:xfrm>
            <a:off x="427383" y="367748"/>
            <a:ext cx="10926417" cy="5809215"/>
          </a:xfrm>
        </p:spPr>
        <p:txBody>
          <a:bodyPr>
            <a:normAutofit/>
          </a:bodyPr>
          <a:lstStyle/>
          <a:p>
            <a:pPr marL="114300" marR="0" indent="-342900">
              <a:buFont typeface="+mj-lt"/>
              <a:buAutoNum type="arabicPeriod" startAt="38"/>
            </a:pPr>
            <a:r>
              <a:rPr lang="en-IN" sz="2400" b="1" dirty="0">
                <a:solidFill>
                  <a:srgbClr val="7F0055"/>
                </a:solidFill>
                <a:effectLst/>
                <a:latin typeface="Courier New" panose="02070309020205020404" pitchFamily="49" charset="0"/>
              </a:rPr>
              <a:t>public</a:t>
            </a:r>
            <a:r>
              <a:rPr lang="en-IN" sz="2400" b="1" dirty="0">
                <a:solidFill>
                  <a:srgbClr val="000000"/>
                </a:solidFill>
                <a:effectLst/>
                <a:latin typeface="Courier New" panose="02070309020205020404" pitchFamily="49" charset="0"/>
              </a:rPr>
              <a:t> </a:t>
            </a:r>
            <a:r>
              <a:rPr lang="en-IN" sz="2400" b="1" dirty="0">
                <a:solidFill>
                  <a:srgbClr val="7F0055"/>
                </a:solidFill>
                <a:effectLst/>
                <a:latin typeface="Courier New" panose="02070309020205020404" pitchFamily="49" charset="0"/>
              </a:rPr>
              <a:t>static</a:t>
            </a:r>
            <a:r>
              <a:rPr lang="en-IN" sz="2400" b="1" dirty="0">
                <a:solidFill>
                  <a:srgbClr val="000000"/>
                </a:solidFill>
                <a:effectLst/>
                <a:latin typeface="Courier New" panose="02070309020205020404" pitchFamily="49" charset="0"/>
              </a:rPr>
              <a:t> </a:t>
            </a:r>
            <a:r>
              <a:rPr lang="en-IN" sz="2400" b="1" dirty="0">
                <a:solidFill>
                  <a:srgbClr val="7F0055"/>
                </a:solidFill>
                <a:effectLst/>
                <a:latin typeface="Courier New" panose="02070309020205020404" pitchFamily="49" charset="0"/>
              </a:rPr>
              <a:t>void</a:t>
            </a:r>
            <a:r>
              <a:rPr lang="en-IN" sz="2400" b="1" dirty="0">
                <a:solidFill>
                  <a:srgbClr val="000000"/>
                </a:solidFill>
                <a:effectLst/>
                <a:latin typeface="Courier New" panose="02070309020205020404" pitchFamily="49" charset="0"/>
              </a:rPr>
              <a:t> main(String[] </a:t>
            </a:r>
            <a:r>
              <a:rPr lang="en-IN" sz="2400" b="1" dirty="0" err="1">
                <a:solidFill>
                  <a:srgbClr val="6A3E3E"/>
                </a:solidFill>
                <a:effectLst/>
                <a:latin typeface="Courier New" panose="02070309020205020404" pitchFamily="49" charset="0"/>
              </a:rPr>
              <a:t>args</a:t>
            </a:r>
            <a:r>
              <a:rPr lang="en-IN" sz="2400" b="1" dirty="0">
                <a:solidFill>
                  <a:srgbClr val="000000"/>
                </a:solidFill>
                <a:effectLst/>
                <a:latin typeface="Courier New" panose="02070309020205020404" pitchFamily="49" charset="0"/>
              </a:rPr>
              <a:t>) {</a:t>
            </a:r>
          </a:p>
          <a:p>
            <a:pPr marL="114300" marR="0" indent="-342900">
              <a:buFont typeface="+mj-lt"/>
              <a:buAutoNum type="arabicPeriod" startAt="38"/>
            </a:pPr>
            <a:r>
              <a:rPr lang="en-IN" sz="2400" b="1" dirty="0" err="1">
                <a:solidFill>
                  <a:srgbClr val="000000"/>
                </a:solidFill>
                <a:effectLst/>
                <a:latin typeface="Courier New" panose="02070309020205020404" pitchFamily="49" charset="0"/>
              </a:rPr>
              <a:t>Minimum_Stack</a:t>
            </a:r>
            <a:r>
              <a:rPr lang="en-IN" sz="2400" b="1" dirty="0">
                <a:solidFill>
                  <a:srgbClr val="000000"/>
                </a:solidFill>
                <a:effectLst/>
                <a:latin typeface="Courier New" panose="02070309020205020404" pitchFamily="49" charset="0"/>
              </a:rPr>
              <a:t> </a:t>
            </a:r>
            <a:r>
              <a:rPr lang="en-IN" sz="2400" b="1" dirty="0">
                <a:solidFill>
                  <a:srgbClr val="6A3E3E"/>
                </a:solidFill>
                <a:effectLst/>
                <a:latin typeface="Courier New" panose="02070309020205020404" pitchFamily="49" charset="0"/>
              </a:rPr>
              <a:t>m</a:t>
            </a:r>
            <a:r>
              <a:rPr lang="en-IN" sz="2400" b="1" dirty="0">
                <a:solidFill>
                  <a:srgbClr val="000000"/>
                </a:solidFill>
                <a:effectLst/>
                <a:latin typeface="Courier New" panose="02070309020205020404" pitchFamily="49" charset="0"/>
              </a:rPr>
              <a:t>=</a:t>
            </a:r>
            <a:r>
              <a:rPr lang="en-IN" sz="2400" b="1" dirty="0">
                <a:solidFill>
                  <a:srgbClr val="7F0055"/>
                </a:solidFill>
                <a:effectLst/>
                <a:latin typeface="Courier New" panose="02070309020205020404" pitchFamily="49" charset="0"/>
              </a:rPr>
              <a:t>new</a:t>
            </a:r>
            <a:r>
              <a:rPr lang="en-IN" sz="2400" b="1" dirty="0">
                <a:solidFill>
                  <a:srgbClr val="000000"/>
                </a:solidFill>
                <a:effectLst/>
                <a:latin typeface="Courier New" panose="02070309020205020404" pitchFamily="49" charset="0"/>
              </a:rPr>
              <a:t> </a:t>
            </a:r>
            <a:r>
              <a:rPr lang="en-IN" sz="2400" b="1" dirty="0" err="1">
                <a:solidFill>
                  <a:srgbClr val="000000"/>
                </a:solidFill>
                <a:effectLst/>
                <a:latin typeface="Courier New" panose="02070309020205020404" pitchFamily="49" charset="0"/>
              </a:rPr>
              <a:t>Minimum_Stack</a:t>
            </a:r>
            <a:r>
              <a:rPr lang="en-IN" sz="2400" b="1" dirty="0">
                <a:solidFill>
                  <a:srgbClr val="000000"/>
                </a:solidFill>
                <a:effectLst/>
                <a:latin typeface="Courier New" panose="02070309020205020404" pitchFamily="49" charset="0"/>
              </a:rPr>
              <a:t>();</a:t>
            </a:r>
          </a:p>
          <a:p>
            <a:pPr marL="114300" marR="0" indent="-342900">
              <a:buFont typeface="+mj-lt"/>
              <a:buAutoNum type="arabicPeriod" startAt="38"/>
            </a:pPr>
            <a:r>
              <a:rPr lang="en-IN" sz="2400" b="1" dirty="0">
                <a:solidFill>
                  <a:srgbClr val="000000"/>
                </a:solidFill>
                <a:effectLst/>
                <a:latin typeface="Courier New" panose="02070309020205020404" pitchFamily="49" charset="0"/>
              </a:rPr>
              <a:t>Scanner </a:t>
            </a:r>
            <a:r>
              <a:rPr lang="en-IN" sz="2400" b="1" u="sng" dirty="0" err="1">
                <a:solidFill>
                  <a:srgbClr val="6A3E3E"/>
                </a:solidFill>
                <a:effectLst/>
                <a:latin typeface="Courier New" panose="02070309020205020404" pitchFamily="49" charset="0"/>
              </a:rPr>
              <a:t>sc</a:t>
            </a:r>
            <a:r>
              <a:rPr lang="en-IN" sz="2400" b="1" dirty="0">
                <a:solidFill>
                  <a:srgbClr val="000000"/>
                </a:solidFill>
                <a:effectLst/>
                <a:latin typeface="Courier New" panose="02070309020205020404" pitchFamily="49" charset="0"/>
              </a:rPr>
              <a:t>=</a:t>
            </a:r>
            <a:r>
              <a:rPr lang="en-IN" sz="2400" b="1" dirty="0">
                <a:solidFill>
                  <a:srgbClr val="7F0055"/>
                </a:solidFill>
                <a:effectLst/>
                <a:latin typeface="Courier New" panose="02070309020205020404" pitchFamily="49" charset="0"/>
              </a:rPr>
              <a:t>new</a:t>
            </a:r>
            <a:r>
              <a:rPr lang="en-IN" sz="2400" b="1" dirty="0">
                <a:solidFill>
                  <a:srgbClr val="000000"/>
                </a:solidFill>
                <a:effectLst/>
                <a:latin typeface="Courier New" panose="02070309020205020404" pitchFamily="49" charset="0"/>
              </a:rPr>
              <a:t> Scanner(System.</a:t>
            </a:r>
            <a:r>
              <a:rPr lang="en-IN" sz="2400" b="1" i="1" dirty="0">
                <a:solidFill>
                  <a:srgbClr val="0000C0"/>
                </a:solidFill>
                <a:effectLst/>
                <a:latin typeface="Courier New" panose="02070309020205020404" pitchFamily="49" charset="0"/>
              </a:rPr>
              <a:t>in</a:t>
            </a:r>
            <a:r>
              <a:rPr lang="en-IN" sz="2400" b="1" dirty="0">
                <a:solidFill>
                  <a:srgbClr val="000000"/>
                </a:solidFill>
                <a:effectLst/>
                <a:latin typeface="Courier New" panose="02070309020205020404" pitchFamily="49" charset="0"/>
              </a:rPr>
              <a:t>);</a:t>
            </a:r>
          </a:p>
          <a:p>
            <a:pPr marL="114300" marR="0" indent="-342900">
              <a:buFont typeface="+mj-lt"/>
              <a:buAutoNum type="arabicPeriod" startAt="38"/>
            </a:pPr>
            <a:r>
              <a:rPr lang="en-IN" sz="2400" b="1" dirty="0">
                <a:solidFill>
                  <a:srgbClr val="7F0055"/>
                </a:solidFill>
                <a:effectLst/>
                <a:latin typeface="Courier New" panose="02070309020205020404" pitchFamily="49" charset="0"/>
              </a:rPr>
              <a:t>int</a:t>
            </a:r>
            <a:r>
              <a:rPr lang="en-IN" sz="2400" b="1" dirty="0">
                <a:solidFill>
                  <a:srgbClr val="000000"/>
                </a:solidFill>
                <a:effectLst/>
                <a:latin typeface="Courier New" panose="02070309020205020404" pitchFamily="49" charset="0"/>
              </a:rPr>
              <a:t> </a:t>
            </a:r>
            <a:r>
              <a:rPr lang="en-IN" sz="2400" b="1" dirty="0">
                <a:solidFill>
                  <a:srgbClr val="6A3E3E"/>
                </a:solidFill>
                <a:effectLst/>
                <a:latin typeface="Courier New" panose="02070309020205020404" pitchFamily="49" charset="0"/>
              </a:rPr>
              <a:t>n</a:t>
            </a:r>
            <a:r>
              <a:rPr lang="en-IN" sz="2400" b="1" dirty="0">
                <a:solidFill>
                  <a:srgbClr val="000000"/>
                </a:solidFill>
                <a:effectLst/>
                <a:latin typeface="Courier New" panose="02070309020205020404" pitchFamily="49" charset="0"/>
              </a:rPr>
              <a:t>=</a:t>
            </a:r>
            <a:r>
              <a:rPr lang="en-IN" sz="2400" b="1" dirty="0" err="1">
                <a:solidFill>
                  <a:srgbClr val="6A3E3E"/>
                </a:solidFill>
                <a:effectLst/>
                <a:latin typeface="Courier New" panose="02070309020205020404" pitchFamily="49" charset="0"/>
              </a:rPr>
              <a:t>sc</a:t>
            </a:r>
            <a:r>
              <a:rPr lang="en-IN" sz="2400" b="1" dirty="0" err="1">
                <a:solidFill>
                  <a:srgbClr val="000000"/>
                </a:solidFill>
                <a:effectLst/>
                <a:latin typeface="Courier New" panose="02070309020205020404" pitchFamily="49" charset="0"/>
              </a:rPr>
              <a:t>.nextInt</a:t>
            </a:r>
            <a:r>
              <a:rPr lang="en-IN" sz="2400" b="1" dirty="0">
                <a:solidFill>
                  <a:srgbClr val="000000"/>
                </a:solidFill>
                <a:effectLst/>
                <a:latin typeface="Courier New" panose="02070309020205020404" pitchFamily="49" charset="0"/>
              </a:rPr>
              <a:t>();</a:t>
            </a:r>
          </a:p>
          <a:p>
            <a:pPr marL="114300" marR="0" indent="-342900">
              <a:buFont typeface="+mj-lt"/>
              <a:buAutoNum type="arabicPeriod" startAt="38"/>
            </a:pPr>
            <a:r>
              <a:rPr lang="en-IN" sz="2400" b="1" dirty="0">
                <a:solidFill>
                  <a:srgbClr val="7F0055"/>
                </a:solidFill>
                <a:effectLst/>
                <a:latin typeface="Courier New" panose="02070309020205020404" pitchFamily="49" charset="0"/>
              </a:rPr>
              <a:t>for</a:t>
            </a:r>
            <a:r>
              <a:rPr lang="en-IN" sz="2400" b="1" dirty="0">
                <a:solidFill>
                  <a:srgbClr val="000000"/>
                </a:solidFill>
                <a:effectLst/>
                <a:latin typeface="Courier New" panose="02070309020205020404" pitchFamily="49" charset="0"/>
              </a:rPr>
              <a:t>(</a:t>
            </a:r>
            <a:r>
              <a:rPr lang="en-IN" sz="2400" b="1" dirty="0">
                <a:solidFill>
                  <a:srgbClr val="7F0055"/>
                </a:solidFill>
                <a:effectLst/>
                <a:latin typeface="Courier New" panose="02070309020205020404" pitchFamily="49" charset="0"/>
              </a:rPr>
              <a:t>int</a:t>
            </a:r>
            <a:r>
              <a:rPr lang="en-IN" sz="2400" b="1" dirty="0">
                <a:solidFill>
                  <a:srgbClr val="000000"/>
                </a:solidFill>
                <a:effectLst/>
                <a:latin typeface="Courier New" panose="02070309020205020404" pitchFamily="49" charset="0"/>
              </a:rPr>
              <a:t> </a:t>
            </a:r>
            <a:r>
              <a:rPr lang="en-IN" sz="2400" b="1" dirty="0" err="1">
                <a:solidFill>
                  <a:srgbClr val="6A3E3E"/>
                </a:solidFill>
                <a:effectLst/>
                <a:latin typeface="Courier New" panose="02070309020205020404" pitchFamily="49" charset="0"/>
              </a:rPr>
              <a:t>i</a:t>
            </a:r>
            <a:r>
              <a:rPr lang="en-IN" sz="2400" b="1" dirty="0">
                <a:solidFill>
                  <a:srgbClr val="000000"/>
                </a:solidFill>
                <a:effectLst/>
                <a:latin typeface="Courier New" panose="02070309020205020404" pitchFamily="49" charset="0"/>
              </a:rPr>
              <a:t>=0;</a:t>
            </a:r>
            <a:r>
              <a:rPr lang="en-IN" sz="2400" b="1" dirty="0">
                <a:solidFill>
                  <a:srgbClr val="6A3E3E"/>
                </a:solidFill>
                <a:effectLst/>
                <a:latin typeface="Courier New" panose="02070309020205020404" pitchFamily="49" charset="0"/>
              </a:rPr>
              <a:t>i</a:t>
            </a:r>
            <a:r>
              <a:rPr lang="en-IN" sz="2400" b="1" dirty="0">
                <a:solidFill>
                  <a:srgbClr val="000000"/>
                </a:solidFill>
                <a:effectLst/>
                <a:latin typeface="Courier New" panose="02070309020205020404" pitchFamily="49" charset="0"/>
              </a:rPr>
              <a:t>&lt;</a:t>
            </a:r>
            <a:r>
              <a:rPr lang="en-IN" sz="2400" b="1" dirty="0" err="1">
                <a:solidFill>
                  <a:srgbClr val="6A3E3E"/>
                </a:solidFill>
                <a:effectLst/>
                <a:latin typeface="Courier New" panose="02070309020205020404" pitchFamily="49" charset="0"/>
              </a:rPr>
              <a:t>n</a:t>
            </a:r>
            <a:r>
              <a:rPr lang="en-IN" sz="2400" b="1" dirty="0" err="1">
                <a:solidFill>
                  <a:srgbClr val="000000"/>
                </a:solidFill>
                <a:effectLst/>
                <a:latin typeface="Courier New" panose="02070309020205020404" pitchFamily="49" charset="0"/>
              </a:rPr>
              <a:t>;</a:t>
            </a:r>
            <a:r>
              <a:rPr lang="en-IN" sz="2400" b="1" dirty="0" err="1">
                <a:solidFill>
                  <a:srgbClr val="6A3E3E"/>
                </a:solidFill>
                <a:effectLst/>
                <a:latin typeface="Courier New" panose="02070309020205020404" pitchFamily="49" charset="0"/>
              </a:rPr>
              <a:t>i</a:t>
            </a:r>
            <a:r>
              <a:rPr lang="en-IN" sz="2400" b="1" dirty="0">
                <a:solidFill>
                  <a:srgbClr val="000000"/>
                </a:solidFill>
                <a:effectLst/>
                <a:latin typeface="Courier New" panose="02070309020205020404" pitchFamily="49" charset="0"/>
              </a:rPr>
              <a:t>++)</a:t>
            </a:r>
          </a:p>
          <a:p>
            <a:pPr marL="114300" marR="0" indent="-342900">
              <a:buFont typeface="+mj-lt"/>
              <a:buAutoNum type="arabicPeriod" startAt="38"/>
            </a:pPr>
            <a:r>
              <a:rPr lang="en-IN" sz="2400" b="1" dirty="0">
                <a:solidFill>
                  <a:srgbClr val="000000"/>
                </a:solidFill>
                <a:effectLst/>
                <a:latin typeface="Courier New" panose="02070309020205020404" pitchFamily="49" charset="0"/>
              </a:rPr>
              <a:t>{</a:t>
            </a:r>
          </a:p>
          <a:p>
            <a:pPr marL="114300" marR="0" indent="-342900">
              <a:buFont typeface="+mj-lt"/>
              <a:buAutoNum type="arabicPeriod" startAt="38"/>
            </a:pPr>
            <a:r>
              <a:rPr lang="en-IN" sz="2400" b="1" dirty="0">
                <a:solidFill>
                  <a:srgbClr val="7F0055"/>
                </a:solidFill>
                <a:effectLst/>
                <a:latin typeface="Courier New" panose="02070309020205020404" pitchFamily="49" charset="0"/>
              </a:rPr>
              <a:t>int</a:t>
            </a:r>
            <a:r>
              <a:rPr lang="en-IN" sz="2400" b="1" dirty="0">
                <a:solidFill>
                  <a:srgbClr val="000000"/>
                </a:solidFill>
                <a:effectLst/>
                <a:latin typeface="Courier New" panose="02070309020205020404" pitchFamily="49" charset="0"/>
              </a:rPr>
              <a:t> </a:t>
            </a:r>
            <a:r>
              <a:rPr lang="en-IN" sz="2400" b="1" dirty="0">
                <a:solidFill>
                  <a:srgbClr val="6A3E3E"/>
                </a:solidFill>
                <a:effectLst/>
                <a:latin typeface="Courier New" panose="02070309020205020404" pitchFamily="49" charset="0"/>
              </a:rPr>
              <a:t>l</a:t>
            </a:r>
            <a:r>
              <a:rPr lang="en-IN" sz="2400" b="1" dirty="0">
                <a:solidFill>
                  <a:srgbClr val="000000"/>
                </a:solidFill>
                <a:effectLst/>
                <a:latin typeface="Courier New" panose="02070309020205020404" pitchFamily="49" charset="0"/>
              </a:rPr>
              <a:t>=</a:t>
            </a:r>
            <a:r>
              <a:rPr lang="en-IN" sz="2400" b="1" dirty="0" err="1">
                <a:solidFill>
                  <a:srgbClr val="6A3E3E"/>
                </a:solidFill>
                <a:effectLst/>
                <a:latin typeface="Courier New" panose="02070309020205020404" pitchFamily="49" charset="0"/>
              </a:rPr>
              <a:t>sc</a:t>
            </a:r>
            <a:r>
              <a:rPr lang="en-IN" sz="2400" b="1" dirty="0" err="1">
                <a:solidFill>
                  <a:srgbClr val="000000"/>
                </a:solidFill>
                <a:effectLst/>
                <a:latin typeface="Courier New" panose="02070309020205020404" pitchFamily="49" charset="0"/>
              </a:rPr>
              <a:t>.nextInt</a:t>
            </a:r>
            <a:r>
              <a:rPr lang="en-IN" sz="2400" b="1" dirty="0">
                <a:solidFill>
                  <a:srgbClr val="000000"/>
                </a:solidFill>
                <a:effectLst/>
                <a:latin typeface="Courier New" panose="02070309020205020404" pitchFamily="49" charset="0"/>
              </a:rPr>
              <a:t>();</a:t>
            </a:r>
          </a:p>
          <a:p>
            <a:pPr marL="114300" marR="0" indent="-342900">
              <a:buFont typeface="+mj-lt"/>
              <a:buAutoNum type="arabicPeriod" startAt="38"/>
            </a:pPr>
            <a:r>
              <a:rPr lang="en-IN" sz="2400" b="1" dirty="0" err="1">
                <a:solidFill>
                  <a:srgbClr val="6A3E3E"/>
                </a:solidFill>
                <a:effectLst/>
                <a:latin typeface="Courier New" panose="02070309020205020404" pitchFamily="49" charset="0"/>
              </a:rPr>
              <a:t>m</a:t>
            </a:r>
            <a:r>
              <a:rPr lang="en-IN" sz="2400" b="1" dirty="0" err="1">
                <a:solidFill>
                  <a:srgbClr val="000000"/>
                </a:solidFill>
                <a:effectLst/>
                <a:latin typeface="Courier New" panose="02070309020205020404" pitchFamily="49" charset="0"/>
              </a:rPr>
              <a:t>.push</a:t>
            </a:r>
            <a:r>
              <a:rPr lang="en-IN" sz="2400" b="1" dirty="0">
                <a:solidFill>
                  <a:srgbClr val="000000"/>
                </a:solidFill>
                <a:effectLst/>
                <a:latin typeface="Courier New" panose="02070309020205020404" pitchFamily="49" charset="0"/>
              </a:rPr>
              <a:t>(</a:t>
            </a:r>
            <a:r>
              <a:rPr lang="en-IN" sz="2400" b="1" dirty="0">
                <a:solidFill>
                  <a:srgbClr val="6A3E3E"/>
                </a:solidFill>
                <a:effectLst/>
                <a:latin typeface="Courier New" panose="02070309020205020404" pitchFamily="49" charset="0"/>
              </a:rPr>
              <a:t>l</a:t>
            </a:r>
            <a:r>
              <a:rPr lang="en-IN" sz="2400" b="1" dirty="0">
                <a:solidFill>
                  <a:srgbClr val="000000"/>
                </a:solidFill>
                <a:effectLst/>
                <a:latin typeface="Courier New" panose="02070309020205020404" pitchFamily="49" charset="0"/>
              </a:rPr>
              <a:t>);</a:t>
            </a:r>
          </a:p>
          <a:p>
            <a:pPr marL="114300" marR="0" indent="-342900">
              <a:buFont typeface="+mj-lt"/>
              <a:buAutoNum type="arabicPeriod" startAt="38"/>
            </a:pPr>
            <a:r>
              <a:rPr lang="en-IN" sz="2400" b="1" dirty="0">
                <a:solidFill>
                  <a:srgbClr val="000000"/>
                </a:solidFill>
                <a:effectLst/>
                <a:latin typeface="Courier New" panose="02070309020205020404" pitchFamily="49" charset="0"/>
              </a:rPr>
              <a:t>}</a:t>
            </a:r>
          </a:p>
          <a:p>
            <a:pPr marL="114300" marR="0" indent="-342900">
              <a:buFont typeface="+mj-lt"/>
              <a:buAutoNum type="arabicPeriod" startAt="38"/>
            </a:pPr>
            <a:r>
              <a:rPr lang="en-IN" sz="2400" b="1" dirty="0" err="1">
                <a:solidFill>
                  <a:srgbClr val="6A3E3E"/>
                </a:solidFill>
                <a:effectLst/>
                <a:latin typeface="Courier New" panose="02070309020205020404" pitchFamily="49" charset="0"/>
              </a:rPr>
              <a:t>m</a:t>
            </a:r>
            <a:r>
              <a:rPr lang="en-IN" sz="2400" b="1" dirty="0" err="1">
                <a:solidFill>
                  <a:srgbClr val="000000"/>
                </a:solidFill>
                <a:effectLst/>
                <a:latin typeface="Courier New" panose="02070309020205020404" pitchFamily="49" charset="0"/>
              </a:rPr>
              <a:t>.getmin</a:t>
            </a:r>
            <a:r>
              <a:rPr lang="en-IN" sz="2400" b="1" dirty="0">
                <a:solidFill>
                  <a:srgbClr val="000000"/>
                </a:solidFill>
                <a:effectLst/>
                <a:latin typeface="Courier New" panose="02070309020205020404" pitchFamily="49" charset="0"/>
              </a:rPr>
              <a:t>();</a:t>
            </a:r>
          </a:p>
          <a:p>
            <a:pPr marL="114300" marR="0" indent="-342900">
              <a:buFont typeface="+mj-lt"/>
              <a:buAutoNum type="arabicPeriod" startAt="38"/>
            </a:pPr>
            <a:r>
              <a:rPr lang="en-IN" sz="2400" b="1" dirty="0">
                <a:solidFill>
                  <a:srgbClr val="000000"/>
                </a:solidFill>
                <a:effectLst/>
                <a:latin typeface="Courier New" panose="02070309020205020404" pitchFamily="49" charset="0"/>
              </a:rPr>
              <a:t>}</a:t>
            </a:r>
          </a:p>
          <a:p>
            <a:pPr marL="114300" marR="0" indent="-342900">
              <a:buFont typeface="+mj-lt"/>
              <a:buAutoNum type="arabicPeriod" startAt="38"/>
            </a:pPr>
            <a:r>
              <a:rPr lang="en-IN" sz="2400" b="1" dirty="0">
                <a:solidFill>
                  <a:srgbClr val="000000"/>
                </a:solidFill>
                <a:effectLst/>
                <a:latin typeface="Courier New" panose="02070309020205020404" pitchFamily="49" charset="0"/>
              </a:rPr>
              <a:t>}</a:t>
            </a:r>
          </a:p>
          <a:p>
            <a:pPr marL="514350" indent="-514350">
              <a:buFont typeface="+mj-lt"/>
              <a:buAutoNum type="arabicPeriod" startAt="38"/>
            </a:pPr>
            <a:endParaRPr lang="en-IN" sz="2400" b="1" dirty="0"/>
          </a:p>
        </p:txBody>
      </p:sp>
    </p:spTree>
    <p:extLst>
      <p:ext uri="{BB962C8B-B14F-4D97-AF65-F5344CB8AC3E}">
        <p14:creationId xmlns:p14="http://schemas.microsoft.com/office/powerpoint/2010/main" val="158100650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6EBDA-3E15-930D-402B-E05AA5563B48}"/>
              </a:ext>
            </a:extLst>
          </p:cNvPr>
          <p:cNvSpPr>
            <a:spLocks noGrp="1"/>
          </p:cNvSpPr>
          <p:nvPr>
            <p:ph type="title"/>
          </p:nvPr>
        </p:nvSpPr>
        <p:spPr>
          <a:xfrm>
            <a:off x="679173" y="127898"/>
            <a:ext cx="10515600" cy="738118"/>
          </a:xfrm>
        </p:spPr>
        <p:txBody>
          <a:bodyPr/>
          <a:lstStyle/>
          <a:p>
            <a:r>
              <a:rPr lang="en-IN" b="1" dirty="0"/>
              <a:t>The Celebrity Problem</a:t>
            </a:r>
          </a:p>
        </p:txBody>
      </p:sp>
      <p:sp>
        <p:nvSpPr>
          <p:cNvPr id="3" name="Content Placeholder 2">
            <a:extLst>
              <a:ext uri="{FF2B5EF4-FFF2-40B4-BE49-F238E27FC236}">
                <a16:creationId xmlns:a16="http://schemas.microsoft.com/office/drawing/2014/main" id="{B4DCDEF0-C173-DF67-D3E9-AFF1DAE90F51}"/>
              </a:ext>
            </a:extLst>
          </p:cNvPr>
          <p:cNvSpPr>
            <a:spLocks noGrp="1"/>
          </p:cNvSpPr>
          <p:nvPr>
            <p:ph idx="1"/>
          </p:nvPr>
        </p:nvSpPr>
        <p:spPr>
          <a:xfrm>
            <a:off x="679173" y="977417"/>
            <a:ext cx="10515600" cy="4903166"/>
          </a:xfrm>
        </p:spPr>
        <p:txBody>
          <a:bodyPr>
            <a:noAutofit/>
          </a:bodyPr>
          <a:lstStyle/>
          <a:p>
            <a:pPr algn="just" rtl="0" fontAlgn="base">
              <a:buFont typeface="Arial" panose="020B0604020202020204" pitchFamily="34" charset="0"/>
              <a:buChar char="•"/>
            </a:pPr>
            <a:r>
              <a:rPr lang="en-US" sz="2300" b="1" i="0" u="none" strike="noStrike" dirty="0">
                <a:effectLst/>
                <a:latin typeface="Nunito Sans" pitchFamily="2" charset="0"/>
              </a:rPr>
              <a:t>Problem: </a:t>
            </a:r>
            <a:r>
              <a:rPr lang="en-US" sz="2300" b="0" i="0" u="none" strike="noStrike" dirty="0">
                <a:effectLst/>
                <a:latin typeface="Nunito Sans" pitchFamily="2" charset="0"/>
              </a:rPr>
              <a:t>You are given a number n, representing the number of people in a party.</a:t>
            </a:r>
            <a:endParaRPr lang="en-US" sz="2300" b="1" i="0" u="none" strike="noStrike" dirty="0">
              <a:effectLst/>
              <a:latin typeface="Arial" panose="020B0604020202020204" pitchFamily="34" charset="0"/>
            </a:endParaRPr>
          </a:p>
          <a:p>
            <a:pPr algn="just" rtl="0" fontAlgn="base">
              <a:buFont typeface="Arial" panose="020B0604020202020204" pitchFamily="34" charset="0"/>
              <a:buChar char="•"/>
            </a:pPr>
            <a:r>
              <a:rPr lang="en-US" sz="2300" b="0" i="0" u="none" strike="noStrike" dirty="0">
                <a:effectLst/>
                <a:latin typeface="Nunito Sans" pitchFamily="2" charset="0"/>
              </a:rPr>
              <a:t>A </a:t>
            </a:r>
            <a:r>
              <a:rPr lang="en-US" sz="2300" b="1" i="0" u="none" strike="noStrike" dirty="0">
                <a:effectLst/>
                <a:latin typeface="Nunito Sans" pitchFamily="2" charset="0"/>
              </a:rPr>
              <a:t>celebrity</a:t>
            </a:r>
            <a:r>
              <a:rPr lang="en-US" sz="2300" b="0" i="0" u="none" strike="noStrike" dirty="0">
                <a:effectLst/>
                <a:latin typeface="Nunito Sans" pitchFamily="2" charset="0"/>
              </a:rPr>
              <a:t> is defined as somebody who knows no other person but everybody else knows him.</a:t>
            </a:r>
            <a:endParaRPr lang="en-US" sz="2300" b="0" i="0" u="none" strike="noStrike" dirty="0">
              <a:effectLst/>
              <a:latin typeface="Arial" panose="020B0604020202020204" pitchFamily="34" charset="0"/>
            </a:endParaRPr>
          </a:p>
          <a:p>
            <a:pPr algn="just" rtl="0" fontAlgn="base">
              <a:buFont typeface="Arial" panose="020B0604020202020204" pitchFamily="34" charset="0"/>
              <a:buChar char="•"/>
            </a:pPr>
            <a:r>
              <a:rPr lang="en-US" sz="2300" b="0" i="0" u="none" strike="noStrike" dirty="0">
                <a:effectLst/>
                <a:latin typeface="Nunito Sans" pitchFamily="2" charset="0"/>
              </a:rPr>
              <a:t>Print the index of the celebrity in the party, and there is no celebrity, then print "none".</a:t>
            </a:r>
          </a:p>
          <a:p>
            <a:pPr algn="just" rtl="0"/>
            <a:r>
              <a:rPr lang="en-US" sz="2300" b="1" i="0" u="none" strike="noStrike" dirty="0">
                <a:effectLst/>
                <a:latin typeface="Nunito Sans" pitchFamily="2" charset="0"/>
              </a:rPr>
              <a:t>Example:</a:t>
            </a:r>
            <a:endParaRPr lang="en-US" sz="2300" b="0" dirty="0">
              <a:effectLst/>
            </a:endParaRPr>
          </a:p>
          <a:p>
            <a:pPr algn="just" rtl="0"/>
            <a:r>
              <a:rPr lang="en-US" sz="2300" b="0" i="0" u="none" strike="noStrike" dirty="0">
                <a:effectLst/>
                <a:latin typeface="Nunito Sans" pitchFamily="2" charset="0"/>
              </a:rPr>
              <a:t>Consider a party of 4 people: with the array of strings as:</a:t>
            </a:r>
            <a:endParaRPr lang="en-US" sz="2300" b="0" dirty="0">
              <a:effectLst/>
            </a:endParaRPr>
          </a:p>
          <a:p>
            <a:pPr algn="just" rtl="0"/>
            <a:r>
              <a:rPr lang="en-US" sz="2300" b="0" i="0" u="none" strike="noStrike" dirty="0">
                <a:effectLst/>
                <a:latin typeface="Nunito Sans" pitchFamily="2" charset="0"/>
              </a:rPr>
              <a:t>0101</a:t>
            </a:r>
            <a:br>
              <a:rPr lang="en-US" sz="2300" b="0" i="0" u="none" strike="noStrike" dirty="0">
                <a:effectLst/>
                <a:latin typeface="Nunito Sans" pitchFamily="2" charset="0"/>
              </a:rPr>
            </a:br>
            <a:r>
              <a:rPr lang="en-US" sz="2300" b="0" i="0" u="none" strike="noStrike" dirty="0">
                <a:effectLst/>
                <a:latin typeface="Nunito Sans" pitchFamily="2" charset="0"/>
              </a:rPr>
              <a:t>0000</a:t>
            </a:r>
            <a:br>
              <a:rPr lang="en-US" sz="2300" b="0" i="0" u="none" strike="noStrike" dirty="0">
                <a:effectLst/>
                <a:latin typeface="Nunito Sans" pitchFamily="2" charset="0"/>
              </a:rPr>
            </a:br>
            <a:r>
              <a:rPr lang="en-US" sz="2300" b="0" i="0" u="none" strike="noStrike" dirty="0">
                <a:effectLst/>
                <a:latin typeface="Nunito Sans" pitchFamily="2" charset="0"/>
              </a:rPr>
              <a:t>1101</a:t>
            </a:r>
            <a:br>
              <a:rPr lang="en-US" sz="2300" b="0" i="0" u="none" strike="noStrike" dirty="0">
                <a:effectLst/>
                <a:latin typeface="Nunito Sans" pitchFamily="2" charset="0"/>
              </a:rPr>
            </a:br>
            <a:r>
              <a:rPr lang="en-US" sz="2300" b="0" i="0" u="none" strike="noStrike" dirty="0">
                <a:effectLst/>
                <a:latin typeface="Nunito Sans" pitchFamily="2" charset="0"/>
              </a:rPr>
              <a:t>                                                               1110</a:t>
            </a:r>
            <a:endParaRPr lang="en-US" sz="2300" b="0" dirty="0">
              <a:effectLst/>
            </a:endParaRPr>
          </a:p>
          <a:p>
            <a:pPr algn="just" rtl="0" fontAlgn="base">
              <a:buFont typeface="Arial" panose="020B0604020202020204" pitchFamily="34" charset="0"/>
              <a:buChar char="•"/>
            </a:pPr>
            <a:r>
              <a:rPr lang="en-US" sz="2300" b="0" i="0" u="none" strike="noStrike" dirty="0">
                <a:effectLst/>
                <a:latin typeface="Nunito Sans" pitchFamily="2" charset="0"/>
              </a:rPr>
              <a:t>In this scenario, the person with index 1 is the celebrity as everybody knows him but he does not know anybody else. </a:t>
            </a:r>
            <a:endParaRPr lang="en-US" sz="2300" b="0" i="0" u="none" strike="noStrike" dirty="0">
              <a:effectLst/>
              <a:latin typeface="Arial" panose="020B0604020202020204" pitchFamily="34" charset="0"/>
            </a:endParaRPr>
          </a:p>
          <a:p>
            <a:pPr algn="just" rtl="0" fontAlgn="base">
              <a:buFont typeface="Arial" panose="020B0604020202020204" pitchFamily="34" charset="0"/>
              <a:buChar char="•"/>
            </a:pPr>
            <a:r>
              <a:rPr lang="en-US" sz="2300" b="0" i="0" u="none" strike="noStrike" dirty="0">
                <a:effectLst/>
                <a:latin typeface="Nunito Sans" pitchFamily="2" charset="0"/>
              </a:rPr>
              <a:t>Hence, the answer will be 1.</a:t>
            </a:r>
            <a:endParaRPr lang="en-US" sz="2300" b="0" i="0" u="none" strike="noStrike" dirty="0">
              <a:effectLst/>
              <a:latin typeface="Arial" panose="020B0604020202020204" pitchFamily="34" charset="0"/>
            </a:endParaRPr>
          </a:p>
          <a:p>
            <a:pPr algn="just" rtl="0" fontAlgn="base">
              <a:buFont typeface="Arial" panose="020B0604020202020204" pitchFamily="34" charset="0"/>
              <a:buChar char="•"/>
            </a:pPr>
            <a:endParaRPr lang="en-US" sz="2300" b="0" i="0" u="none" strike="noStrike" dirty="0">
              <a:effectLst/>
              <a:latin typeface="Arial" panose="020B0604020202020204" pitchFamily="34" charset="0"/>
            </a:endParaRPr>
          </a:p>
        </p:txBody>
      </p:sp>
    </p:spTree>
    <p:extLst>
      <p:ext uri="{BB962C8B-B14F-4D97-AF65-F5344CB8AC3E}">
        <p14:creationId xmlns:p14="http://schemas.microsoft.com/office/powerpoint/2010/main" val="626778202"/>
      </p:ext>
    </p:extLst>
  </p:cSld>
  <p:clrMapOvr>
    <a:masterClrMapping/>
  </p:clrMapOvr>
  <p:transition spd="slow">
    <p:push dir="u"/>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F9D4A-5BA8-F2D0-15A0-B28E40492BBB}"/>
              </a:ext>
            </a:extLst>
          </p:cNvPr>
          <p:cNvSpPr>
            <a:spLocks noGrp="1"/>
          </p:cNvSpPr>
          <p:nvPr>
            <p:ph type="title"/>
          </p:nvPr>
        </p:nvSpPr>
        <p:spPr/>
        <p:txBody>
          <a:bodyPr/>
          <a:lstStyle/>
          <a:p>
            <a:r>
              <a:rPr lang="en-IN" dirty="0"/>
              <a:t>Code</a:t>
            </a:r>
          </a:p>
        </p:txBody>
      </p:sp>
      <p:sp>
        <p:nvSpPr>
          <p:cNvPr id="3" name="Content Placeholder 2">
            <a:extLst>
              <a:ext uri="{FF2B5EF4-FFF2-40B4-BE49-F238E27FC236}">
                <a16:creationId xmlns:a16="http://schemas.microsoft.com/office/drawing/2014/main" id="{865474D8-E318-02DC-33BF-14AEDE34956F}"/>
              </a:ext>
            </a:extLst>
          </p:cNvPr>
          <p:cNvSpPr>
            <a:spLocks noGrp="1"/>
          </p:cNvSpPr>
          <p:nvPr>
            <p:ph idx="1"/>
          </p:nvPr>
        </p:nvSpPr>
        <p:spPr/>
        <p:txBody>
          <a:bodyPr>
            <a:normAutofit/>
          </a:bodyPr>
          <a:lstStyle/>
          <a:p>
            <a:pPr marR="0" indent="-457200">
              <a:buFont typeface="+mj-lt"/>
              <a:buAutoNum type="arabicPeriod"/>
            </a:pPr>
            <a:r>
              <a:rPr lang="en-US" sz="2400" b="1" dirty="0">
                <a:solidFill>
                  <a:srgbClr val="7F0055"/>
                </a:solidFill>
                <a:effectLst/>
                <a:latin typeface="Courier New" panose="02070309020205020404" pitchFamily="49" charset="0"/>
              </a:rPr>
              <a:t>public</a:t>
            </a:r>
            <a:r>
              <a:rPr lang="en-US" sz="2400" b="1" dirty="0">
                <a:solidFill>
                  <a:srgbClr val="000000"/>
                </a:solidFill>
                <a:effectLst/>
                <a:latin typeface="Courier New" panose="02070309020205020404" pitchFamily="49" charset="0"/>
              </a:rPr>
              <a:t> </a:t>
            </a:r>
            <a:r>
              <a:rPr lang="en-US" sz="2400" b="1" dirty="0">
                <a:solidFill>
                  <a:srgbClr val="7F0055"/>
                </a:solidFill>
                <a:effectLst/>
                <a:latin typeface="Courier New" panose="02070309020205020404" pitchFamily="49" charset="0"/>
              </a:rPr>
              <a:t>class</a:t>
            </a:r>
            <a:r>
              <a:rPr lang="en-US" sz="2400" b="1" dirty="0">
                <a:solidFill>
                  <a:srgbClr val="000000"/>
                </a:solidFill>
                <a:effectLst/>
                <a:latin typeface="Courier New" panose="02070309020205020404" pitchFamily="49" charset="0"/>
              </a:rPr>
              <a:t> </a:t>
            </a:r>
            <a:r>
              <a:rPr lang="en-US" sz="2400" b="1" dirty="0" err="1">
                <a:solidFill>
                  <a:srgbClr val="000000"/>
                </a:solidFill>
                <a:effectLst/>
                <a:latin typeface="Courier New" panose="02070309020205020404" pitchFamily="49" charset="0"/>
              </a:rPr>
              <a:t>celebrity_problem</a:t>
            </a:r>
            <a:r>
              <a:rPr lang="en-US" sz="2400" b="1" dirty="0">
                <a:solidFill>
                  <a:srgbClr val="000000"/>
                </a:solidFill>
                <a:effectLst/>
                <a:latin typeface="Courier New" panose="02070309020205020404" pitchFamily="49" charset="0"/>
              </a:rPr>
              <a:t> </a:t>
            </a:r>
          </a:p>
          <a:p>
            <a:pPr marR="0" indent="-457200">
              <a:buFont typeface="+mj-lt"/>
              <a:buAutoNum type="arabicPeriod"/>
            </a:pPr>
            <a:r>
              <a:rPr lang="en-US" sz="2400" b="1" dirty="0">
                <a:solidFill>
                  <a:srgbClr val="000000"/>
                </a:solidFill>
                <a:effectLst/>
                <a:latin typeface="Courier New" panose="02070309020205020404" pitchFamily="49" charset="0"/>
              </a:rPr>
              <a:t>{</a:t>
            </a:r>
          </a:p>
          <a:p>
            <a:pPr marR="0" indent="-457200">
              <a:buFont typeface="+mj-lt"/>
              <a:buAutoNum type="arabicPeriod"/>
            </a:pPr>
            <a:r>
              <a:rPr lang="en-US" sz="2400" b="1" dirty="0">
                <a:solidFill>
                  <a:srgbClr val="7F0055"/>
                </a:solidFill>
                <a:effectLst/>
                <a:latin typeface="Courier New" panose="02070309020205020404" pitchFamily="49" charset="0"/>
              </a:rPr>
              <a:t>    static</a:t>
            </a:r>
            <a:r>
              <a:rPr lang="en-US" sz="2400" b="1" dirty="0">
                <a:solidFill>
                  <a:srgbClr val="000000"/>
                </a:solidFill>
                <a:effectLst/>
                <a:latin typeface="Courier New" panose="02070309020205020404" pitchFamily="49" charset="0"/>
              </a:rPr>
              <a:t> </a:t>
            </a:r>
            <a:r>
              <a:rPr lang="en-US" sz="2400" b="1" dirty="0" err="1">
                <a:solidFill>
                  <a:srgbClr val="7F0055"/>
                </a:solidFill>
                <a:effectLst/>
                <a:latin typeface="Courier New" panose="02070309020205020404" pitchFamily="49" charset="0"/>
              </a:rPr>
              <a:t>boolean</a:t>
            </a:r>
            <a:r>
              <a:rPr lang="en-US" sz="2400" b="1" dirty="0">
                <a:solidFill>
                  <a:srgbClr val="000000"/>
                </a:solidFill>
                <a:effectLst/>
                <a:latin typeface="Courier New" panose="02070309020205020404" pitchFamily="49" charset="0"/>
              </a:rPr>
              <a:t> knows(</a:t>
            </a:r>
            <a:r>
              <a:rPr lang="en-US" sz="2400" b="1" dirty="0">
                <a:solidFill>
                  <a:srgbClr val="7F0055"/>
                </a:solidFill>
                <a:effectLst/>
                <a:latin typeface="Courier New" panose="02070309020205020404" pitchFamily="49" charset="0"/>
              </a:rPr>
              <a:t>int</a:t>
            </a:r>
            <a:r>
              <a:rPr lang="en-US" sz="2400" b="1" dirty="0">
                <a:solidFill>
                  <a:srgbClr val="000000"/>
                </a:solidFill>
                <a:effectLst/>
                <a:latin typeface="Courier New" panose="02070309020205020404" pitchFamily="49" charset="0"/>
              </a:rPr>
              <a:t> </a:t>
            </a:r>
            <a:r>
              <a:rPr lang="en-US" sz="2400" b="1" dirty="0" err="1">
                <a:solidFill>
                  <a:srgbClr val="6A3E3E"/>
                </a:solidFill>
                <a:effectLst/>
                <a:latin typeface="Courier New" panose="02070309020205020404" pitchFamily="49" charset="0"/>
              </a:rPr>
              <a:t>a</a:t>
            </a:r>
            <a:r>
              <a:rPr lang="en-US" sz="2400" b="1" dirty="0" err="1">
                <a:solidFill>
                  <a:srgbClr val="000000"/>
                </a:solidFill>
                <a:effectLst/>
                <a:latin typeface="Courier New" panose="02070309020205020404" pitchFamily="49" charset="0"/>
              </a:rPr>
              <a:t>,</a:t>
            </a:r>
            <a:r>
              <a:rPr lang="en-US" sz="2400" b="1" dirty="0" err="1">
                <a:solidFill>
                  <a:srgbClr val="7F0055"/>
                </a:solidFill>
                <a:effectLst/>
                <a:latin typeface="Courier New" panose="02070309020205020404" pitchFamily="49" charset="0"/>
              </a:rPr>
              <a:t>int</a:t>
            </a:r>
            <a:r>
              <a:rPr lang="en-US" sz="2400" b="1" dirty="0">
                <a:solidFill>
                  <a:srgbClr val="000000"/>
                </a:solidFill>
                <a:effectLst/>
                <a:latin typeface="Courier New" panose="02070309020205020404" pitchFamily="49" charset="0"/>
              </a:rPr>
              <a:t> </a:t>
            </a:r>
            <a:r>
              <a:rPr lang="en-US" sz="2400" b="1" dirty="0" err="1">
                <a:solidFill>
                  <a:srgbClr val="6A3E3E"/>
                </a:solidFill>
                <a:effectLst/>
                <a:latin typeface="Courier New" panose="02070309020205020404" pitchFamily="49" charset="0"/>
              </a:rPr>
              <a:t>b</a:t>
            </a:r>
            <a:r>
              <a:rPr lang="en-US" sz="2400" b="1" dirty="0" err="1">
                <a:solidFill>
                  <a:srgbClr val="000000"/>
                </a:solidFill>
                <a:effectLst/>
                <a:latin typeface="Courier New" panose="02070309020205020404" pitchFamily="49" charset="0"/>
              </a:rPr>
              <a:t>,</a:t>
            </a:r>
            <a:r>
              <a:rPr lang="en-US" sz="2400" b="1" dirty="0" err="1">
                <a:solidFill>
                  <a:srgbClr val="7F0055"/>
                </a:solidFill>
                <a:effectLst/>
                <a:latin typeface="Courier New" panose="02070309020205020404" pitchFamily="49" charset="0"/>
              </a:rPr>
              <a:t>int</a:t>
            </a:r>
            <a:r>
              <a:rPr lang="en-US" sz="2400" b="1" dirty="0">
                <a:solidFill>
                  <a:srgbClr val="000000"/>
                </a:solidFill>
                <a:effectLst/>
                <a:latin typeface="Courier New" panose="02070309020205020404" pitchFamily="49" charset="0"/>
              </a:rPr>
              <a:t> </a:t>
            </a:r>
            <a:r>
              <a:rPr lang="en-US" sz="2400" b="1" dirty="0">
                <a:solidFill>
                  <a:srgbClr val="6A3E3E"/>
                </a:solidFill>
                <a:effectLst/>
                <a:latin typeface="Courier New" panose="02070309020205020404" pitchFamily="49" charset="0"/>
              </a:rPr>
              <a:t>r</a:t>
            </a:r>
            <a:r>
              <a:rPr lang="en-US" sz="2400" b="1" dirty="0">
                <a:solidFill>
                  <a:srgbClr val="000000"/>
                </a:solidFill>
                <a:effectLst/>
                <a:latin typeface="Courier New" panose="02070309020205020404" pitchFamily="49" charset="0"/>
              </a:rPr>
              <a:t>[][])</a:t>
            </a:r>
          </a:p>
          <a:p>
            <a:pPr marR="0" indent="-457200">
              <a:buFont typeface="+mj-lt"/>
              <a:buAutoNum type="arabicPeriod"/>
            </a:pPr>
            <a:r>
              <a:rPr lang="en-US" sz="2400" b="1" dirty="0">
                <a:solidFill>
                  <a:srgbClr val="000000"/>
                </a:solidFill>
                <a:effectLst/>
                <a:latin typeface="Courier New" panose="02070309020205020404" pitchFamily="49" charset="0"/>
              </a:rPr>
              <a:t>       {</a:t>
            </a:r>
          </a:p>
          <a:p>
            <a:pPr marR="0" indent="-457200">
              <a:buFont typeface="+mj-lt"/>
              <a:buAutoNum type="arabicPeriod"/>
            </a:pPr>
            <a:r>
              <a:rPr lang="en-US" sz="2400" b="1" dirty="0">
                <a:solidFill>
                  <a:srgbClr val="7F0055"/>
                </a:solidFill>
                <a:effectLst/>
                <a:latin typeface="Courier New" panose="02070309020205020404" pitchFamily="49" charset="0"/>
              </a:rPr>
              <a:t>            return</a:t>
            </a:r>
            <a:r>
              <a:rPr lang="en-US" sz="2400" b="1" dirty="0">
                <a:solidFill>
                  <a:srgbClr val="000000"/>
                </a:solidFill>
                <a:effectLst/>
                <a:latin typeface="Courier New" panose="02070309020205020404" pitchFamily="49" charset="0"/>
              </a:rPr>
              <a:t> </a:t>
            </a:r>
            <a:r>
              <a:rPr lang="en-US" sz="2400" b="1" dirty="0">
                <a:solidFill>
                  <a:srgbClr val="6A3E3E"/>
                </a:solidFill>
                <a:effectLst/>
                <a:latin typeface="Courier New" panose="02070309020205020404" pitchFamily="49" charset="0"/>
              </a:rPr>
              <a:t>r</a:t>
            </a:r>
            <a:r>
              <a:rPr lang="en-US" sz="2400" b="1" dirty="0">
                <a:solidFill>
                  <a:srgbClr val="000000"/>
                </a:solidFill>
                <a:effectLst/>
                <a:latin typeface="Courier New" panose="02070309020205020404" pitchFamily="49" charset="0"/>
              </a:rPr>
              <a:t>[</a:t>
            </a:r>
            <a:r>
              <a:rPr lang="en-US" sz="2400" b="1" dirty="0">
                <a:solidFill>
                  <a:srgbClr val="6A3E3E"/>
                </a:solidFill>
                <a:effectLst/>
                <a:latin typeface="Courier New" panose="02070309020205020404" pitchFamily="49" charset="0"/>
              </a:rPr>
              <a:t>a</a:t>
            </a:r>
            <a:r>
              <a:rPr lang="en-US" sz="2400" b="1" dirty="0">
                <a:solidFill>
                  <a:srgbClr val="000000"/>
                </a:solidFill>
                <a:effectLst/>
                <a:latin typeface="Courier New" panose="02070309020205020404" pitchFamily="49" charset="0"/>
              </a:rPr>
              <a:t>][</a:t>
            </a:r>
            <a:r>
              <a:rPr lang="en-US" sz="2400" b="1" dirty="0">
                <a:solidFill>
                  <a:srgbClr val="6A3E3E"/>
                </a:solidFill>
                <a:effectLst/>
                <a:latin typeface="Courier New" panose="02070309020205020404" pitchFamily="49" charset="0"/>
              </a:rPr>
              <a:t>b</a:t>
            </a:r>
            <a:r>
              <a:rPr lang="en-US" sz="2400" b="1" dirty="0">
                <a:solidFill>
                  <a:srgbClr val="000000"/>
                </a:solidFill>
                <a:effectLst/>
                <a:latin typeface="Courier New" panose="02070309020205020404" pitchFamily="49" charset="0"/>
              </a:rPr>
              <a:t>]==1;</a:t>
            </a:r>
          </a:p>
          <a:p>
            <a:pPr marR="0" indent="-457200">
              <a:buFont typeface="+mj-lt"/>
              <a:buAutoNum type="arabicPeriod"/>
            </a:pPr>
            <a:r>
              <a:rPr lang="en-US" sz="2400" b="1" dirty="0">
                <a:solidFill>
                  <a:srgbClr val="000000"/>
                </a:solidFill>
                <a:effectLst/>
                <a:latin typeface="Courier New" panose="02070309020205020404" pitchFamily="49" charset="0"/>
              </a:rPr>
              <a:t>       }</a:t>
            </a:r>
          </a:p>
          <a:p>
            <a:pPr marR="0" indent="-457200">
              <a:buFont typeface="+mj-lt"/>
              <a:buAutoNum type="arabicPeriod"/>
            </a:pPr>
            <a:endParaRPr lang="en-US" sz="2400" b="1" dirty="0">
              <a:solidFill>
                <a:srgbClr val="000000"/>
              </a:solidFill>
              <a:effectLst/>
              <a:latin typeface="Courier New" panose="02070309020205020404" pitchFamily="49" charset="0"/>
            </a:endParaRPr>
          </a:p>
          <a:p>
            <a:pPr marL="457200" indent="-457200">
              <a:buFont typeface="+mj-lt"/>
              <a:buAutoNum type="arabicPeriod"/>
            </a:pPr>
            <a:endParaRPr lang="en-IN" sz="2400" b="1" dirty="0"/>
          </a:p>
        </p:txBody>
      </p:sp>
    </p:spTree>
    <p:extLst>
      <p:ext uri="{BB962C8B-B14F-4D97-AF65-F5344CB8AC3E}">
        <p14:creationId xmlns:p14="http://schemas.microsoft.com/office/powerpoint/2010/main" val="321334077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78CCB7-986A-73BD-CD5D-2500753BA1A0}"/>
              </a:ext>
            </a:extLst>
          </p:cNvPr>
          <p:cNvSpPr>
            <a:spLocks noGrp="1"/>
          </p:cNvSpPr>
          <p:nvPr>
            <p:ph idx="1"/>
          </p:nvPr>
        </p:nvSpPr>
        <p:spPr>
          <a:xfrm>
            <a:off x="669235" y="357809"/>
            <a:ext cx="10515600" cy="6400800"/>
          </a:xfrm>
        </p:spPr>
        <p:txBody>
          <a:bodyPr>
            <a:noAutofit/>
          </a:bodyPr>
          <a:lstStyle/>
          <a:p>
            <a:pPr marR="0" indent="-457200">
              <a:buFont typeface="+mj-lt"/>
              <a:buAutoNum type="arabicPeriod" startAt="7"/>
            </a:pPr>
            <a:r>
              <a:rPr lang="en-IN" sz="2100" b="1" dirty="0">
                <a:solidFill>
                  <a:srgbClr val="7F0055"/>
                </a:solidFill>
                <a:effectLst/>
                <a:latin typeface="Courier New" panose="02070309020205020404" pitchFamily="49" charset="0"/>
              </a:rPr>
              <a:t>static</a:t>
            </a:r>
            <a:r>
              <a:rPr lang="en-IN" sz="2100" b="1" dirty="0">
                <a:solidFill>
                  <a:srgbClr val="000000"/>
                </a:solidFill>
                <a:effectLst/>
                <a:latin typeface="Courier New" panose="02070309020205020404" pitchFamily="49" charset="0"/>
              </a:rPr>
              <a:t> </a:t>
            </a:r>
            <a:r>
              <a:rPr lang="en-IN" sz="2100" b="1" dirty="0">
                <a:solidFill>
                  <a:srgbClr val="7F0055"/>
                </a:solidFill>
                <a:effectLst/>
                <a:latin typeface="Courier New" panose="02070309020205020404" pitchFamily="49" charset="0"/>
              </a:rPr>
              <a:t>int</a:t>
            </a:r>
            <a:r>
              <a:rPr lang="en-IN" sz="2100" b="1" dirty="0">
                <a:solidFill>
                  <a:srgbClr val="000000"/>
                </a:solidFill>
                <a:effectLst/>
                <a:latin typeface="Courier New" panose="02070309020205020404" pitchFamily="49" charset="0"/>
              </a:rPr>
              <a:t> </a:t>
            </a:r>
            <a:r>
              <a:rPr lang="en-IN" sz="2100" b="1" dirty="0" err="1">
                <a:solidFill>
                  <a:srgbClr val="000000"/>
                </a:solidFill>
                <a:effectLst/>
                <a:latin typeface="Courier New" panose="02070309020205020404" pitchFamily="49" charset="0"/>
              </a:rPr>
              <a:t>findcelebrity</a:t>
            </a:r>
            <a:r>
              <a:rPr lang="en-IN" sz="2100" b="1" dirty="0">
                <a:solidFill>
                  <a:srgbClr val="000000"/>
                </a:solidFill>
                <a:effectLst/>
                <a:latin typeface="Courier New" panose="02070309020205020404" pitchFamily="49" charset="0"/>
              </a:rPr>
              <a:t>(</a:t>
            </a:r>
            <a:r>
              <a:rPr lang="en-IN" sz="2100" b="1" dirty="0">
                <a:solidFill>
                  <a:srgbClr val="7F0055"/>
                </a:solidFill>
                <a:effectLst/>
                <a:latin typeface="Courier New" panose="02070309020205020404" pitchFamily="49" charset="0"/>
              </a:rPr>
              <a:t>int</a:t>
            </a:r>
            <a:r>
              <a:rPr lang="en-IN" sz="2100" b="1" dirty="0">
                <a:solidFill>
                  <a:srgbClr val="000000"/>
                </a:solidFill>
                <a:effectLst/>
                <a:latin typeface="Courier New" panose="02070309020205020404" pitchFamily="49" charset="0"/>
              </a:rPr>
              <a:t> </a:t>
            </a:r>
            <a:r>
              <a:rPr lang="en-IN" sz="2100" b="1" dirty="0" err="1">
                <a:solidFill>
                  <a:srgbClr val="6A3E3E"/>
                </a:solidFill>
                <a:effectLst/>
                <a:latin typeface="Courier New" panose="02070309020205020404" pitchFamily="49" charset="0"/>
              </a:rPr>
              <a:t>n</a:t>
            </a:r>
            <a:r>
              <a:rPr lang="en-IN" sz="2100" b="1" dirty="0" err="1">
                <a:solidFill>
                  <a:srgbClr val="000000"/>
                </a:solidFill>
                <a:effectLst/>
                <a:latin typeface="Courier New" panose="02070309020205020404" pitchFamily="49" charset="0"/>
              </a:rPr>
              <a:t>,</a:t>
            </a:r>
            <a:r>
              <a:rPr lang="en-IN" sz="2100" b="1" dirty="0" err="1">
                <a:solidFill>
                  <a:srgbClr val="7F0055"/>
                </a:solidFill>
                <a:effectLst/>
                <a:latin typeface="Courier New" panose="02070309020205020404" pitchFamily="49" charset="0"/>
              </a:rPr>
              <a:t>int</a:t>
            </a:r>
            <a:r>
              <a:rPr lang="en-IN" sz="2100" b="1" dirty="0">
                <a:solidFill>
                  <a:srgbClr val="000000"/>
                </a:solidFill>
                <a:effectLst/>
                <a:latin typeface="Courier New" panose="02070309020205020404" pitchFamily="49" charset="0"/>
              </a:rPr>
              <a:t> </a:t>
            </a:r>
            <a:r>
              <a:rPr lang="en-IN" sz="2100" b="1" dirty="0">
                <a:solidFill>
                  <a:srgbClr val="6A3E3E"/>
                </a:solidFill>
                <a:effectLst/>
                <a:latin typeface="Courier New" panose="02070309020205020404" pitchFamily="49" charset="0"/>
              </a:rPr>
              <a:t>m</a:t>
            </a:r>
            <a:r>
              <a:rPr lang="en-IN" sz="2100" b="1" dirty="0">
                <a:solidFill>
                  <a:srgbClr val="000000"/>
                </a:solidFill>
                <a:effectLst/>
                <a:latin typeface="Courier New" panose="02070309020205020404" pitchFamily="49" charset="0"/>
              </a:rPr>
              <a:t>[][])</a:t>
            </a:r>
          </a:p>
          <a:p>
            <a:pPr marR="0" indent="-457200">
              <a:buFont typeface="+mj-lt"/>
              <a:buAutoNum type="arabicPeriod" startAt="7"/>
            </a:pPr>
            <a:r>
              <a:rPr lang="en-IN" sz="2100" b="1" dirty="0">
                <a:solidFill>
                  <a:srgbClr val="000000"/>
                </a:solidFill>
                <a:effectLst/>
                <a:latin typeface="Courier New" panose="02070309020205020404" pitchFamily="49" charset="0"/>
              </a:rPr>
              <a:t>{</a:t>
            </a:r>
          </a:p>
          <a:p>
            <a:pPr marR="0" indent="-457200">
              <a:buFont typeface="+mj-lt"/>
              <a:buAutoNum type="arabicPeriod" startAt="7"/>
            </a:pPr>
            <a:r>
              <a:rPr lang="en-IN" sz="2100" b="1" dirty="0">
                <a:solidFill>
                  <a:srgbClr val="000000"/>
                </a:solidFill>
                <a:effectLst/>
                <a:latin typeface="Courier New" panose="02070309020205020404" pitchFamily="49" charset="0"/>
              </a:rPr>
              <a:t>           Stack&lt;Integer&gt; </a:t>
            </a:r>
            <a:r>
              <a:rPr lang="en-IN" sz="2100" b="1" dirty="0" err="1">
                <a:solidFill>
                  <a:srgbClr val="6A3E3E"/>
                </a:solidFill>
                <a:effectLst/>
                <a:latin typeface="Courier New" panose="02070309020205020404" pitchFamily="49" charset="0"/>
              </a:rPr>
              <a:t>st</a:t>
            </a:r>
            <a:r>
              <a:rPr lang="en-IN" sz="2100" b="1" dirty="0">
                <a:solidFill>
                  <a:srgbClr val="000000"/>
                </a:solidFill>
                <a:effectLst/>
                <a:latin typeface="Courier New" panose="02070309020205020404" pitchFamily="49" charset="0"/>
              </a:rPr>
              <a:t>=</a:t>
            </a:r>
            <a:r>
              <a:rPr lang="en-IN" sz="2100" b="1" dirty="0">
                <a:solidFill>
                  <a:srgbClr val="7F0055"/>
                </a:solidFill>
                <a:effectLst/>
                <a:latin typeface="Courier New" panose="02070309020205020404" pitchFamily="49" charset="0"/>
              </a:rPr>
              <a:t>new</a:t>
            </a:r>
            <a:r>
              <a:rPr lang="en-IN" sz="2100" b="1" dirty="0">
                <a:solidFill>
                  <a:srgbClr val="000000"/>
                </a:solidFill>
                <a:effectLst/>
                <a:latin typeface="Courier New" panose="02070309020205020404" pitchFamily="49" charset="0"/>
              </a:rPr>
              <a:t> Stack&lt;&gt;();</a:t>
            </a:r>
          </a:p>
          <a:p>
            <a:pPr marR="0" indent="-457200">
              <a:buFont typeface="+mj-lt"/>
              <a:buAutoNum type="arabicPeriod" startAt="7"/>
            </a:pPr>
            <a:r>
              <a:rPr lang="en-IN" sz="2100" b="1" dirty="0">
                <a:solidFill>
                  <a:srgbClr val="7F0055"/>
                </a:solidFill>
                <a:effectLst/>
                <a:latin typeface="Courier New" panose="02070309020205020404" pitchFamily="49" charset="0"/>
              </a:rPr>
              <a:t>            int</a:t>
            </a:r>
            <a:r>
              <a:rPr lang="en-IN" sz="2100" b="1" dirty="0">
                <a:solidFill>
                  <a:srgbClr val="000000"/>
                </a:solidFill>
                <a:effectLst/>
                <a:latin typeface="Courier New" panose="02070309020205020404" pitchFamily="49" charset="0"/>
              </a:rPr>
              <a:t> </a:t>
            </a:r>
            <a:r>
              <a:rPr lang="en-IN" sz="2100" b="1" dirty="0">
                <a:solidFill>
                  <a:srgbClr val="6A3E3E"/>
                </a:solidFill>
                <a:effectLst/>
                <a:latin typeface="Courier New" panose="02070309020205020404" pitchFamily="49" charset="0"/>
              </a:rPr>
              <a:t>c</a:t>
            </a:r>
            <a:r>
              <a:rPr lang="en-IN" sz="2100" b="1" dirty="0">
                <a:solidFill>
                  <a:srgbClr val="000000"/>
                </a:solidFill>
                <a:effectLst/>
                <a:latin typeface="Courier New" panose="02070309020205020404" pitchFamily="49" charset="0"/>
              </a:rPr>
              <a:t>;</a:t>
            </a:r>
          </a:p>
          <a:p>
            <a:pPr marR="0" indent="-457200">
              <a:buFont typeface="+mj-lt"/>
              <a:buAutoNum type="arabicPeriod" startAt="7"/>
            </a:pPr>
            <a:r>
              <a:rPr lang="en-IN" sz="2100" b="1" dirty="0">
                <a:solidFill>
                  <a:srgbClr val="7F0055"/>
                </a:solidFill>
                <a:effectLst/>
                <a:latin typeface="Courier New" panose="02070309020205020404" pitchFamily="49" charset="0"/>
              </a:rPr>
              <a:t>  for</a:t>
            </a:r>
            <a:r>
              <a:rPr lang="en-IN" sz="2100" b="1" dirty="0">
                <a:solidFill>
                  <a:srgbClr val="000000"/>
                </a:solidFill>
                <a:effectLst/>
                <a:latin typeface="Courier New" panose="02070309020205020404" pitchFamily="49" charset="0"/>
              </a:rPr>
              <a:t>(</a:t>
            </a:r>
            <a:r>
              <a:rPr lang="en-IN" sz="2100" b="1" dirty="0">
                <a:solidFill>
                  <a:srgbClr val="7F0055"/>
                </a:solidFill>
                <a:effectLst/>
                <a:latin typeface="Courier New" panose="02070309020205020404" pitchFamily="49" charset="0"/>
              </a:rPr>
              <a:t>int</a:t>
            </a:r>
            <a:r>
              <a:rPr lang="en-IN" sz="2100" b="1" dirty="0">
                <a:solidFill>
                  <a:srgbClr val="000000"/>
                </a:solidFill>
                <a:effectLst/>
                <a:latin typeface="Courier New" panose="02070309020205020404" pitchFamily="49" charset="0"/>
              </a:rPr>
              <a:t> </a:t>
            </a:r>
            <a:r>
              <a:rPr lang="en-IN" sz="2100" b="1" dirty="0" err="1">
                <a:solidFill>
                  <a:srgbClr val="6A3E3E"/>
                </a:solidFill>
                <a:effectLst/>
                <a:latin typeface="Courier New" panose="02070309020205020404" pitchFamily="49" charset="0"/>
              </a:rPr>
              <a:t>i</a:t>
            </a:r>
            <a:r>
              <a:rPr lang="en-IN" sz="2100" b="1" dirty="0">
                <a:solidFill>
                  <a:srgbClr val="000000"/>
                </a:solidFill>
                <a:effectLst/>
                <a:latin typeface="Courier New" panose="02070309020205020404" pitchFamily="49" charset="0"/>
              </a:rPr>
              <a:t>=0;</a:t>
            </a:r>
            <a:r>
              <a:rPr lang="en-IN" sz="2100" b="1" dirty="0">
                <a:solidFill>
                  <a:srgbClr val="6A3E3E"/>
                </a:solidFill>
                <a:effectLst/>
                <a:latin typeface="Courier New" panose="02070309020205020404" pitchFamily="49" charset="0"/>
              </a:rPr>
              <a:t>i</a:t>
            </a:r>
            <a:r>
              <a:rPr lang="en-IN" sz="2100" b="1" dirty="0">
                <a:solidFill>
                  <a:srgbClr val="000000"/>
                </a:solidFill>
                <a:effectLst/>
                <a:latin typeface="Courier New" panose="02070309020205020404" pitchFamily="49" charset="0"/>
              </a:rPr>
              <a:t>&lt;</a:t>
            </a:r>
            <a:r>
              <a:rPr lang="en-IN" sz="2100" b="1" dirty="0" err="1">
                <a:solidFill>
                  <a:srgbClr val="6A3E3E"/>
                </a:solidFill>
                <a:effectLst/>
                <a:latin typeface="Courier New" panose="02070309020205020404" pitchFamily="49" charset="0"/>
              </a:rPr>
              <a:t>n</a:t>
            </a:r>
            <a:r>
              <a:rPr lang="en-IN" sz="2100" b="1" dirty="0" err="1">
                <a:solidFill>
                  <a:srgbClr val="000000"/>
                </a:solidFill>
                <a:effectLst/>
                <a:latin typeface="Courier New" panose="02070309020205020404" pitchFamily="49" charset="0"/>
              </a:rPr>
              <a:t>;</a:t>
            </a:r>
            <a:r>
              <a:rPr lang="en-IN" sz="2100" b="1" dirty="0" err="1">
                <a:solidFill>
                  <a:srgbClr val="6A3E3E"/>
                </a:solidFill>
                <a:effectLst/>
                <a:latin typeface="Courier New" panose="02070309020205020404" pitchFamily="49" charset="0"/>
              </a:rPr>
              <a:t>i</a:t>
            </a:r>
            <a:r>
              <a:rPr lang="en-IN" sz="2100" b="1" dirty="0">
                <a:solidFill>
                  <a:srgbClr val="000000"/>
                </a:solidFill>
                <a:effectLst/>
                <a:latin typeface="Courier New" panose="02070309020205020404" pitchFamily="49" charset="0"/>
              </a:rPr>
              <a:t>++)</a:t>
            </a:r>
          </a:p>
          <a:p>
            <a:pPr marR="0" indent="-457200">
              <a:buFont typeface="+mj-lt"/>
              <a:buAutoNum type="arabicPeriod" startAt="7"/>
            </a:pPr>
            <a:r>
              <a:rPr lang="en-IN" sz="2100" b="1" dirty="0">
                <a:solidFill>
                  <a:srgbClr val="000000"/>
                </a:solidFill>
                <a:latin typeface="Courier New" panose="02070309020205020404" pitchFamily="49" charset="0"/>
              </a:rPr>
              <a:t>          </a:t>
            </a:r>
            <a:r>
              <a:rPr lang="en-IN" sz="2100" b="1" dirty="0" err="1">
                <a:solidFill>
                  <a:srgbClr val="6A3E3E"/>
                </a:solidFill>
                <a:effectLst/>
                <a:latin typeface="Courier New" panose="02070309020205020404" pitchFamily="49" charset="0"/>
              </a:rPr>
              <a:t>st</a:t>
            </a:r>
            <a:r>
              <a:rPr lang="en-IN" sz="2100" b="1" dirty="0" err="1">
                <a:solidFill>
                  <a:srgbClr val="000000"/>
                </a:solidFill>
                <a:effectLst/>
                <a:latin typeface="Courier New" panose="02070309020205020404" pitchFamily="49" charset="0"/>
              </a:rPr>
              <a:t>.push</a:t>
            </a:r>
            <a:r>
              <a:rPr lang="en-IN" sz="2100" b="1" dirty="0">
                <a:solidFill>
                  <a:srgbClr val="000000"/>
                </a:solidFill>
                <a:effectLst/>
                <a:latin typeface="Courier New" panose="02070309020205020404" pitchFamily="49" charset="0"/>
              </a:rPr>
              <a:t>(</a:t>
            </a:r>
            <a:r>
              <a:rPr lang="en-IN" sz="2100" b="1" dirty="0" err="1">
                <a:solidFill>
                  <a:srgbClr val="6A3E3E"/>
                </a:solidFill>
                <a:effectLst/>
                <a:latin typeface="Courier New" panose="02070309020205020404" pitchFamily="49" charset="0"/>
              </a:rPr>
              <a:t>i</a:t>
            </a:r>
            <a:r>
              <a:rPr lang="en-IN" sz="2100" b="1" dirty="0">
                <a:solidFill>
                  <a:srgbClr val="000000"/>
                </a:solidFill>
                <a:effectLst/>
                <a:latin typeface="Courier New" panose="02070309020205020404" pitchFamily="49" charset="0"/>
              </a:rPr>
              <a:t>);</a:t>
            </a:r>
          </a:p>
          <a:p>
            <a:pPr marR="0" indent="-457200">
              <a:buFont typeface="+mj-lt"/>
              <a:buAutoNum type="arabicPeriod" startAt="7"/>
            </a:pPr>
            <a:r>
              <a:rPr lang="en-IN" sz="2100" b="1" dirty="0">
                <a:solidFill>
                  <a:srgbClr val="7F0055"/>
                </a:solidFill>
                <a:effectLst/>
                <a:latin typeface="Courier New" panose="02070309020205020404" pitchFamily="49" charset="0"/>
              </a:rPr>
              <a:t>  while</a:t>
            </a:r>
            <a:r>
              <a:rPr lang="en-IN" sz="2100" b="1" dirty="0">
                <a:solidFill>
                  <a:srgbClr val="000000"/>
                </a:solidFill>
                <a:effectLst/>
                <a:latin typeface="Courier New" panose="02070309020205020404" pitchFamily="49" charset="0"/>
              </a:rPr>
              <a:t>(</a:t>
            </a:r>
            <a:r>
              <a:rPr lang="en-IN" sz="2100" b="1" dirty="0" err="1">
                <a:solidFill>
                  <a:srgbClr val="6A3E3E"/>
                </a:solidFill>
                <a:effectLst/>
                <a:latin typeface="Courier New" panose="02070309020205020404" pitchFamily="49" charset="0"/>
              </a:rPr>
              <a:t>st</a:t>
            </a:r>
            <a:r>
              <a:rPr lang="en-IN" sz="2100" b="1" dirty="0" err="1">
                <a:solidFill>
                  <a:srgbClr val="000000"/>
                </a:solidFill>
                <a:effectLst/>
                <a:latin typeface="Courier New" panose="02070309020205020404" pitchFamily="49" charset="0"/>
              </a:rPr>
              <a:t>.size</a:t>
            </a:r>
            <a:r>
              <a:rPr lang="en-IN" sz="2100" b="1" dirty="0">
                <a:solidFill>
                  <a:srgbClr val="000000"/>
                </a:solidFill>
                <a:effectLst/>
                <a:latin typeface="Courier New" panose="02070309020205020404" pitchFamily="49" charset="0"/>
              </a:rPr>
              <a:t>()&gt;1)</a:t>
            </a:r>
          </a:p>
          <a:p>
            <a:pPr marR="0" indent="-457200">
              <a:buFont typeface="+mj-lt"/>
              <a:buAutoNum type="arabicPeriod" startAt="7"/>
            </a:pPr>
            <a:r>
              <a:rPr lang="en-IN" sz="2100" b="1" dirty="0">
                <a:solidFill>
                  <a:srgbClr val="000000"/>
                </a:solidFill>
                <a:effectLst/>
                <a:latin typeface="Courier New" panose="02070309020205020404" pitchFamily="49" charset="0"/>
              </a:rPr>
              <a:t>  {</a:t>
            </a:r>
          </a:p>
          <a:p>
            <a:pPr marR="0" indent="-457200">
              <a:buFont typeface="+mj-lt"/>
              <a:buAutoNum type="arabicPeriod" startAt="7"/>
            </a:pPr>
            <a:r>
              <a:rPr lang="en-IN" sz="2100" b="1" dirty="0">
                <a:solidFill>
                  <a:srgbClr val="7F0055"/>
                </a:solidFill>
                <a:effectLst/>
                <a:latin typeface="Courier New" panose="02070309020205020404" pitchFamily="49" charset="0"/>
              </a:rPr>
              <a:t>    int</a:t>
            </a:r>
            <a:r>
              <a:rPr lang="en-IN" sz="2100" b="1" dirty="0">
                <a:solidFill>
                  <a:srgbClr val="000000"/>
                </a:solidFill>
                <a:effectLst/>
                <a:latin typeface="Courier New" panose="02070309020205020404" pitchFamily="49" charset="0"/>
              </a:rPr>
              <a:t> </a:t>
            </a:r>
            <a:r>
              <a:rPr lang="en-IN" sz="2100" b="1" dirty="0">
                <a:solidFill>
                  <a:srgbClr val="6A3E3E"/>
                </a:solidFill>
                <a:effectLst/>
                <a:latin typeface="Courier New" panose="02070309020205020404" pitchFamily="49" charset="0"/>
              </a:rPr>
              <a:t>a</a:t>
            </a:r>
            <a:r>
              <a:rPr lang="en-IN" sz="2100" b="1" dirty="0">
                <a:solidFill>
                  <a:srgbClr val="000000"/>
                </a:solidFill>
                <a:effectLst/>
                <a:latin typeface="Courier New" panose="02070309020205020404" pitchFamily="49" charset="0"/>
              </a:rPr>
              <a:t>=</a:t>
            </a:r>
            <a:r>
              <a:rPr lang="en-IN" sz="2100" b="1" dirty="0" err="1">
                <a:solidFill>
                  <a:srgbClr val="6A3E3E"/>
                </a:solidFill>
                <a:effectLst/>
                <a:latin typeface="Courier New" panose="02070309020205020404" pitchFamily="49" charset="0"/>
              </a:rPr>
              <a:t>st</a:t>
            </a:r>
            <a:r>
              <a:rPr lang="en-IN" sz="2100" b="1" dirty="0" err="1">
                <a:solidFill>
                  <a:srgbClr val="000000"/>
                </a:solidFill>
                <a:effectLst/>
                <a:latin typeface="Courier New" panose="02070309020205020404" pitchFamily="49" charset="0"/>
              </a:rPr>
              <a:t>.pop</a:t>
            </a:r>
            <a:r>
              <a:rPr lang="en-IN" sz="2100" b="1" dirty="0">
                <a:solidFill>
                  <a:srgbClr val="000000"/>
                </a:solidFill>
                <a:effectLst/>
                <a:latin typeface="Courier New" panose="02070309020205020404" pitchFamily="49" charset="0"/>
              </a:rPr>
              <a:t>();</a:t>
            </a:r>
          </a:p>
          <a:p>
            <a:pPr marR="0" indent="-457200">
              <a:buFont typeface="+mj-lt"/>
              <a:buAutoNum type="arabicPeriod" startAt="7"/>
            </a:pPr>
            <a:r>
              <a:rPr lang="en-IN" sz="2100" b="1" dirty="0">
                <a:solidFill>
                  <a:srgbClr val="7F0055"/>
                </a:solidFill>
                <a:effectLst/>
                <a:latin typeface="Courier New" panose="02070309020205020404" pitchFamily="49" charset="0"/>
              </a:rPr>
              <a:t>    int</a:t>
            </a:r>
            <a:r>
              <a:rPr lang="en-IN" sz="2100" b="1" dirty="0">
                <a:solidFill>
                  <a:srgbClr val="000000"/>
                </a:solidFill>
                <a:effectLst/>
                <a:latin typeface="Courier New" panose="02070309020205020404" pitchFamily="49" charset="0"/>
              </a:rPr>
              <a:t> </a:t>
            </a:r>
            <a:r>
              <a:rPr lang="en-IN" sz="2100" b="1" dirty="0">
                <a:solidFill>
                  <a:srgbClr val="6A3E3E"/>
                </a:solidFill>
                <a:effectLst/>
                <a:latin typeface="Courier New" panose="02070309020205020404" pitchFamily="49" charset="0"/>
              </a:rPr>
              <a:t>b</a:t>
            </a:r>
            <a:r>
              <a:rPr lang="en-IN" sz="2100" b="1" dirty="0">
                <a:solidFill>
                  <a:srgbClr val="000000"/>
                </a:solidFill>
                <a:effectLst/>
                <a:latin typeface="Courier New" panose="02070309020205020404" pitchFamily="49" charset="0"/>
              </a:rPr>
              <a:t>=</a:t>
            </a:r>
            <a:r>
              <a:rPr lang="en-IN" sz="2100" b="1" dirty="0" err="1">
                <a:solidFill>
                  <a:srgbClr val="6A3E3E"/>
                </a:solidFill>
                <a:effectLst/>
                <a:latin typeface="Courier New" panose="02070309020205020404" pitchFamily="49" charset="0"/>
              </a:rPr>
              <a:t>st</a:t>
            </a:r>
            <a:r>
              <a:rPr lang="en-IN" sz="2100" b="1" dirty="0" err="1">
                <a:solidFill>
                  <a:srgbClr val="000000"/>
                </a:solidFill>
                <a:effectLst/>
                <a:latin typeface="Courier New" panose="02070309020205020404" pitchFamily="49" charset="0"/>
              </a:rPr>
              <a:t>.pop</a:t>
            </a:r>
            <a:r>
              <a:rPr lang="en-IN" sz="2100" b="1" dirty="0">
                <a:solidFill>
                  <a:srgbClr val="000000"/>
                </a:solidFill>
                <a:effectLst/>
                <a:latin typeface="Courier New" panose="02070309020205020404" pitchFamily="49" charset="0"/>
              </a:rPr>
              <a:t>();</a:t>
            </a:r>
          </a:p>
          <a:p>
            <a:pPr marR="0" indent="-457200">
              <a:buFont typeface="+mj-lt"/>
              <a:buAutoNum type="arabicPeriod" startAt="7"/>
            </a:pPr>
            <a:r>
              <a:rPr lang="en-IN" sz="2100" b="1" dirty="0">
                <a:solidFill>
                  <a:srgbClr val="7F0055"/>
                </a:solidFill>
                <a:effectLst/>
                <a:latin typeface="Courier New" panose="02070309020205020404" pitchFamily="49" charset="0"/>
              </a:rPr>
              <a:t>        if</a:t>
            </a:r>
            <a:r>
              <a:rPr lang="en-IN" sz="2100" b="1" dirty="0">
                <a:solidFill>
                  <a:srgbClr val="000000"/>
                </a:solidFill>
                <a:effectLst/>
                <a:latin typeface="Courier New" panose="02070309020205020404" pitchFamily="49" charset="0"/>
              </a:rPr>
              <a:t>(</a:t>
            </a:r>
            <a:r>
              <a:rPr lang="en-IN" sz="2100" b="1" i="1" dirty="0">
                <a:solidFill>
                  <a:srgbClr val="000000"/>
                </a:solidFill>
                <a:effectLst/>
                <a:latin typeface="Courier New" panose="02070309020205020404" pitchFamily="49" charset="0"/>
              </a:rPr>
              <a:t>knows</a:t>
            </a:r>
            <a:r>
              <a:rPr lang="en-IN" sz="2100" b="1" dirty="0">
                <a:solidFill>
                  <a:srgbClr val="000000"/>
                </a:solidFill>
                <a:effectLst/>
                <a:latin typeface="Courier New" panose="02070309020205020404" pitchFamily="49" charset="0"/>
              </a:rPr>
              <a:t>(</a:t>
            </a:r>
            <a:r>
              <a:rPr lang="en-IN" sz="2100" b="1" dirty="0" err="1">
                <a:solidFill>
                  <a:srgbClr val="6A3E3E"/>
                </a:solidFill>
                <a:effectLst/>
                <a:latin typeface="Courier New" panose="02070309020205020404" pitchFamily="49" charset="0"/>
              </a:rPr>
              <a:t>a</a:t>
            </a:r>
            <a:r>
              <a:rPr lang="en-IN" sz="2100" b="1" dirty="0" err="1">
                <a:solidFill>
                  <a:srgbClr val="000000"/>
                </a:solidFill>
                <a:effectLst/>
                <a:latin typeface="Courier New" panose="02070309020205020404" pitchFamily="49" charset="0"/>
              </a:rPr>
              <a:t>,</a:t>
            </a:r>
            <a:r>
              <a:rPr lang="en-IN" sz="2100" b="1" dirty="0" err="1">
                <a:solidFill>
                  <a:srgbClr val="6A3E3E"/>
                </a:solidFill>
                <a:effectLst/>
                <a:latin typeface="Courier New" panose="02070309020205020404" pitchFamily="49" charset="0"/>
              </a:rPr>
              <a:t>b</a:t>
            </a:r>
            <a:r>
              <a:rPr lang="en-IN" sz="2100" b="1" dirty="0" err="1">
                <a:solidFill>
                  <a:srgbClr val="000000"/>
                </a:solidFill>
                <a:effectLst/>
                <a:latin typeface="Courier New" panose="02070309020205020404" pitchFamily="49" charset="0"/>
              </a:rPr>
              <a:t>,</a:t>
            </a:r>
            <a:r>
              <a:rPr lang="en-IN" sz="2100" b="1" dirty="0" err="1">
                <a:solidFill>
                  <a:srgbClr val="6A3E3E"/>
                </a:solidFill>
                <a:effectLst/>
                <a:latin typeface="Courier New" panose="02070309020205020404" pitchFamily="49" charset="0"/>
              </a:rPr>
              <a:t>m</a:t>
            </a:r>
            <a:r>
              <a:rPr lang="en-IN" sz="2100" b="1" dirty="0">
                <a:solidFill>
                  <a:srgbClr val="000000"/>
                </a:solidFill>
                <a:effectLst/>
                <a:latin typeface="Courier New" panose="02070309020205020404" pitchFamily="49" charset="0"/>
              </a:rPr>
              <a:t>))</a:t>
            </a:r>
          </a:p>
          <a:p>
            <a:pPr marR="0" indent="-457200">
              <a:buFont typeface="+mj-lt"/>
              <a:buAutoNum type="arabicPeriod" startAt="7"/>
            </a:pPr>
            <a:r>
              <a:rPr lang="en-IN" sz="2100" b="1" dirty="0">
                <a:solidFill>
                  <a:srgbClr val="6A3E3E"/>
                </a:solidFill>
                <a:effectLst/>
                <a:latin typeface="Courier New" panose="02070309020205020404" pitchFamily="49" charset="0"/>
              </a:rPr>
              <a:t>              </a:t>
            </a:r>
            <a:r>
              <a:rPr lang="en-IN" sz="2100" b="1" dirty="0" err="1">
                <a:solidFill>
                  <a:srgbClr val="6A3E3E"/>
                </a:solidFill>
                <a:effectLst/>
                <a:latin typeface="Courier New" panose="02070309020205020404" pitchFamily="49" charset="0"/>
              </a:rPr>
              <a:t>st</a:t>
            </a:r>
            <a:r>
              <a:rPr lang="en-IN" sz="2100" b="1" dirty="0" err="1">
                <a:solidFill>
                  <a:srgbClr val="000000"/>
                </a:solidFill>
                <a:effectLst/>
                <a:latin typeface="Courier New" panose="02070309020205020404" pitchFamily="49" charset="0"/>
              </a:rPr>
              <a:t>.push</a:t>
            </a:r>
            <a:r>
              <a:rPr lang="en-IN" sz="2100" b="1" dirty="0">
                <a:solidFill>
                  <a:srgbClr val="000000"/>
                </a:solidFill>
                <a:effectLst/>
                <a:latin typeface="Courier New" panose="02070309020205020404" pitchFamily="49" charset="0"/>
              </a:rPr>
              <a:t>(</a:t>
            </a:r>
            <a:r>
              <a:rPr lang="en-IN" sz="2100" b="1" dirty="0">
                <a:solidFill>
                  <a:srgbClr val="6A3E3E"/>
                </a:solidFill>
                <a:effectLst/>
                <a:latin typeface="Courier New" panose="02070309020205020404" pitchFamily="49" charset="0"/>
              </a:rPr>
              <a:t>b</a:t>
            </a:r>
            <a:r>
              <a:rPr lang="en-IN" sz="2100" b="1" dirty="0">
                <a:solidFill>
                  <a:srgbClr val="000000"/>
                </a:solidFill>
                <a:effectLst/>
                <a:latin typeface="Courier New" panose="02070309020205020404" pitchFamily="49" charset="0"/>
              </a:rPr>
              <a:t>);</a:t>
            </a:r>
          </a:p>
          <a:p>
            <a:pPr marR="0" indent="-457200">
              <a:buFont typeface="+mj-lt"/>
              <a:buAutoNum type="arabicPeriod" startAt="7"/>
            </a:pPr>
            <a:r>
              <a:rPr lang="en-IN" sz="2100" b="1" dirty="0">
                <a:solidFill>
                  <a:srgbClr val="7F0055"/>
                </a:solidFill>
                <a:effectLst/>
                <a:latin typeface="Courier New" panose="02070309020205020404" pitchFamily="49" charset="0"/>
              </a:rPr>
              <a:t>        else</a:t>
            </a:r>
            <a:endParaRPr lang="en-IN" sz="2100" b="1" dirty="0">
              <a:solidFill>
                <a:srgbClr val="000000"/>
              </a:solidFill>
              <a:effectLst/>
              <a:latin typeface="Courier New" panose="02070309020205020404" pitchFamily="49" charset="0"/>
            </a:endParaRPr>
          </a:p>
          <a:p>
            <a:pPr marR="0" indent="-457200">
              <a:buFont typeface="+mj-lt"/>
              <a:buAutoNum type="arabicPeriod" startAt="7"/>
            </a:pPr>
            <a:r>
              <a:rPr lang="en-IN" sz="2100" b="1" dirty="0">
                <a:solidFill>
                  <a:srgbClr val="6A3E3E"/>
                </a:solidFill>
                <a:effectLst/>
                <a:latin typeface="Courier New" panose="02070309020205020404" pitchFamily="49" charset="0"/>
              </a:rPr>
              <a:t>            </a:t>
            </a:r>
            <a:r>
              <a:rPr lang="en-IN" sz="2100" b="1" dirty="0" err="1">
                <a:solidFill>
                  <a:srgbClr val="6A3E3E"/>
                </a:solidFill>
                <a:effectLst/>
                <a:latin typeface="Courier New" panose="02070309020205020404" pitchFamily="49" charset="0"/>
              </a:rPr>
              <a:t>st</a:t>
            </a:r>
            <a:r>
              <a:rPr lang="en-IN" sz="2100" b="1" dirty="0" err="1">
                <a:solidFill>
                  <a:srgbClr val="000000"/>
                </a:solidFill>
                <a:effectLst/>
                <a:latin typeface="Courier New" panose="02070309020205020404" pitchFamily="49" charset="0"/>
              </a:rPr>
              <a:t>.push</a:t>
            </a:r>
            <a:r>
              <a:rPr lang="en-IN" sz="2100" b="1" dirty="0">
                <a:solidFill>
                  <a:srgbClr val="000000"/>
                </a:solidFill>
                <a:effectLst/>
                <a:latin typeface="Courier New" panose="02070309020205020404" pitchFamily="49" charset="0"/>
              </a:rPr>
              <a:t>(</a:t>
            </a:r>
            <a:r>
              <a:rPr lang="en-IN" sz="2100" b="1" dirty="0">
                <a:solidFill>
                  <a:srgbClr val="6A3E3E"/>
                </a:solidFill>
                <a:effectLst/>
                <a:latin typeface="Courier New" panose="02070309020205020404" pitchFamily="49" charset="0"/>
              </a:rPr>
              <a:t>a</a:t>
            </a:r>
            <a:r>
              <a:rPr lang="en-IN" sz="2100" b="1" dirty="0">
                <a:solidFill>
                  <a:srgbClr val="000000"/>
                </a:solidFill>
                <a:effectLst/>
                <a:latin typeface="Courier New" panose="02070309020205020404" pitchFamily="49" charset="0"/>
              </a:rPr>
              <a:t>);</a:t>
            </a:r>
          </a:p>
          <a:p>
            <a:pPr marR="0" indent="-457200">
              <a:buFont typeface="+mj-lt"/>
              <a:buAutoNum type="arabicPeriod" startAt="7"/>
            </a:pPr>
            <a:r>
              <a:rPr lang="en-IN" sz="2100" b="1" dirty="0">
                <a:solidFill>
                  <a:srgbClr val="000000"/>
                </a:solidFill>
                <a:effectLst/>
                <a:latin typeface="Courier New" panose="02070309020205020404" pitchFamily="49" charset="0"/>
              </a:rPr>
              <a:t>   }</a:t>
            </a:r>
          </a:p>
          <a:p>
            <a:pPr marL="457200" indent="-457200">
              <a:buFont typeface="+mj-lt"/>
              <a:buAutoNum type="arabicPeriod" startAt="7"/>
            </a:pPr>
            <a:endParaRPr lang="en-IN" sz="2100" b="1" dirty="0"/>
          </a:p>
        </p:txBody>
      </p:sp>
    </p:spTree>
    <p:extLst>
      <p:ext uri="{BB962C8B-B14F-4D97-AF65-F5344CB8AC3E}">
        <p14:creationId xmlns:p14="http://schemas.microsoft.com/office/powerpoint/2010/main" val="275416368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 calcmode="lin" valueType="num">
                                      <p:cBhvr additive="base">
                                        <p:cTn id="6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3">
                                            <p:txEl>
                                              <p:pRg st="10" end="10"/>
                                            </p:txEl>
                                          </p:spTgt>
                                        </p:tgtEl>
                                        <p:attrNameLst>
                                          <p:attrName>style.visibility</p:attrName>
                                        </p:attrNameLst>
                                      </p:cBhvr>
                                      <p:to>
                                        <p:strVal val="visible"/>
                                      </p:to>
                                    </p:set>
                                    <p:anim calcmode="lin" valueType="num">
                                      <p:cBhvr additive="base">
                                        <p:cTn id="6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3">
                                            <p:txEl>
                                              <p:pRg st="11" end="11"/>
                                            </p:txEl>
                                          </p:spTgt>
                                        </p:tgtEl>
                                        <p:attrNameLst>
                                          <p:attrName>style.visibility</p:attrName>
                                        </p:attrNameLst>
                                      </p:cBhvr>
                                      <p:to>
                                        <p:strVal val="visible"/>
                                      </p:to>
                                    </p:set>
                                    <p:anim calcmode="lin" valueType="num">
                                      <p:cBhvr additive="base">
                                        <p:cTn id="73"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3">
                                            <p:txEl>
                                              <p:pRg st="12" end="12"/>
                                            </p:txEl>
                                          </p:spTgt>
                                        </p:tgtEl>
                                        <p:attrNameLst>
                                          <p:attrName>style.visibility</p:attrName>
                                        </p:attrNameLst>
                                      </p:cBhvr>
                                      <p:to>
                                        <p:strVal val="visible"/>
                                      </p:to>
                                    </p:set>
                                    <p:anim calcmode="lin" valueType="num">
                                      <p:cBhvr additive="base">
                                        <p:cTn id="79"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nodeType="clickEffect">
                                  <p:stCondLst>
                                    <p:cond delay="0"/>
                                  </p:stCondLst>
                                  <p:childTnLst>
                                    <p:set>
                                      <p:cBhvr>
                                        <p:cTn id="84" dur="1" fill="hold">
                                          <p:stCondLst>
                                            <p:cond delay="0"/>
                                          </p:stCondLst>
                                        </p:cTn>
                                        <p:tgtEl>
                                          <p:spTgt spid="3">
                                            <p:txEl>
                                              <p:pRg st="13" end="13"/>
                                            </p:txEl>
                                          </p:spTgt>
                                        </p:tgtEl>
                                        <p:attrNameLst>
                                          <p:attrName>style.visibility</p:attrName>
                                        </p:attrNameLst>
                                      </p:cBhvr>
                                      <p:to>
                                        <p:strVal val="visible"/>
                                      </p:to>
                                    </p:set>
                                    <p:anim calcmode="lin" valueType="num">
                                      <p:cBhvr additive="base">
                                        <p:cTn id="85"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3">
                                            <p:txEl>
                                              <p:pRg st="13" end="13"/>
                                            </p:txEl>
                                          </p:spTgt>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nodeType="clickEffect">
                                  <p:stCondLst>
                                    <p:cond delay="0"/>
                                  </p:stCondLst>
                                  <p:childTnLst>
                                    <p:set>
                                      <p:cBhvr>
                                        <p:cTn id="90" dur="1" fill="hold">
                                          <p:stCondLst>
                                            <p:cond delay="0"/>
                                          </p:stCondLst>
                                        </p:cTn>
                                        <p:tgtEl>
                                          <p:spTgt spid="3">
                                            <p:txEl>
                                              <p:pRg st="14" end="14"/>
                                            </p:txEl>
                                          </p:spTgt>
                                        </p:tgtEl>
                                        <p:attrNameLst>
                                          <p:attrName>style.visibility</p:attrName>
                                        </p:attrNameLst>
                                      </p:cBhvr>
                                      <p:to>
                                        <p:strVal val="visible"/>
                                      </p:to>
                                    </p:set>
                                    <p:anim calcmode="lin" valueType="num">
                                      <p:cBhvr additive="base">
                                        <p:cTn id="91"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3">
                                            <p:txEl>
                                              <p:pRg st="14" end="1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A1F6B1D-8910-99A2-8444-75071DB5F7DC}"/>
              </a:ext>
            </a:extLst>
          </p:cNvPr>
          <p:cNvSpPr>
            <a:spLocks noGrp="1"/>
          </p:cNvSpPr>
          <p:nvPr>
            <p:ph idx="1"/>
          </p:nvPr>
        </p:nvSpPr>
        <p:spPr>
          <a:xfrm>
            <a:off x="838200" y="496957"/>
            <a:ext cx="10515600" cy="5680006"/>
          </a:xfrm>
        </p:spPr>
        <p:txBody>
          <a:bodyPr>
            <a:normAutofit/>
          </a:bodyPr>
          <a:lstStyle/>
          <a:p>
            <a:pPr marR="0" indent="-457200">
              <a:buFont typeface="+mj-lt"/>
              <a:buAutoNum type="arabicPeriod" startAt="22"/>
            </a:pPr>
            <a:r>
              <a:rPr lang="en-IN" sz="2100" b="1" dirty="0">
                <a:solidFill>
                  <a:srgbClr val="6A3E3E"/>
                </a:solidFill>
                <a:effectLst/>
                <a:latin typeface="Courier New" panose="02070309020205020404" pitchFamily="49" charset="0"/>
              </a:rPr>
              <a:t>c</a:t>
            </a:r>
            <a:r>
              <a:rPr lang="en-IN" sz="2100" b="1" dirty="0">
                <a:solidFill>
                  <a:srgbClr val="000000"/>
                </a:solidFill>
                <a:effectLst/>
                <a:latin typeface="Courier New" panose="02070309020205020404" pitchFamily="49" charset="0"/>
              </a:rPr>
              <a:t>=</a:t>
            </a:r>
            <a:r>
              <a:rPr lang="en-IN" sz="2100" b="1" dirty="0" err="1">
                <a:solidFill>
                  <a:srgbClr val="6A3E3E"/>
                </a:solidFill>
                <a:effectLst/>
                <a:latin typeface="Courier New" panose="02070309020205020404" pitchFamily="49" charset="0"/>
              </a:rPr>
              <a:t>st</a:t>
            </a:r>
            <a:r>
              <a:rPr lang="en-IN" sz="2100" b="1" dirty="0" err="1">
                <a:solidFill>
                  <a:srgbClr val="000000"/>
                </a:solidFill>
                <a:effectLst/>
                <a:latin typeface="Courier New" panose="02070309020205020404" pitchFamily="49" charset="0"/>
              </a:rPr>
              <a:t>.pop</a:t>
            </a:r>
            <a:r>
              <a:rPr lang="en-IN" sz="2100" b="1" dirty="0">
                <a:solidFill>
                  <a:srgbClr val="000000"/>
                </a:solidFill>
                <a:effectLst/>
                <a:latin typeface="Courier New" panose="02070309020205020404" pitchFamily="49" charset="0"/>
              </a:rPr>
              <a:t>();</a:t>
            </a:r>
          </a:p>
          <a:p>
            <a:pPr marR="0" indent="-457200">
              <a:buFont typeface="+mj-lt"/>
              <a:buAutoNum type="arabicPeriod" startAt="22"/>
            </a:pPr>
            <a:r>
              <a:rPr lang="en-IN" sz="2100" b="1" dirty="0">
                <a:solidFill>
                  <a:srgbClr val="7F0055"/>
                </a:solidFill>
                <a:effectLst/>
                <a:latin typeface="Courier New" panose="02070309020205020404" pitchFamily="49" charset="0"/>
              </a:rPr>
              <a:t>for</a:t>
            </a:r>
            <a:r>
              <a:rPr lang="en-IN" sz="2100" b="1" dirty="0">
                <a:solidFill>
                  <a:srgbClr val="000000"/>
                </a:solidFill>
                <a:effectLst/>
                <a:latin typeface="Courier New" panose="02070309020205020404" pitchFamily="49" charset="0"/>
              </a:rPr>
              <a:t>(</a:t>
            </a:r>
            <a:r>
              <a:rPr lang="en-IN" sz="2100" b="1" dirty="0">
                <a:solidFill>
                  <a:srgbClr val="7F0055"/>
                </a:solidFill>
                <a:effectLst/>
                <a:latin typeface="Courier New" panose="02070309020205020404" pitchFamily="49" charset="0"/>
              </a:rPr>
              <a:t>int</a:t>
            </a:r>
            <a:r>
              <a:rPr lang="en-IN" sz="2100" b="1" dirty="0">
                <a:solidFill>
                  <a:srgbClr val="000000"/>
                </a:solidFill>
                <a:effectLst/>
                <a:latin typeface="Courier New" panose="02070309020205020404" pitchFamily="49" charset="0"/>
              </a:rPr>
              <a:t> </a:t>
            </a:r>
            <a:r>
              <a:rPr lang="en-IN" sz="2100" b="1" dirty="0" err="1">
                <a:solidFill>
                  <a:srgbClr val="6A3E3E"/>
                </a:solidFill>
                <a:effectLst/>
                <a:latin typeface="Courier New" panose="02070309020205020404" pitchFamily="49" charset="0"/>
              </a:rPr>
              <a:t>i</a:t>
            </a:r>
            <a:r>
              <a:rPr lang="en-IN" sz="2100" b="1" dirty="0">
                <a:solidFill>
                  <a:srgbClr val="000000"/>
                </a:solidFill>
                <a:effectLst/>
                <a:latin typeface="Courier New" panose="02070309020205020404" pitchFamily="49" charset="0"/>
              </a:rPr>
              <a:t>=0;</a:t>
            </a:r>
            <a:r>
              <a:rPr lang="en-IN" sz="2100" b="1" dirty="0">
                <a:solidFill>
                  <a:srgbClr val="6A3E3E"/>
                </a:solidFill>
                <a:effectLst/>
                <a:latin typeface="Courier New" panose="02070309020205020404" pitchFamily="49" charset="0"/>
              </a:rPr>
              <a:t>i</a:t>
            </a:r>
            <a:r>
              <a:rPr lang="en-IN" sz="2100" b="1" dirty="0">
                <a:solidFill>
                  <a:srgbClr val="000000"/>
                </a:solidFill>
                <a:effectLst/>
                <a:latin typeface="Courier New" panose="02070309020205020404" pitchFamily="49" charset="0"/>
              </a:rPr>
              <a:t>&lt;</a:t>
            </a:r>
            <a:r>
              <a:rPr lang="en-IN" sz="2100" b="1" dirty="0" err="1">
                <a:solidFill>
                  <a:srgbClr val="6A3E3E"/>
                </a:solidFill>
                <a:effectLst/>
                <a:latin typeface="Courier New" panose="02070309020205020404" pitchFamily="49" charset="0"/>
              </a:rPr>
              <a:t>n</a:t>
            </a:r>
            <a:r>
              <a:rPr lang="en-IN" sz="2100" b="1" dirty="0" err="1">
                <a:solidFill>
                  <a:srgbClr val="000000"/>
                </a:solidFill>
                <a:effectLst/>
                <a:latin typeface="Courier New" panose="02070309020205020404" pitchFamily="49" charset="0"/>
              </a:rPr>
              <a:t>;</a:t>
            </a:r>
            <a:r>
              <a:rPr lang="en-IN" sz="2100" b="1" dirty="0" err="1">
                <a:solidFill>
                  <a:srgbClr val="6A3E3E"/>
                </a:solidFill>
                <a:effectLst/>
                <a:latin typeface="Courier New" panose="02070309020205020404" pitchFamily="49" charset="0"/>
              </a:rPr>
              <a:t>i</a:t>
            </a:r>
            <a:r>
              <a:rPr lang="en-IN" sz="2100" b="1" dirty="0">
                <a:solidFill>
                  <a:srgbClr val="000000"/>
                </a:solidFill>
                <a:effectLst/>
                <a:latin typeface="Courier New" panose="02070309020205020404" pitchFamily="49" charset="0"/>
              </a:rPr>
              <a:t>++)</a:t>
            </a:r>
          </a:p>
          <a:p>
            <a:pPr marR="0" indent="-457200">
              <a:buFont typeface="+mj-lt"/>
              <a:buAutoNum type="arabicPeriod" startAt="22"/>
            </a:pPr>
            <a:r>
              <a:rPr lang="en-IN" sz="2100" b="1" dirty="0">
                <a:solidFill>
                  <a:srgbClr val="000000"/>
                </a:solidFill>
                <a:effectLst/>
                <a:latin typeface="Courier New" panose="02070309020205020404" pitchFamily="49" charset="0"/>
              </a:rPr>
              <a:t>{</a:t>
            </a:r>
          </a:p>
          <a:p>
            <a:pPr marR="0" indent="-457200">
              <a:buFont typeface="+mj-lt"/>
              <a:buAutoNum type="arabicPeriod" startAt="22"/>
            </a:pPr>
            <a:r>
              <a:rPr lang="en-IN" sz="2100" b="1" dirty="0">
                <a:solidFill>
                  <a:srgbClr val="7F0055"/>
                </a:solidFill>
                <a:effectLst/>
                <a:latin typeface="Courier New" panose="02070309020205020404" pitchFamily="49" charset="0"/>
              </a:rPr>
              <a:t>if</a:t>
            </a:r>
            <a:r>
              <a:rPr lang="en-IN" sz="2100" b="1" dirty="0">
                <a:solidFill>
                  <a:srgbClr val="000000"/>
                </a:solidFill>
                <a:effectLst/>
                <a:latin typeface="Courier New" panose="02070309020205020404" pitchFamily="49" charset="0"/>
              </a:rPr>
              <a:t>((</a:t>
            </a:r>
            <a:r>
              <a:rPr lang="en-IN" sz="2100" b="1" dirty="0" err="1">
                <a:solidFill>
                  <a:srgbClr val="6A3E3E"/>
                </a:solidFill>
                <a:effectLst/>
                <a:latin typeface="Courier New" panose="02070309020205020404" pitchFamily="49" charset="0"/>
              </a:rPr>
              <a:t>i</a:t>
            </a:r>
            <a:r>
              <a:rPr lang="en-IN" sz="2100" b="1" dirty="0">
                <a:solidFill>
                  <a:srgbClr val="000000"/>
                </a:solidFill>
                <a:effectLst/>
                <a:latin typeface="Courier New" panose="02070309020205020404" pitchFamily="49" charset="0"/>
              </a:rPr>
              <a:t>!=</a:t>
            </a:r>
            <a:r>
              <a:rPr lang="en-IN" sz="2100" b="1" dirty="0">
                <a:solidFill>
                  <a:srgbClr val="6A3E3E"/>
                </a:solidFill>
                <a:effectLst/>
                <a:latin typeface="Courier New" panose="02070309020205020404" pitchFamily="49" charset="0"/>
              </a:rPr>
              <a:t>c</a:t>
            </a:r>
            <a:r>
              <a:rPr lang="en-IN" sz="2100" b="1" dirty="0">
                <a:solidFill>
                  <a:srgbClr val="000000"/>
                </a:solidFill>
                <a:effectLst/>
                <a:latin typeface="Courier New" panose="02070309020205020404" pitchFamily="49" charset="0"/>
              </a:rPr>
              <a:t>) &amp;&amp;( </a:t>
            </a:r>
            <a:r>
              <a:rPr lang="en-IN" sz="2100" b="1" i="1" dirty="0">
                <a:solidFill>
                  <a:srgbClr val="000000"/>
                </a:solidFill>
                <a:effectLst/>
                <a:latin typeface="Courier New" panose="02070309020205020404" pitchFamily="49" charset="0"/>
              </a:rPr>
              <a:t>knows</a:t>
            </a:r>
            <a:r>
              <a:rPr lang="en-IN" sz="2100" b="1" dirty="0">
                <a:solidFill>
                  <a:srgbClr val="000000"/>
                </a:solidFill>
                <a:effectLst/>
                <a:latin typeface="Courier New" panose="02070309020205020404" pitchFamily="49" charset="0"/>
              </a:rPr>
              <a:t>(</a:t>
            </a:r>
            <a:r>
              <a:rPr lang="en-IN" sz="2100" b="1" dirty="0" err="1">
                <a:solidFill>
                  <a:srgbClr val="6A3E3E"/>
                </a:solidFill>
                <a:effectLst/>
                <a:latin typeface="Courier New" panose="02070309020205020404" pitchFamily="49" charset="0"/>
              </a:rPr>
              <a:t>c</a:t>
            </a:r>
            <a:r>
              <a:rPr lang="en-IN" sz="2100" b="1" dirty="0" err="1">
                <a:solidFill>
                  <a:srgbClr val="000000"/>
                </a:solidFill>
                <a:effectLst/>
                <a:latin typeface="Courier New" panose="02070309020205020404" pitchFamily="49" charset="0"/>
              </a:rPr>
              <a:t>,</a:t>
            </a:r>
            <a:r>
              <a:rPr lang="en-IN" sz="2100" b="1" dirty="0" err="1">
                <a:solidFill>
                  <a:srgbClr val="6A3E3E"/>
                </a:solidFill>
                <a:effectLst/>
                <a:latin typeface="Courier New" panose="02070309020205020404" pitchFamily="49" charset="0"/>
              </a:rPr>
              <a:t>i</a:t>
            </a:r>
            <a:r>
              <a:rPr lang="en-IN" sz="2100" b="1" dirty="0" err="1">
                <a:solidFill>
                  <a:srgbClr val="000000"/>
                </a:solidFill>
                <a:effectLst/>
                <a:latin typeface="Courier New" panose="02070309020205020404" pitchFamily="49" charset="0"/>
              </a:rPr>
              <a:t>,</a:t>
            </a:r>
            <a:r>
              <a:rPr lang="en-IN" sz="2100" b="1" dirty="0" err="1">
                <a:solidFill>
                  <a:srgbClr val="6A3E3E"/>
                </a:solidFill>
                <a:effectLst/>
                <a:latin typeface="Courier New" panose="02070309020205020404" pitchFamily="49" charset="0"/>
              </a:rPr>
              <a:t>m</a:t>
            </a:r>
            <a:r>
              <a:rPr lang="en-IN" sz="2100" b="1" dirty="0">
                <a:solidFill>
                  <a:srgbClr val="000000"/>
                </a:solidFill>
                <a:effectLst/>
                <a:latin typeface="Courier New" panose="02070309020205020404" pitchFamily="49" charset="0"/>
              </a:rPr>
              <a:t>) || !</a:t>
            </a:r>
            <a:r>
              <a:rPr lang="en-IN" sz="2100" b="1" i="1" dirty="0">
                <a:solidFill>
                  <a:srgbClr val="000000"/>
                </a:solidFill>
                <a:effectLst/>
                <a:latin typeface="Courier New" panose="02070309020205020404" pitchFamily="49" charset="0"/>
              </a:rPr>
              <a:t>knows</a:t>
            </a:r>
            <a:r>
              <a:rPr lang="en-IN" sz="2100" b="1" dirty="0">
                <a:solidFill>
                  <a:srgbClr val="000000"/>
                </a:solidFill>
                <a:effectLst/>
                <a:latin typeface="Courier New" panose="02070309020205020404" pitchFamily="49" charset="0"/>
              </a:rPr>
              <a:t>(</a:t>
            </a:r>
            <a:r>
              <a:rPr lang="en-IN" sz="2100" b="1" dirty="0" err="1">
                <a:solidFill>
                  <a:srgbClr val="6A3E3E"/>
                </a:solidFill>
                <a:effectLst/>
                <a:latin typeface="Courier New" panose="02070309020205020404" pitchFamily="49" charset="0"/>
              </a:rPr>
              <a:t>i</a:t>
            </a:r>
            <a:r>
              <a:rPr lang="en-IN" sz="2100" b="1" dirty="0" err="1">
                <a:solidFill>
                  <a:srgbClr val="000000"/>
                </a:solidFill>
                <a:effectLst/>
                <a:latin typeface="Courier New" panose="02070309020205020404" pitchFamily="49" charset="0"/>
              </a:rPr>
              <a:t>,</a:t>
            </a:r>
            <a:r>
              <a:rPr lang="en-IN" sz="2100" b="1" dirty="0" err="1">
                <a:solidFill>
                  <a:srgbClr val="6A3E3E"/>
                </a:solidFill>
                <a:effectLst/>
                <a:latin typeface="Courier New" panose="02070309020205020404" pitchFamily="49" charset="0"/>
              </a:rPr>
              <a:t>c</a:t>
            </a:r>
            <a:r>
              <a:rPr lang="en-IN" sz="2100" b="1" dirty="0" err="1">
                <a:solidFill>
                  <a:srgbClr val="000000"/>
                </a:solidFill>
                <a:effectLst/>
                <a:latin typeface="Courier New" panose="02070309020205020404" pitchFamily="49" charset="0"/>
              </a:rPr>
              <a:t>,</a:t>
            </a:r>
            <a:r>
              <a:rPr lang="en-IN" sz="2100" b="1" dirty="0" err="1">
                <a:solidFill>
                  <a:srgbClr val="6A3E3E"/>
                </a:solidFill>
                <a:effectLst/>
                <a:latin typeface="Courier New" panose="02070309020205020404" pitchFamily="49" charset="0"/>
              </a:rPr>
              <a:t>m</a:t>
            </a:r>
            <a:r>
              <a:rPr lang="en-IN" sz="2100" b="1" dirty="0">
                <a:solidFill>
                  <a:srgbClr val="000000"/>
                </a:solidFill>
                <a:effectLst/>
                <a:latin typeface="Courier New" panose="02070309020205020404" pitchFamily="49" charset="0"/>
              </a:rPr>
              <a:t>)))</a:t>
            </a:r>
          </a:p>
          <a:p>
            <a:pPr marR="0" indent="-457200">
              <a:buFont typeface="+mj-lt"/>
              <a:buAutoNum type="arabicPeriod" startAt="22"/>
            </a:pPr>
            <a:r>
              <a:rPr lang="en-IN" sz="2100" b="1" dirty="0">
                <a:solidFill>
                  <a:srgbClr val="7F0055"/>
                </a:solidFill>
                <a:effectLst/>
                <a:latin typeface="Courier New" panose="02070309020205020404" pitchFamily="49" charset="0"/>
              </a:rPr>
              <a:t>return</a:t>
            </a:r>
            <a:r>
              <a:rPr lang="en-IN" sz="2100" b="1" dirty="0">
                <a:solidFill>
                  <a:srgbClr val="000000"/>
                </a:solidFill>
                <a:effectLst/>
                <a:latin typeface="Courier New" panose="02070309020205020404" pitchFamily="49" charset="0"/>
              </a:rPr>
              <a:t> -1;</a:t>
            </a:r>
          </a:p>
          <a:p>
            <a:pPr marR="0" indent="-457200">
              <a:buFont typeface="+mj-lt"/>
              <a:buAutoNum type="arabicPeriod" startAt="22"/>
            </a:pPr>
            <a:r>
              <a:rPr lang="en-IN" sz="2100" b="1" dirty="0">
                <a:solidFill>
                  <a:srgbClr val="000000"/>
                </a:solidFill>
                <a:effectLst/>
                <a:latin typeface="Courier New" panose="02070309020205020404" pitchFamily="49" charset="0"/>
              </a:rPr>
              <a:t>}</a:t>
            </a:r>
          </a:p>
          <a:p>
            <a:pPr marR="0" indent="-457200">
              <a:buFont typeface="+mj-lt"/>
              <a:buAutoNum type="arabicPeriod" startAt="22"/>
            </a:pPr>
            <a:r>
              <a:rPr lang="en-IN" sz="2100" b="1" dirty="0">
                <a:solidFill>
                  <a:srgbClr val="7F0055"/>
                </a:solidFill>
                <a:effectLst/>
                <a:latin typeface="Courier New" panose="02070309020205020404" pitchFamily="49" charset="0"/>
              </a:rPr>
              <a:t>return</a:t>
            </a:r>
            <a:r>
              <a:rPr lang="en-IN" sz="2100" b="1" dirty="0">
                <a:solidFill>
                  <a:srgbClr val="000000"/>
                </a:solidFill>
                <a:effectLst/>
                <a:latin typeface="Courier New" panose="02070309020205020404" pitchFamily="49" charset="0"/>
              </a:rPr>
              <a:t> </a:t>
            </a:r>
            <a:r>
              <a:rPr lang="en-IN" sz="2100" b="1" dirty="0">
                <a:solidFill>
                  <a:srgbClr val="6A3E3E"/>
                </a:solidFill>
                <a:effectLst/>
                <a:latin typeface="Courier New" panose="02070309020205020404" pitchFamily="49" charset="0"/>
              </a:rPr>
              <a:t>c</a:t>
            </a:r>
            <a:r>
              <a:rPr lang="en-IN" sz="2100" b="1" dirty="0">
                <a:solidFill>
                  <a:srgbClr val="000000"/>
                </a:solidFill>
                <a:effectLst/>
                <a:latin typeface="Courier New" panose="02070309020205020404" pitchFamily="49" charset="0"/>
              </a:rPr>
              <a:t>;</a:t>
            </a:r>
          </a:p>
          <a:p>
            <a:pPr marR="0" indent="-457200">
              <a:buFont typeface="+mj-lt"/>
              <a:buAutoNum type="arabicPeriod" startAt="22"/>
            </a:pPr>
            <a:r>
              <a:rPr lang="en-IN" sz="2100" b="1" dirty="0">
                <a:solidFill>
                  <a:srgbClr val="000000"/>
                </a:solidFill>
                <a:effectLst/>
                <a:latin typeface="Courier New" panose="02070309020205020404" pitchFamily="49" charset="0"/>
              </a:rPr>
              <a:t>}</a:t>
            </a:r>
          </a:p>
          <a:p>
            <a:pPr marL="457200" indent="-457200">
              <a:buFont typeface="+mj-lt"/>
              <a:buAutoNum type="arabicPeriod" startAt="22"/>
            </a:pPr>
            <a:endParaRPr lang="en-IN" sz="2100" dirty="0"/>
          </a:p>
          <a:p>
            <a:endParaRPr lang="en-IN" sz="2100" dirty="0"/>
          </a:p>
        </p:txBody>
      </p:sp>
    </p:spTree>
    <p:extLst>
      <p:ext uri="{BB962C8B-B14F-4D97-AF65-F5344CB8AC3E}">
        <p14:creationId xmlns:p14="http://schemas.microsoft.com/office/powerpoint/2010/main" val="426890717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12CDD-1703-B72C-4704-52DDAB9E494E}"/>
              </a:ext>
            </a:extLst>
          </p:cNvPr>
          <p:cNvSpPr>
            <a:spLocks noGrp="1"/>
          </p:cNvSpPr>
          <p:nvPr>
            <p:ph type="title"/>
          </p:nvPr>
        </p:nvSpPr>
        <p:spPr>
          <a:xfrm>
            <a:off x="838200" y="464517"/>
            <a:ext cx="10515600" cy="907084"/>
          </a:xfrm>
        </p:spPr>
        <p:txBody>
          <a:bodyPr/>
          <a:lstStyle/>
          <a:p>
            <a:r>
              <a:rPr lang="en-IN" b="1" dirty="0"/>
              <a:t>Tower of Hanoi</a:t>
            </a:r>
          </a:p>
        </p:txBody>
      </p:sp>
      <p:sp>
        <p:nvSpPr>
          <p:cNvPr id="3" name="Content Placeholder 2">
            <a:extLst>
              <a:ext uri="{FF2B5EF4-FFF2-40B4-BE49-F238E27FC236}">
                <a16:creationId xmlns:a16="http://schemas.microsoft.com/office/drawing/2014/main" id="{8617AB25-FC11-5CAD-8F39-33DF525E5D05}"/>
              </a:ext>
            </a:extLst>
          </p:cNvPr>
          <p:cNvSpPr>
            <a:spLocks noGrp="1"/>
          </p:cNvSpPr>
          <p:nvPr>
            <p:ph idx="1"/>
          </p:nvPr>
        </p:nvSpPr>
        <p:spPr>
          <a:xfrm>
            <a:off x="838200" y="1825624"/>
            <a:ext cx="10515600" cy="4913105"/>
          </a:xfrm>
        </p:spPr>
        <p:txBody>
          <a:bodyPr>
            <a:normAutofit fontScale="92500"/>
          </a:bodyPr>
          <a:lstStyle/>
          <a:p>
            <a:pPr algn="l" rtl="0" fontAlgn="base">
              <a:spcAft>
                <a:spcPts val="750"/>
              </a:spcAft>
            </a:pPr>
            <a:r>
              <a:rPr lang="en-US" b="0" i="0" dirty="0">
                <a:effectLst/>
                <a:latin typeface="Times New Roman" panose="02020603050405020304" pitchFamily="18" charset="0"/>
                <a:cs typeface="Times New Roman" panose="02020603050405020304" pitchFamily="18" charset="0"/>
              </a:rPr>
              <a:t>Tower of Hanoi is a mathematical puzzle where we have three rods (</a:t>
            </a:r>
            <a:r>
              <a:rPr lang="en-US" b="1" i="0" dirty="0">
                <a:effectLst/>
                <a:latin typeface="Times New Roman" panose="02020603050405020304" pitchFamily="18" charset="0"/>
                <a:cs typeface="Times New Roman" panose="02020603050405020304" pitchFamily="18" charset="0"/>
              </a:rPr>
              <a:t>A</a:t>
            </a:r>
            <a:r>
              <a:rPr lang="en-US" b="0" i="0" dirty="0">
                <a:effectLst/>
                <a:latin typeface="Times New Roman" panose="02020603050405020304" pitchFamily="18" charset="0"/>
                <a:cs typeface="Times New Roman" panose="02020603050405020304" pitchFamily="18" charset="0"/>
              </a:rPr>
              <a:t>, </a:t>
            </a:r>
            <a:r>
              <a:rPr lang="en-US" b="1" i="0" dirty="0">
                <a:effectLst/>
                <a:latin typeface="Times New Roman" panose="02020603050405020304" pitchFamily="18" charset="0"/>
                <a:cs typeface="Times New Roman" panose="02020603050405020304" pitchFamily="18" charset="0"/>
              </a:rPr>
              <a:t>B</a:t>
            </a:r>
            <a:r>
              <a:rPr lang="en-US" b="0" i="0" dirty="0">
                <a:effectLst/>
                <a:latin typeface="Times New Roman" panose="02020603050405020304" pitchFamily="18" charset="0"/>
                <a:cs typeface="Times New Roman" panose="02020603050405020304" pitchFamily="18" charset="0"/>
              </a:rPr>
              <a:t>, and </a:t>
            </a:r>
            <a:r>
              <a:rPr lang="en-US" b="1" i="0" dirty="0">
                <a:effectLst/>
                <a:latin typeface="Times New Roman" panose="02020603050405020304" pitchFamily="18" charset="0"/>
                <a:cs typeface="Times New Roman" panose="02020603050405020304" pitchFamily="18" charset="0"/>
              </a:rPr>
              <a:t>C</a:t>
            </a:r>
            <a:r>
              <a:rPr lang="en-US" b="0" i="0" dirty="0">
                <a:effectLst/>
                <a:latin typeface="Times New Roman" panose="02020603050405020304" pitchFamily="18" charset="0"/>
                <a:cs typeface="Times New Roman" panose="02020603050405020304" pitchFamily="18" charset="0"/>
              </a:rPr>
              <a:t>) and </a:t>
            </a:r>
            <a:r>
              <a:rPr lang="en-US" b="1" i="0" dirty="0">
                <a:effectLst/>
                <a:latin typeface="Times New Roman" panose="02020603050405020304" pitchFamily="18" charset="0"/>
                <a:cs typeface="Times New Roman" panose="02020603050405020304" pitchFamily="18" charset="0"/>
              </a:rPr>
              <a:t>N</a:t>
            </a:r>
            <a:r>
              <a:rPr lang="en-US" b="0" i="0" dirty="0">
                <a:effectLst/>
                <a:latin typeface="Times New Roman" panose="02020603050405020304" pitchFamily="18" charset="0"/>
                <a:cs typeface="Times New Roman" panose="02020603050405020304" pitchFamily="18" charset="0"/>
              </a:rPr>
              <a:t> disks. Initially, all the disks are stacked in decreasing value of diameter i.e., the smallest disk is placed on the top and they are on rod </a:t>
            </a:r>
            <a:r>
              <a:rPr lang="en-US" b="1" i="0" dirty="0">
                <a:effectLst/>
                <a:latin typeface="Times New Roman" panose="02020603050405020304" pitchFamily="18" charset="0"/>
                <a:cs typeface="Times New Roman" panose="02020603050405020304" pitchFamily="18" charset="0"/>
              </a:rPr>
              <a:t>A</a:t>
            </a:r>
            <a:r>
              <a:rPr lang="en-US" b="0" i="0" dirty="0">
                <a:effectLst/>
                <a:latin typeface="Times New Roman" panose="02020603050405020304" pitchFamily="18" charset="0"/>
                <a:cs typeface="Times New Roman" panose="02020603050405020304" pitchFamily="18" charset="0"/>
              </a:rPr>
              <a:t>. The objective of the puzzle is to move the entire stack to another rod (here considered </a:t>
            </a:r>
            <a:r>
              <a:rPr lang="en-US" b="1" i="0" dirty="0">
                <a:effectLst/>
                <a:latin typeface="Times New Roman" panose="02020603050405020304" pitchFamily="18" charset="0"/>
                <a:cs typeface="Times New Roman" panose="02020603050405020304" pitchFamily="18" charset="0"/>
              </a:rPr>
              <a:t>C</a:t>
            </a:r>
            <a:r>
              <a:rPr lang="en-US" b="0" i="0" dirty="0">
                <a:effectLst/>
                <a:latin typeface="Times New Roman" panose="02020603050405020304" pitchFamily="18" charset="0"/>
                <a:cs typeface="Times New Roman" panose="02020603050405020304" pitchFamily="18" charset="0"/>
              </a:rPr>
              <a:t>), obeying the following simple rules: </a:t>
            </a:r>
          </a:p>
          <a:p>
            <a:pPr marL="514350" indent="-514350" algn="l" fontAlgn="base">
              <a:spcAft>
                <a:spcPts val="1800"/>
              </a:spcAft>
              <a:buFont typeface="+mj-lt"/>
              <a:buAutoNum type="arabicPeriod"/>
            </a:pPr>
            <a:r>
              <a:rPr lang="en-US" b="0" i="0" dirty="0">
                <a:effectLst/>
                <a:latin typeface="Times New Roman" panose="02020603050405020304" pitchFamily="18" charset="0"/>
                <a:cs typeface="Times New Roman" panose="02020603050405020304" pitchFamily="18" charset="0"/>
              </a:rPr>
              <a:t>Only one disk can be moved at a time.</a:t>
            </a:r>
          </a:p>
          <a:p>
            <a:pPr marL="514350" indent="-514350" algn="l" fontAlgn="base">
              <a:spcAft>
                <a:spcPts val="1800"/>
              </a:spcAft>
              <a:buFont typeface="+mj-lt"/>
              <a:buAutoNum type="arabicPeriod"/>
            </a:pPr>
            <a:r>
              <a:rPr lang="en-US" b="0" i="0" dirty="0">
                <a:effectLst/>
                <a:latin typeface="Times New Roman" panose="02020603050405020304" pitchFamily="18" charset="0"/>
                <a:cs typeface="Times New Roman" panose="02020603050405020304" pitchFamily="18" charset="0"/>
              </a:rPr>
              <a:t>Each move consists of taking the upper disk from one of the stacks and placing it on top of another stack i.e. a disk can only be moved if it is the uppermost disk on a stack.</a:t>
            </a:r>
          </a:p>
          <a:p>
            <a:pPr marL="514350" indent="-514350" algn="l" fontAlgn="base">
              <a:spcAft>
                <a:spcPts val="1800"/>
              </a:spcAft>
              <a:buFont typeface="+mj-lt"/>
              <a:buAutoNum type="arabicPeriod"/>
            </a:pPr>
            <a:r>
              <a:rPr lang="en-US" b="0" i="0" dirty="0">
                <a:effectLst/>
                <a:latin typeface="Times New Roman" panose="02020603050405020304" pitchFamily="18" charset="0"/>
                <a:cs typeface="Times New Roman" panose="02020603050405020304" pitchFamily="18" charset="0"/>
              </a:rPr>
              <a:t>No disk may be placed on top of a smaller disk</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09318572"/>
      </p:ext>
    </p:extLst>
  </p:cSld>
  <p:clrMapOvr>
    <a:masterClrMapping/>
  </p:clrMapOvr>
  <p:transition spd="slow">
    <p:push dir="u"/>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0AA66B5F-0C85-F6BC-08B4-1679DDFF3F0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10140" y="487017"/>
            <a:ext cx="8448260" cy="4929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0365322"/>
      </p:ext>
    </p:extLst>
  </p:cSld>
  <p:clrMapOvr>
    <a:masterClrMapping/>
  </p:clrMapOvr>
  <p:transition spd="slow">
    <p:push dir="u"/>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C45A2-BEF0-772F-4666-5F4492AF059C}"/>
              </a:ext>
            </a:extLst>
          </p:cNvPr>
          <p:cNvSpPr>
            <a:spLocks noGrp="1"/>
          </p:cNvSpPr>
          <p:nvPr>
            <p:ph type="title"/>
          </p:nvPr>
        </p:nvSpPr>
        <p:spPr>
          <a:xfrm>
            <a:off x="838200" y="365126"/>
            <a:ext cx="10515600" cy="834410"/>
          </a:xfrm>
        </p:spPr>
        <p:txBody>
          <a:bodyPr/>
          <a:lstStyle/>
          <a:p>
            <a:r>
              <a:rPr lang="en-IN" b="1" dirty="0"/>
              <a:t>Examples</a:t>
            </a:r>
          </a:p>
        </p:txBody>
      </p:sp>
      <p:sp>
        <p:nvSpPr>
          <p:cNvPr id="3" name="Content Placeholder 2">
            <a:extLst>
              <a:ext uri="{FF2B5EF4-FFF2-40B4-BE49-F238E27FC236}">
                <a16:creationId xmlns:a16="http://schemas.microsoft.com/office/drawing/2014/main" id="{F8A802D8-4AA1-EAA4-0FF8-90B8CD803E77}"/>
              </a:ext>
            </a:extLst>
          </p:cNvPr>
          <p:cNvSpPr>
            <a:spLocks noGrp="1"/>
          </p:cNvSpPr>
          <p:nvPr>
            <p:ph idx="1"/>
          </p:nvPr>
        </p:nvSpPr>
        <p:spPr>
          <a:xfrm>
            <a:off x="2939844" y="1356852"/>
            <a:ext cx="8413955" cy="4820111"/>
          </a:xfrm>
        </p:spPr>
        <p:txBody>
          <a:bodyPr>
            <a:normAutofit fontScale="70000" lnSpcReduction="20000"/>
          </a:bodyPr>
          <a:lstStyle/>
          <a:p>
            <a:pPr algn="l" rtl="0" fontAlgn="base">
              <a:lnSpc>
                <a:spcPct val="120000"/>
              </a:lnSpc>
              <a:spcAft>
                <a:spcPts val="750"/>
              </a:spcAft>
            </a:pPr>
            <a:r>
              <a:rPr lang="en-US" b="1" i="1" dirty="0">
                <a:effectLst/>
                <a:latin typeface="Times New Roman" panose="02020603050405020304" pitchFamily="18" charset="0"/>
                <a:cs typeface="Times New Roman" panose="02020603050405020304" pitchFamily="18" charset="0"/>
              </a:rPr>
              <a:t>Input</a:t>
            </a:r>
            <a:r>
              <a:rPr lang="en-US" b="0" i="1" dirty="0">
                <a:effectLst/>
                <a:latin typeface="Times New Roman" panose="02020603050405020304" pitchFamily="18" charset="0"/>
                <a:cs typeface="Times New Roman" panose="02020603050405020304" pitchFamily="18" charset="0"/>
              </a:rPr>
              <a:t>: 2</a:t>
            </a:r>
          </a:p>
          <a:p>
            <a:pPr algn="l" rtl="0" fontAlgn="base">
              <a:lnSpc>
                <a:spcPct val="120000"/>
              </a:lnSpc>
              <a:spcAft>
                <a:spcPts val="750"/>
              </a:spcAft>
            </a:pPr>
            <a:r>
              <a:rPr lang="en-US" b="1" i="1" dirty="0">
                <a:effectLst/>
                <a:latin typeface="Times New Roman" panose="02020603050405020304" pitchFamily="18" charset="0"/>
                <a:cs typeface="Times New Roman" panose="02020603050405020304" pitchFamily="18" charset="0"/>
              </a:rPr>
              <a:t>Output:</a:t>
            </a:r>
            <a:r>
              <a:rPr lang="en-US" b="0" i="1" dirty="0">
                <a:effectLst/>
                <a:latin typeface="Times New Roman" panose="02020603050405020304" pitchFamily="18" charset="0"/>
                <a:cs typeface="Times New Roman" panose="02020603050405020304" pitchFamily="18" charset="0"/>
              </a:rPr>
              <a:t> Disk 1 moved from A to B</a:t>
            </a:r>
            <a:br>
              <a:rPr lang="en-US" b="0" i="1" dirty="0">
                <a:effectLst/>
                <a:latin typeface="Times New Roman" panose="02020603050405020304" pitchFamily="18" charset="0"/>
                <a:cs typeface="Times New Roman" panose="02020603050405020304" pitchFamily="18" charset="0"/>
              </a:rPr>
            </a:br>
            <a:r>
              <a:rPr lang="en-US" b="0" i="1" dirty="0">
                <a:effectLst/>
                <a:latin typeface="Times New Roman" panose="02020603050405020304" pitchFamily="18" charset="0"/>
                <a:cs typeface="Times New Roman" panose="02020603050405020304" pitchFamily="18" charset="0"/>
              </a:rPr>
              <a:t>Disk 2 moved from A to C</a:t>
            </a:r>
            <a:br>
              <a:rPr lang="en-US" b="0" i="1" dirty="0">
                <a:effectLst/>
                <a:latin typeface="Times New Roman" panose="02020603050405020304" pitchFamily="18" charset="0"/>
                <a:cs typeface="Times New Roman" panose="02020603050405020304" pitchFamily="18" charset="0"/>
              </a:rPr>
            </a:br>
            <a:r>
              <a:rPr lang="en-US" b="0" i="1" dirty="0">
                <a:effectLst/>
                <a:latin typeface="Times New Roman" panose="02020603050405020304" pitchFamily="18" charset="0"/>
                <a:cs typeface="Times New Roman" panose="02020603050405020304" pitchFamily="18" charset="0"/>
              </a:rPr>
              <a:t>Disk 1 moved from B to C</a:t>
            </a:r>
          </a:p>
          <a:p>
            <a:pPr algn="l" rtl="0" fontAlgn="base">
              <a:lnSpc>
                <a:spcPct val="120000"/>
              </a:lnSpc>
              <a:spcAft>
                <a:spcPts val="750"/>
              </a:spcAft>
            </a:pPr>
            <a:endParaRPr lang="en-US" b="1" i="1" dirty="0">
              <a:effectLst/>
              <a:latin typeface="Times New Roman" panose="02020603050405020304" pitchFamily="18" charset="0"/>
              <a:cs typeface="Times New Roman" panose="02020603050405020304" pitchFamily="18" charset="0"/>
            </a:endParaRPr>
          </a:p>
          <a:p>
            <a:pPr algn="l" rtl="0" fontAlgn="base">
              <a:lnSpc>
                <a:spcPct val="120000"/>
              </a:lnSpc>
              <a:spcAft>
                <a:spcPts val="750"/>
              </a:spcAft>
            </a:pPr>
            <a:r>
              <a:rPr lang="en-US" b="1" i="1" dirty="0">
                <a:effectLst/>
                <a:latin typeface="Times New Roman" panose="02020603050405020304" pitchFamily="18" charset="0"/>
                <a:cs typeface="Times New Roman" panose="02020603050405020304" pitchFamily="18" charset="0"/>
              </a:rPr>
              <a:t>Input:</a:t>
            </a:r>
            <a:r>
              <a:rPr lang="en-US" b="0" i="1" dirty="0">
                <a:effectLst/>
                <a:latin typeface="Times New Roman" panose="02020603050405020304" pitchFamily="18" charset="0"/>
                <a:cs typeface="Times New Roman" panose="02020603050405020304" pitchFamily="18" charset="0"/>
              </a:rPr>
              <a:t> 3</a:t>
            </a:r>
            <a:br>
              <a:rPr lang="en-US" b="0" i="1" dirty="0">
                <a:effectLst/>
                <a:latin typeface="Times New Roman" panose="02020603050405020304" pitchFamily="18" charset="0"/>
                <a:cs typeface="Times New Roman" panose="02020603050405020304" pitchFamily="18" charset="0"/>
              </a:rPr>
            </a:br>
            <a:r>
              <a:rPr lang="en-US" b="1" i="1" dirty="0">
                <a:effectLst/>
                <a:latin typeface="Times New Roman" panose="02020603050405020304" pitchFamily="18" charset="0"/>
                <a:cs typeface="Times New Roman" panose="02020603050405020304" pitchFamily="18" charset="0"/>
              </a:rPr>
              <a:t>Output:</a:t>
            </a:r>
            <a:r>
              <a:rPr lang="en-US" b="0" i="1" dirty="0">
                <a:effectLst/>
                <a:latin typeface="Times New Roman" panose="02020603050405020304" pitchFamily="18" charset="0"/>
                <a:cs typeface="Times New Roman" panose="02020603050405020304" pitchFamily="18" charset="0"/>
              </a:rPr>
              <a:t> Disk 1 moved from A to C</a:t>
            </a:r>
            <a:br>
              <a:rPr lang="en-US" b="0" i="1" dirty="0">
                <a:effectLst/>
                <a:latin typeface="Times New Roman" panose="02020603050405020304" pitchFamily="18" charset="0"/>
                <a:cs typeface="Times New Roman" panose="02020603050405020304" pitchFamily="18" charset="0"/>
              </a:rPr>
            </a:br>
            <a:r>
              <a:rPr lang="en-US" b="0" i="1" dirty="0">
                <a:effectLst/>
                <a:latin typeface="Times New Roman" panose="02020603050405020304" pitchFamily="18" charset="0"/>
                <a:cs typeface="Times New Roman" panose="02020603050405020304" pitchFamily="18" charset="0"/>
              </a:rPr>
              <a:t>Disk 2 moved from A to B</a:t>
            </a:r>
            <a:br>
              <a:rPr lang="en-US" b="0" i="1" dirty="0">
                <a:effectLst/>
                <a:latin typeface="Times New Roman" panose="02020603050405020304" pitchFamily="18" charset="0"/>
                <a:cs typeface="Times New Roman" panose="02020603050405020304" pitchFamily="18" charset="0"/>
              </a:rPr>
            </a:br>
            <a:r>
              <a:rPr lang="en-US" b="0" i="1" dirty="0">
                <a:effectLst/>
                <a:latin typeface="Times New Roman" panose="02020603050405020304" pitchFamily="18" charset="0"/>
                <a:cs typeface="Times New Roman" panose="02020603050405020304" pitchFamily="18" charset="0"/>
              </a:rPr>
              <a:t>Disk 1 moved from C to B</a:t>
            </a:r>
            <a:br>
              <a:rPr lang="en-US" b="0" i="1" dirty="0">
                <a:effectLst/>
                <a:latin typeface="Times New Roman" panose="02020603050405020304" pitchFamily="18" charset="0"/>
                <a:cs typeface="Times New Roman" panose="02020603050405020304" pitchFamily="18" charset="0"/>
              </a:rPr>
            </a:br>
            <a:r>
              <a:rPr lang="en-US" b="0" i="1" dirty="0">
                <a:effectLst/>
                <a:latin typeface="Times New Roman" panose="02020603050405020304" pitchFamily="18" charset="0"/>
                <a:cs typeface="Times New Roman" panose="02020603050405020304" pitchFamily="18" charset="0"/>
              </a:rPr>
              <a:t>Disk 3 moved from A to C</a:t>
            </a:r>
            <a:br>
              <a:rPr lang="en-US" b="0" i="1" dirty="0">
                <a:effectLst/>
                <a:latin typeface="Times New Roman" panose="02020603050405020304" pitchFamily="18" charset="0"/>
                <a:cs typeface="Times New Roman" panose="02020603050405020304" pitchFamily="18" charset="0"/>
              </a:rPr>
            </a:br>
            <a:r>
              <a:rPr lang="en-US" b="0" i="1" dirty="0">
                <a:effectLst/>
                <a:latin typeface="Times New Roman" panose="02020603050405020304" pitchFamily="18" charset="0"/>
                <a:cs typeface="Times New Roman" panose="02020603050405020304" pitchFamily="18" charset="0"/>
              </a:rPr>
              <a:t>Disk 1 moved from B to A</a:t>
            </a:r>
            <a:br>
              <a:rPr lang="en-US" b="0" i="1" dirty="0">
                <a:effectLst/>
                <a:latin typeface="Times New Roman" panose="02020603050405020304" pitchFamily="18" charset="0"/>
                <a:cs typeface="Times New Roman" panose="02020603050405020304" pitchFamily="18" charset="0"/>
              </a:rPr>
            </a:br>
            <a:r>
              <a:rPr lang="en-US" b="0" i="1" dirty="0">
                <a:effectLst/>
                <a:latin typeface="Times New Roman" panose="02020603050405020304" pitchFamily="18" charset="0"/>
                <a:cs typeface="Times New Roman" panose="02020603050405020304" pitchFamily="18" charset="0"/>
              </a:rPr>
              <a:t>Disk 2 moved from B to C</a:t>
            </a:r>
            <a:br>
              <a:rPr lang="en-US" b="0" i="1" dirty="0">
                <a:effectLst/>
                <a:latin typeface="Times New Roman" panose="02020603050405020304" pitchFamily="18" charset="0"/>
                <a:cs typeface="Times New Roman" panose="02020603050405020304" pitchFamily="18" charset="0"/>
              </a:rPr>
            </a:br>
            <a:r>
              <a:rPr lang="en-US" b="0" i="1" dirty="0">
                <a:effectLst/>
                <a:latin typeface="Times New Roman" panose="02020603050405020304" pitchFamily="18" charset="0"/>
                <a:cs typeface="Times New Roman" panose="02020603050405020304" pitchFamily="18" charset="0"/>
              </a:rPr>
              <a:t>Disk 1 moved from A to C</a:t>
            </a:r>
          </a:p>
        </p:txBody>
      </p:sp>
    </p:spTree>
    <p:extLst>
      <p:ext uri="{BB962C8B-B14F-4D97-AF65-F5344CB8AC3E}">
        <p14:creationId xmlns:p14="http://schemas.microsoft.com/office/powerpoint/2010/main" val="464843258"/>
      </p:ext>
    </p:extLst>
  </p:cSld>
  <p:clrMapOvr>
    <a:masterClrMapping/>
  </p:clrMapOvr>
  <p:transition spd="slow">
    <p:push dir="u"/>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7F5FD-1E87-1D33-963B-EA179FC6D6EA}"/>
              </a:ext>
            </a:extLst>
          </p:cNvPr>
          <p:cNvSpPr>
            <a:spLocks noGrp="1"/>
          </p:cNvSpPr>
          <p:nvPr>
            <p:ph type="title"/>
          </p:nvPr>
        </p:nvSpPr>
        <p:spPr/>
        <p:txBody>
          <a:bodyPr/>
          <a:lstStyle/>
          <a:p>
            <a:r>
              <a:rPr lang="en-IN" b="1" dirty="0"/>
              <a:t>Algorithm</a:t>
            </a:r>
          </a:p>
        </p:txBody>
      </p:sp>
      <p:sp>
        <p:nvSpPr>
          <p:cNvPr id="3" name="Content Placeholder 2">
            <a:extLst>
              <a:ext uri="{FF2B5EF4-FFF2-40B4-BE49-F238E27FC236}">
                <a16:creationId xmlns:a16="http://schemas.microsoft.com/office/drawing/2014/main" id="{99268453-7F07-F756-CF11-3231559A010F}"/>
              </a:ext>
            </a:extLst>
          </p:cNvPr>
          <p:cNvSpPr>
            <a:spLocks noGrp="1"/>
          </p:cNvSpPr>
          <p:nvPr>
            <p:ph idx="1"/>
          </p:nvPr>
        </p:nvSpPr>
        <p:spPr/>
        <p:txBody>
          <a:bodyPr>
            <a:noAutofit/>
          </a:bodyPr>
          <a:lstStyle/>
          <a:p>
            <a:pPr rtl="0"/>
            <a:r>
              <a:rPr lang="en-US" sz="2000" b="0" i="0" u="none" strike="noStrike" dirty="0">
                <a:solidFill>
                  <a:srgbClr val="000000"/>
                </a:solidFill>
                <a:effectLst/>
                <a:latin typeface="Nunito Sans" pitchFamily="2" charset="0"/>
              </a:rPr>
              <a:t>Calculate the total number of moves required i.e. "pow(2, n) - 1" here n is number of disks.</a:t>
            </a:r>
            <a:endParaRPr lang="en-US" sz="2000" b="0" dirty="0">
              <a:effectLst/>
            </a:endParaRPr>
          </a:p>
          <a:p>
            <a:pPr rtl="0"/>
            <a:r>
              <a:rPr lang="en-US" sz="2000" b="0" i="0" u="none" strike="noStrike" dirty="0">
                <a:solidFill>
                  <a:srgbClr val="000000"/>
                </a:solidFill>
                <a:effectLst/>
                <a:latin typeface="Nunito Sans" pitchFamily="2" charset="0"/>
              </a:rPr>
              <a:t>2. If number of disks (i.e. n) is even then interchange destination pole and auxiliary pole.</a:t>
            </a:r>
            <a:endParaRPr lang="en-US" sz="2000" b="0" dirty="0">
              <a:effectLst/>
            </a:endParaRPr>
          </a:p>
          <a:p>
            <a:pPr rtl="0"/>
            <a:r>
              <a:rPr lang="en-US" sz="2000" b="0" i="0" u="none" strike="noStrike" dirty="0">
                <a:solidFill>
                  <a:srgbClr val="000000"/>
                </a:solidFill>
                <a:effectLst/>
                <a:latin typeface="Nunito Sans" pitchFamily="2" charset="0"/>
              </a:rPr>
              <a:t>3. for </a:t>
            </a:r>
            <a:r>
              <a:rPr lang="en-US" sz="2000" b="0" i="0" u="none" strike="noStrike" dirty="0" err="1">
                <a:solidFill>
                  <a:srgbClr val="000000"/>
                </a:solidFill>
                <a:effectLst/>
                <a:latin typeface="Nunito Sans" pitchFamily="2" charset="0"/>
              </a:rPr>
              <a:t>i</a:t>
            </a:r>
            <a:r>
              <a:rPr lang="en-US" sz="2000" b="0" i="0" u="none" strike="noStrike" dirty="0">
                <a:solidFill>
                  <a:srgbClr val="000000"/>
                </a:solidFill>
                <a:effectLst/>
                <a:latin typeface="Nunito Sans" pitchFamily="2" charset="0"/>
              </a:rPr>
              <a:t> = 1 to total number of moves:</a:t>
            </a:r>
            <a:endParaRPr lang="en-US" sz="2000" b="0" dirty="0">
              <a:effectLst/>
            </a:endParaRPr>
          </a:p>
          <a:p>
            <a:pPr rtl="0"/>
            <a:r>
              <a:rPr lang="en-US" sz="2000" b="0" i="0" u="none" strike="noStrike" dirty="0">
                <a:solidFill>
                  <a:srgbClr val="000000"/>
                </a:solidFill>
                <a:effectLst/>
                <a:latin typeface="Nunito Sans" pitchFamily="2" charset="0"/>
              </a:rPr>
              <a:t>     if </a:t>
            </a:r>
            <a:r>
              <a:rPr lang="en-US" sz="2000" b="1" i="0" u="none" strike="noStrike" dirty="0">
                <a:solidFill>
                  <a:srgbClr val="FF0000"/>
                </a:solidFill>
                <a:effectLst/>
                <a:latin typeface="Nunito Sans" pitchFamily="2" charset="0"/>
              </a:rPr>
              <a:t>i%3 == 1</a:t>
            </a:r>
            <a:r>
              <a:rPr lang="en-US" sz="2000" b="0" i="0" u="none" strike="noStrike" dirty="0">
                <a:solidFill>
                  <a:srgbClr val="000000"/>
                </a:solidFill>
                <a:effectLst/>
                <a:latin typeface="Nunito Sans" pitchFamily="2" charset="0"/>
              </a:rPr>
              <a:t>:</a:t>
            </a:r>
            <a:endParaRPr lang="en-US" sz="2000" b="0" dirty="0">
              <a:effectLst/>
            </a:endParaRPr>
          </a:p>
          <a:p>
            <a:pPr rtl="0"/>
            <a:r>
              <a:rPr lang="en-US" sz="2000" b="0" i="0" u="none" strike="noStrike" dirty="0">
                <a:solidFill>
                  <a:srgbClr val="000000"/>
                </a:solidFill>
                <a:effectLst/>
                <a:latin typeface="Nunito Sans" pitchFamily="2" charset="0"/>
              </a:rPr>
              <a:t>    legal movement of top disk between </a:t>
            </a:r>
            <a:r>
              <a:rPr lang="en-US" sz="2000" b="1" i="0" u="none" strike="noStrike" dirty="0">
                <a:solidFill>
                  <a:schemeClr val="accent1"/>
                </a:solidFill>
                <a:effectLst/>
                <a:latin typeface="Nunito Sans" pitchFamily="2" charset="0"/>
              </a:rPr>
              <a:t>source pole and destination pole</a:t>
            </a:r>
            <a:endParaRPr lang="en-US" sz="2000" b="1" dirty="0">
              <a:solidFill>
                <a:schemeClr val="accent1"/>
              </a:solidFill>
              <a:effectLst/>
            </a:endParaRPr>
          </a:p>
          <a:p>
            <a:pPr rtl="0"/>
            <a:r>
              <a:rPr lang="en-US" sz="2000" b="0" i="0" u="none" strike="noStrike" dirty="0">
                <a:solidFill>
                  <a:srgbClr val="000000"/>
                </a:solidFill>
                <a:effectLst/>
                <a:latin typeface="Nunito Sans" pitchFamily="2" charset="0"/>
              </a:rPr>
              <a:t>     if </a:t>
            </a:r>
            <a:r>
              <a:rPr lang="en-US" sz="2000" b="1" i="0" u="none" strike="noStrike" dirty="0">
                <a:solidFill>
                  <a:srgbClr val="FF0000"/>
                </a:solidFill>
                <a:effectLst/>
                <a:latin typeface="Nunito Sans" pitchFamily="2" charset="0"/>
              </a:rPr>
              <a:t>i%3 == 2</a:t>
            </a:r>
            <a:r>
              <a:rPr lang="en-US" sz="2000" b="0" i="0" u="none" strike="noStrike" dirty="0">
                <a:solidFill>
                  <a:srgbClr val="000000"/>
                </a:solidFill>
                <a:effectLst/>
                <a:latin typeface="Nunito Sans" pitchFamily="2" charset="0"/>
              </a:rPr>
              <a:t>:</a:t>
            </a:r>
            <a:endParaRPr lang="en-US" sz="2000" b="0" dirty="0">
              <a:effectLst/>
            </a:endParaRPr>
          </a:p>
          <a:p>
            <a:pPr rtl="0"/>
            <a:r>
              <a:rPr lang="en-US" sz="2000" b="0" i="0" u="none" strike="noStrike" dirty="0">
                <a:solidFill>
                  <a:srgbClr val="000000"/>
                </a:solidFill>
                <a:effectLst/>
                <a:latin typeface="Nunito Sans" pitchFamily="2" charset="0"/>
              </a:rPr>
              <a:t>    legal movement top disk between </a:t>
            </a:r>
            <a:r>
              <a:rPr lang="en-US" sz="2000" b="1" i="0" u="none" strike="noStrike" dirty="0">
                <a:solidFill>
                  <a:schemeClr val="accent1"/>
                </a:solidFill>
                <a:effectLst/>
                <a:latin typeface="Nunito Sans" pitchFamily="2" charset="0"/>
              </a:rPr>
              <a:t>source pole and auxiliary pole    </a:t>
            </a:r>
            <a:endParaRPr lang="en-US" sz="2000" b="1" dirty="0">
              <a:solidFill>
                <a:schemeClr val="accent1"/>
              </a:solidFill>
              <a:effectLst/>
            </a:endParaRPr>
          </a:p>
          <a:p>
            <a:pPr rtl="0"/>
            <a:r>
              <a:rPr lang="en-US" sz="2000" b="0" i="0" u="none" strike="noStrike" dirty="0">
                <a:solidFill>
                  <a:srgbClr val="000000"/>
                </a:solidFill>
                <a:effectLst/>
                <a:latin typeface="Nunito Sans" pitchFamily="2" charset="0"/>
              </a:rPr>
              <a:t>     if</a:t>
            </a:r>
            <a:r>
              <a:rPr lang="en-US" sz="2000" b="0" i="0" u="none" strike="noStrike" dirty="0">
                <a:solidFill>
                  <a:srgbClr val="FF0000"/>
                </a:solidFill>
                <a:effectLst/>
                <a:latin typeface="Nunito Sans" pitchFamily="2" charset="0"/>
              </a:rPr>
              <a:t> </a:t>
            </a:r>
            <a:r>
              <a:rPr lang="en-US" sz="2000" b="1" i="0" u="none" strike="noStrike" dirty="0">
                <a:solidFill>
                  <a:srgbClr val="FF0000"/>
                </a:solidFill>
                <a:effectLst/>
                <a:latin typeface="Nunito Sans" pitchFamily="2" charset="0"/>
              </a:rPr>
              <a:t>i%3 == 0</a:t>
            </a:r>
            <a:r>
              <a:rPr lang="en-US" sz="2000" b="0" i="0" u="none" strike="noStrike" dirty="0">
                <a:solidFill>
                  <a:srgbClr val="000000"/>
                </a:solidFill>
                <a:effectLst/>
                <a:latin typeface="Nunito Sans" pitchFamily="2" charset="0"/>
              </a:rPr>
              <a:t>:</a:t>
            </a:r>
            <a:endParaRPr lang="en-US" sz="2000" b="0" dirty="0">
              <a:effectLst/>
            </a:endParaRPr>
          </a:p>
          <a:p>
            <a:pPr rtl="0"/>
            <a:r>
              <a:rPr lang="en-US" sz="2000" b="0" i="0" u="none" strike="noStrike" dirty="0">
                <a:solidFill>
                  <a:srgbClr val="000000"/>
                </a:solidFill>
                <a:effectLst/>
                <a:latin typeface="Nunito Sans" pitchFamily="2" charset="0"/>
              </a:rPr>
              <a:t>        legal movement top disk between </a:t>
            </a:r>
            <a:r>
              <a:rPr lang="en-US" sz="2000" b="1" i="0" u="none" strike="noStrike" dirty="0">
                <a:solidFill>
                  <a:schemeClr val="accent1"/>
                </a:solidFill>
                <a:effectLst/>
                <a:latin typeface="Nunito Sans" pitchFamily="2" charset="0"/>
              </a:rPr>
              <a:t>auxiliary pole and destination pole </a:t>
            </a:r>
            <a:br>
              <a:rPr lang="en-US" sz="2000" dirty="0"/>
            </a:br>
            <a:endParaRPr lang="en-IN" sz="2000" dirty="0"/>
          </a:p>
        </p:txBody>
      </p:sp>
    </p:spTree>
    <p:extLst>
      <p:ext uri="{BB962C8B-B14F-4D97-AF65-F5344CB8AC3E}">
        <p14:creationId xmlns:p14="http://schemas.microsoft.com/office/powerpoint/2010/main" val="3399296016"/>
      </p:ext>
    </p:extLst>
  </p:cSld>
  <p:clrMapOvr>
    <a:masterClrMapping/>
  </p:clrMapOvr>
  <p:transition spd="slow">
    <p:push dir="u"/>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2B63C7-1744-14AC-E76D-B3BAB2DF2AA5}"/>
              </a:ext>
            </a:extLst>
          </p:cNvPr>
          <p:cNvSpPr>
            <a:spLocks noGrp="1"/>
          </p:cNvSpPr>
          <p:nvPr>
            <p:ph idx="1"/>
          </p:nvPr>
        </p:nvSpPr>
        <p:spPr>
          <a:xfrm>
            <a:off x="838200" y="327991"/>
            <a:ext cx="10515600" cy="5848972"/>
          </a:xfrm>
        </p:spPr>
        <p:txBody>
          <a:bodyPr>
            <a:normAutofit fontScale="92500" lnSpcReduction="20000"/>
          </a:bodyPr>
          <a:lstStyle/>
          <a:p>
            <a:pPr marL="514350" indent="-514350">
              <a:buFont typeface="+mj-lt"/>
              <a:buAutoNum type="arabicPeriod"/>
            </a:pPr>
            <a:r>
              <a:rPr lang="en-IN" dirty="0"/>
              <a:t>public class </a:t>
            </a:r>
            <a:r>
              <a:rPr lang="en-IN" dirty="0" err="1"/>
              <a:t>TowerOfHanoiUsingStack</a:t>
            </a:r>
            <a:r>
              <a:rPr lang="en-IN" dirty="0"/>
              <a:t> {</a:t>
            </a:r>
          </a:p>
          <a:p>
            <a:pPr marL="514350" indent="-514350">
              <a:buFont typeface="+mj-lt"/>
              <a:buAutoNum type="arabicPeriod"/>
            </a:pPr>
            <a:r>
              <a:rPr lang="en-IN" dirty="0"/>
              <a:t>public static void main(String[] </a:t>
            </a:r>
            <a:r>
              <a:rPr lang="en-IN" dirty="0" err="1"/>
              <a:t>args</a:t>
            </a:r>
            <a:r>
              <a:rPr lang="en-IN" dirty="0"/>
              <a:t>) {</a:t>
            </a:r>
          </a:p>
          <a:p>
            <a:pPr marL="514350" indent="-514350">
              <a:buFont typeface="+mj-lt"/>
              <a:buAutoNum type="arabicPeriod"/>
            </a:pPr>
            <a:r>
              <a:rPr lang="en-IN" dirty="0"/>
              <a:t>        Scanner </a:t>
            </a:r>
            <a:r>
              <a:rPr lang="en-IN" dirty="0" err="1"/>
              <a:t>sc</a:t>
            </a:r>
            <a:r>
              <a:rPr lang="en-IN" dirty="0"/>
              <a:t> = new Scanner(System.in);</a:t>
            </a:r>
          </a:p>
          <a:p>
            <a:pPr marL="514350" indent="-514350">
              <a:buFont typeface="+mj-lt"/>
              <a:buAutoNum type="arabicPeriod"/>
            </a:pPr>
            <a:endParaRPr lang="en-IN" dirty="0"/>
          </a:p>
          <a:p>
            <a:pPr marL="514350" indent="-514350">
              <a:buFont typeface="+mj-lt"/>
              <a:buAutoNum type="arabicPeriod"/>
            </a:pPr>
            <a:r>
              <a:rPr lang="en-IN" dirty="0"/>
              <a:t>        </a:t>
            </a:r>
            <a:r>
              <a:rPr lang="en-IN" dirty="0" err="1"/>
              <a:t>System.out.print</a:t>
            </a:r>
            <a:r>
              <a:rPr lang="en-IN" dirty="0"/>
              <a:t>("Enter the number of disks: ");</a:t>
            </a:r>
          </a:p>
          <a:p>
            <a:pPr marL="514350" indent="-514350">
              <a:buFont typeface="+mj-lt"/>
              <a:buAutoNum type="arabicPeriod"/>
            </a:pPr>
            <a:r>
              <a:rPr lang="en-IN" dirty="0"/>
              <a:t>        int </a:t>
            </a:r>
            <a:r>
              <a:rPr lang="en-IN" dirty="0" err="1"/>
              <a:t>numOfDisks</a:t>
            </a:r>
            <a:r>
              <a:rPr lang="en-IN" dirty="0"/>
              <a:t> = </a:t>
            </a:r>
            <a:r>
              <a:rPr lang="en-IN" dirty="0" err="1"/>
              <a:t>sc.nextInt</a:t>
            </a:r>
            <a:r>
              <a:rPr lang="en-IN" dirty="0"/>
              <a:t>();</a:t>
            </a:r>
          </a:p>
          <a:p>
            <a:pPr marL="514350" indent="-514350">
              <a:buFont typeface="+mj-lt"/>
              <a:buAutoNum type="arabicPeriod"/>
            </a:pPr>
            <a:endParaRPr lang="en-IN" dirty="0"/>
          </a:p>
          <a:p>
            <a:pPr marL="514350" indent="-514350">
              <a:buFont typeface="+mj-lt"/>
              <a:buAutoNum type="arabicPeriod"/>
            </a:pPr>
            <a:r>
              <a:rPr lang="en-IN" dirty="0"/>
              <a:t>        if (</a:t>
            </a:r>
            <a:r>
              <a:rPr lang="en-IN" dirty="0" err="1"/>
              <a:t>numOfDisks</a:t>
            </a:r>
            <a:r>
              <a:rPr lang="en-IN" dirty="0"/>
              <a:t> &lt;= 0) </a:t>
            </a:r>
          </a:p>
          <a:p>
            <a:pPr marL="514350" indent="-514350">
              <a:buFont typeface="+mj-lt"/>
              <a:buAutoNum type="arabicPeriod"/>
            </a:pPr>
            <a:r>
              <a:rPr lang="en-IN" dirty="0"/>
              <a:t>            </a:t>
            </a:r>
            <a:r>
              <a:rPr lang="en-IN" dirty="0" err="1"/>
              <a:t>System.out.println</a:t>
            </a:r>
            <a:r>
              <a:rPr lang="en-IN" dirty="0"/>
              <a:t>("The number of disks must be greater than 0.");</a:t>
            </a:r>
          </a:p>
          <a:p>
            <a:pPr marL="514350" indent="-514350">
              <a:buFont typeface="+mj-lt"/>
              <a:buAutoNum type="arabicPeriod"/>
            </a:pPr>
            <a:r>
              <a:rPr lang="en-IN" dirty="0"/>
              <a:t>         else </a:t>
            </a:r>
          </a:p>
          <a:p>
            <a:pPr marL="514350" indent="-514350">
              <a:buFont typeface="+mj-lt"/>
              <a:buAutoNum type="arabicPeriod"/>
            </a:pPr>
            <a:r>
              <a:rPr lang="en-IN" dirty="0"/>
              <a:t>                 </a:t>
            </a:r>
            <a:r>
              <a:rPr lang="en-IN" dirty="0" err="1"/>
              <a:t>towerOfHanoi</a:t>
            </a:r>
            <a:r>
              <a:rPr lang="en-IN" dirty="0"/>
              <a:t>(</a:t>
            </a:r>
            <a:r>
              <a:rPr lang="en-IN" dirty="0" err="1"/>
              <a:t>numOfDisks</a:t>
            </a:r>
            <a:r>
              <a:rPr lang="en-IN" dirty="0"/>
              <a:t>);</a:t>
            </a:r>
          </a:p>
          <a:p>
            <a:pPr marL="514350" indent="-514350">
              <a:buFont typeface="+mj-lt"/>
              <a:buAutoNum type="arabicPeriod"/>
            </a:pPr>
            <a:r>
              <a:rPr lang="en-IN" dirty="0"/>
              <a:t>        </a:t>
            </a:r>
          </a:p>
          <a:p>
            <a:pPr marL="514350" indent="-514350">
              <a:buFont typeface="+mj-lt"/>
              <a:buAutoNum type="arabicPeriod"/>
            </a:pPr>
            <a:r>
              <a:rPr lang="en-IN" dirty="0"/>
              <a:t>}</a:t>
            </a:r>
          </a:p>
          <a:p>
            <a:pPr marL="514350" indent="-514350">
              <a:buFont typeface="+mj-lt"/>
              <a:buAutoNum type="arabicPeriod"/>
            </a:pPr>
            <a:endParaRPr lang="en-IN" dirty="0"/>
          </a:p>
        </p:txBody>
      </p:sp>
    </p:spTree>
    <p:extLst>
      <p:ext uri="{BB962C8B-B14F-4D97-AF65-F5344CB8AC3E}">
        <p14:creationId xmlns:p14="http://schemas.microsoft.com/office/powerpoint/2010/main" val="337718425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wipe(down)">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wipe(down)">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wipe(down)">
                                      <p:cBhvr>
                                        <p:cTn id="32" dur="500"/>
                                        <p:tgtEl>
                                          <p:spTgt spid="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wipe(down)">
                                      <p:cBhvr>
                                        <p:cTn id="37" dur="500"/>
                                        <p:tgtEl>
                                          <p:spTgt spid="3">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3">
                                            <p:txEl>
                                              <p:pRg st="9" end="9"/>
                                            </p:txEl>
                                          </p:spTgt>
                                        </p:tgtEl>
                                        <p:attrNameLst>
                                          <p:attrName>style.visibility</p:attrName>
                                        </p:attrNameLst>
                                      </p:cBhvr>
                                      <p:to>
                                        <p:strVal val="visible"/>
                                      </p:to>
                                    </p:set>
                                    <p:animEffect transition="in" filter="wipe(down)">
                                      <p:cBhvr>
                                        <p:cTn id="42" dur="500"/>
                                        <p:tgtEl>
                                          <p:spTgt spid="3">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animEffect transition="in" filter="wipe(down)">
                                      <p:cBhvr>
                                        <p:cTn id="47" dur="500"/>
                                        <p:tgtEl>
                                          <p:spTgt spid="3">
                                            <p:txEl>
                                              <p:pRg st="10" end="1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3">
                                            <p:txEl>
                                              <p:pRg st="11" end="11"/>
                                            </p:txEl>
                                          </p:spTgt>
                                        </p:tgtEl>
                                        <p:attrNameLst>
                                          <p:attrName>style.visibility</p:attrName>
                                        </p:attrNameLst>
                                      </p:cBhvr>
                                      <p:to>
                                        <p:strVal val="visible"/>
                                      </p:to>
                                    </p:set>
                                    <p:animEffect transition="in" filter="wipe(down)">
                                      <p:cBhvr>
                                        <p:cTn id="52" dur="500"/>
                                        <p:tgtEl>
                                          <p:spTgt spid="3">
                                            <p:txEl>
                                              <p:pRg st="11" end="11"/>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nodeType="clickEffect">
                                  <p:stCondLst>
                                    <p:cond delay="0"/>
                                  </p:stCondLst>
                                  <p:childTnLst>
                                    <p:set>
                                      <p:cBhvr>
                                        <p:cTn id="56" dur="1" fill="hold">
                                          <p:stCondLst>
                                            <p:cond delay="0"/>
                                          </p:stCondLst>
                                        </p:cTn>
                                        <p:tgtEl>
                                          <p:spTgt spid="3">
                                            <p:txEl>
                                              <p:pRg st="12" end="12"/>
                                            </p:txEl>
                                          </p:spTgt>
                                        </p:tgtEl>
                                        <p:attrNameLst>
                                          <p:attrName>style.visibility</p:attrName>
                                        </p:attrNameLst>
                                      </p:cBhvr>
                                      <p:to>
                                        <p:strVal val="visible"/>
                                      </p:to>
                                    </p:set>
                                    <p:animEffect transition="in" filter="wipe(down)">
                                      <p:cBhvr>
                                        <p:cTn id="57"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6158739-D441-9B43-CC8F-1504ED85B29C}"/>
              </a:ext>
            </a:extLst>
          </p:cNvPr>
          <p:cNvSpPr>
            <a:spLocks noGrp="1"/>
          </p:cNvSpPr>
          <p:nvPr>
            <p:ph idx="1"/>
          </p:nvPr>
        </p:nvSpPr>
        <p:spPr>
          <a:xfrm>
            <a:off x="838200" y="188843"/>
            <a:ext cx="10515600" cy="6520070"/>
          </a:xfrm>
        </p:spPr>
        <p:txBody>
          <a:bodyPr>
            <a:normAutofit fontScale="77500" lnSpcReduction="20000"/>
          </a:bodyPr>
          <a:lstStyle/>
          <a:p>
            <a:pPr marL="514350" indent="-514350">
              <a:buFont typeface="+mj-lt"/>
              <a:buAutoNum type="arabicPeriod" startAt="12"/>
            </a:pPr>
            <a:r>
              <a:rPr lang="en-IN" dirty="0"/>
              <a:t>public static void </a:t>
            </a:r>
            <a:r>
              <a:rPr lang="en-IN" dirty="0" err="1"/>
              <a:t>towerOfHanoi</a:t>
            </a:r>
            <a:r>
              <a:rPr lang="en-IN" dirty="0"/>
              <a:t>(int </a:t>
            </a:r>
            <a:r>
              <a:rPr lang="en-IN" dirty="0" err="1"/>
              <a:t>numOfDisks</a:t>
            </a:r>
            <a:r>
              <a:rPr lang="en-IN" dirty="0"/>
              <a:t>) {</a:t>
            </a:r>
          </a:p>
          <a:p>
            <a:pPr marL="514350" indent="-514350">
              <a:buFont typeface="+mj-lt"/>
              <a:buAutoNum type="arabicPeriod" startAt="12"/>
            </a:pPr>
            <a:r>
              <a:rPr lang="en-IN" dirty="0"/>
              <a:t>        Stack&lt;Integer&gt; source = new Stack&lt;&gt;();</a:t>
            </a:r>
          </a:p>
          <a:p>
            <a:pPr marL="514350" indent="-514350">
              <a:buFont typeface="+mj-lt"/>
              <a:buAutoNum type="arabicPeriod" startAt="12"/>
            </a:pPr>
            <a:r>
              <a:rPr lang="en-IN" dirty="0"/>
              <a:t>        Stack&lt;Integer&gt; auxiliary = new Stack&lt;&gt;();</a:t>
            </a:r>
          </a:p>
          <a:p>
            <a:pPr marL="514350" indent="-514350">
              <a:buFont typeface="+mj-lt"/>
              <a:buAutoNum type="arabicPeriod" startAt="12"/>
            </a:pPr>
            <a:r>
              <a:rPr lang="en-IN" dirty="0"/>
              <a:t>        Stack&lt;Integer&gt; destination = new Stack&lt;&gt;();</a:t>
            </a:r>
          </a:p>
          <a:p>
            <a:pPr marL="514350" indent="-514350">
              <a:buFont typeface="+mj-lt"/>
              <a:buAutoNum type="arabicPeriod" startAt="12"/>
            </a:pPr>
            <a:endParaRPr lang="en-IN" dirty="0"/>
          </a:p>
          <a:p>
            <a:pPr marL="514350" indent="-514350">
              <a:buFont typeface="+mj-lt"/>
              <a:buAutoNum type="arabicPeriod" startAt="12"/>
            </a:pPr>
            <a:r>
              <a:rPr lang="en-IN" dirty="0"/>
              <a:t>        char s = 'S', a = 'A', d = 'D';</a:t>
            </a:r>
          </a:p>
          <a:p>
            <a:pPr marL="514350" indent="-514350">
              <a:buFont typeface="+mj-lt"/>
              <a:buAutoNum type="arabicPeriod" startAt="12"/>
            </a:pPr>
            <a:endParaRPr lang="en-IN" dirty="0"/>
          </a:p>
          <a:p>
            <a:pPr marL="514350" indent="-514350">
              <a:buFont typeface="+mj-lt"/>
              <a:buAutoNum type="arabicPeriod" startAt="12"/>
            </a:pPr>
            <a:r>
              <a:rPr lang="en-IN" dirty="0"/>
              <a:t>        for (int </a:t>
            </a:r>
            <a:r>
              <a:rPr lang="en-IN" dirty="0" err="1"/>
              <a:t>i</a:t>
            </a:r>
            <a:r>
              <a:rPr lang="en-IN" dirty="0"/>
              <a:t> = </a:t>
            </a:r>
            <a:r>
              <a:rPr lang="en-IN" dirty="0" err="1"/>
              <a:t>numOfDisks</a:t>
            </a:r>
            <a:r>
              <a:rPr lang="en-IN" dirty="0"/>
              <a:t>; </a:t>
            </a:r>
            <a:r>
              <a:rPr lang="en-IN" dirty="0" err="1"/>
              <a:t>i</a:t>
            </a:r>
            <a:r>
              <a:rPr lang="en-IN" dirty="0"/>
              <a:t> &gt;= 1; </a:t>
            </a:r>
            <a:r>
              <a:rPr lang="en-IN" dirty="0" err="1"/>
              <a:t>i</a:t>
            </a:r>
            <a:r>
              <a:rPr lang="en-IN" dirty="0"/>
              <a:t>--) {</a:t>
            </a:r>
          </a:p>
          <a:p>
            <a:pPr marL="514350" indent="-514350">
              <a:buFont typeface="+mj-lt"/>
              <a:buAutoNum type="arabicPeriod" startAt="12"/>
            </a:pPr>
            <a:r>
              <a:rPr lang="en-IN" dirty="0"/>
              <a:t>            </a:t>
            </a:r>
            <a:r>
              <a:rPr lang="en-IN" dirty="0" err="1"/>
              <a:t>source.push</a:t>
            </a:r>
            <a:r>
              <a:rPr lang="en-IN" dirty="0"/>
              <a:t>(</a:t>
            </a:r>
            <a:r>
              <a:rPr lang="en-IN" dirty="0" err="1"/>
              <a:t>i</a:t>
            </a:r>
            <a:r>
              <a:rPr lang="en-IN" dirty="0"/>
              <a:t>);</a:t>
            </a:r>
          </a:p>
          <a:p>
            <a:pPr marL="514350" indent="-514350">
              <a:buFont typeface="+mj-lt"/>
              <a:buAutoNum type="arabicPeriod" startAt="12"/>
            </a:pPr>
            <a:r>
              <a:rPr lang="en-IN" dirty="0"/>
              <a:t>        }</a:t>
            </a:r>
          </a:p>
          <a:p>
            <a:pPr marL="514350" indent="-514350">
              <a:buFont typeface="+mj-lt"/>
              <a:buAutoNum type="arabicPeriod" startAt="12"/>
            </a:pPr>
            <a:endParaRPr lang="en-IN" dirty="0"/>
          </a:p>
          <a:p>
            <a:pPr marL="514350" indent="-514350">
              <a:buFont typeface="+mj-lt"/>
              <a:buAutoNum type="arabicPeriod" startAt="12"/>
            </a:pPr>
            <a:r>
              <a:rPr lang="en-IN" dirty="0"/>
              <a:t>        int </a:t>
            </a:r>
            <a:r>
              <a:rPr lang="en-IN" dirty="0" err="1"/>
              <a:t>totalMoves</a:t>
            </a:r>
            <a:r>
              <a:rPr lang="en-IN" dirty="0"/>
              <a:t> = (int) </a:t>
            </a:r>
            <a:r>
              <a:rPr lang="en-IN" dirty="0" err="1"/>
              <a:t>Math.pow</a:t>
            </a:r>
            <a:r>
              <a:rPr lang="en-IN" dirty="0"/>
              <a:t>(2, </a:t>
            </a:r>
            <a:r>
              <a:rPr lang="en-IN" dirty="0" err="1"/>
              <a:t>numOfDisks</a:t>
            </a:r>
            <a:r>
              <a:rPr lang="en-IN" dirty="0"/>
              <a:t>) - 1;</a:t>
            </a:r>
          </a:p>
          <a:p>
            <a:pPr marL="514350" indent="-514350">
              <a:buFont typeface="+mj-lt"/>
              <a:buAutoNum type="arabicPeriod" startAt="12"/>
            </a:pPr>
            <a:endParaRPr lang="en-IN" dirty="0"/>
          </a:p>
          <a:p>
            <a:pPr marL="514350" indent="-514350">
              <a:buFont typeface="+mj-lt"/>
              <a:buAutoNum type="arabicPeriod" startAt="12"/>
            </a:pPr>
            <a:r>
              <a:rPr lang="en-IN" dirty="0"/>
              <a:t>        if (</a:t>
            </a:r>
            <a:r>
              <a:rPr lang="en-IN" dirty="0" err="1"/>
              <a:t>numOfDisks</a:t>
            </a:r>
            <a:r>
              <a:rPr lang="en-IN" dirty="0"/>
              <a:t> % 2 == 0) {</a:t>
            </a:r>
          </a:p>
          <a:p>
            <a:pPr marL="514350" indent="-514350">
              <a:buFont typeface="+mj-lt"/>
              <a:buAutoNum type="arabicPeriod" startAt="12"/>
            </a:pPr>
            <a:r>
              <a:rPr lang="en-IN" dirty="0"/>
              <a:t>            char temp = d;</a:t>
            </a:r>
          </a:p>
          <a:p>
            <a:pPr marL="514350" indent="-514350">
              <a:buFont typeface="+mj-lt"/>
              <a:buAutoNum type="arabicPeriod" startAt="12"/>
            </a:pPr>
            <a:r>
              <a:rPr lang="en-IN" dirty="0"/>
              <a:t>            d = a;</a:t>
            </a:r>
          </a:p>
          <a:p>
            <a:pPr marL="514350" indent="-514350">
              <a:buFont typeface="+mj-lt"/>
              <a:buAutoNum type="arabicPeriod" startAt="12"/>
            </a:pPr>
            <a:r>
              <a:rPr lang="en-IN" dirty="0"/>
              <a:t>            a = temp;</a:t>
            </a:r>
          </a:p>
          <a:p>
            <a:pPr marL="514350" indent="-514350">
              <a:buFont typeface="+mj-lt"/>
              <a:buAutoNum type="arabicPeriod" startAt="12"/>
            </a:pPr>
            <a:r>
              <a:rPr lang="en-IN" dirty="0"/>
              <a:t>        }</a:t>
            </a:r>
          </a:p>
          <a:p>
            <a:pPr marL="514350" indent="-514350">
              <a:buFont typeface="+mj-lt"/>
              <a:buAutoNum type="arabicPeriod" startAt="12"/>
            </a:pPr>
            <a:endParaRPr lang="en-IN" dirty="0"/>
          </a:p>
          <a:p>
            <a:pPr marL="514350" indent="-514350">
              <a:buFont typeface="+mj-lt"/>
              <a:buAutoNum type="arabicPeriod" startAt="12"/>
            </a:pPr>
            <a:endParaRPr lang="en-IN" dirty="0"/>
          </a:p>
        </p:txBody>
      </p:sp>
    </p:spTree>
    <p:extLst>
      <p:ext uri="{BB962C8B-B14F-4D97-AF65-F5344CB8AC3E}">
        <p14:creationId xmlns:p14="http://schemas.microsoft.com/office/powerpoint/2010/main" val="62908750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wipe(down)">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wipe(down)">
                                      <p:cBhvr>
                                        <p:cTn id="32" dur="500"/>
                                        <p:tgtEl>
                                          <p:spTgt spid="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wipe(down)">
                                      <p:cBhvr>
                                        <p:cTn id="37" dur="500"/>
                                        <p:tgtEl>
                                          <p:spTgt spid="3">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3">
                                            <p:txEl>
                                              <p:pRg st="9" end="9"/>
                                            </p:txEl>
                                          </p:spTgt>
                                        </p:tgtEl>
                                        <p:attrNameLst>
                                          <p:attrName>style.visibility</p:attrName>
                                        </p:attrNameLst>
                                      </p:cBhvr>
                                      <p:to>
                                        <p:strVal val="visible"/>
                                      </p:to>
                                    </p:set>
                                    <p:animEffect transition="in" filter="wipe(down)">
                                      <p:cBhvr>
                                        <p:cTn id="42" dur="500"/>
                                        <p:tgtEl>
                                          <p:spTgt spid="3">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animEffect transition="in" filter="wipe(down)">
                                      <p:cBhvr>
                                        <p:cTn id="47" dur="500"/>
                                        <p:tgtEl>
                                          <p:spTgt spid="3">
                                            <p:txEl>
                                              <p:pRg st="11" end="11"/>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3">
                                            <p:txEl>
                                              <p:pRg st="13" end="13"/>
                                            </p:txEl>
                                          </p:spTgt>
                                        </p:tgtEl>
                                        <p:attrNameLst>
                                          <p:attrName>style.visibility</p:attrName>
                                        </p:attrNameLst>
                                      </p:cBhvr>
                                      <p:to>
                                        <p:strVal val="visible"/>
                                      </p:to>
                                    </p:set>
                                    <p:animEffect transition="in" filter="wipe(down)">
                                      <p:cBhvr>
                                        <p:cTn id="52" dur="500"/>
                                        <p:tgtEl>
                                          <p:spTgt spid="3">
                                            <p:txEl>
                                              <p:pRg st="13" end="13"/>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nodeType="clickEffect">
                                  <p:stCondLst>
                                    <p:cond delay="0"/>
                                  </p:stCondLst>
                                  <p:childTnLst>
                                    <p:set>
                                      <p:cBhvr>
                                        <p:cTn id="56" dur="1" fill="hold">
                                          <p:stCondLst>
                                            <p:cond delay="0"/>
                                          </p:stCondLst>
                                        </p:cTn>
                                        <p:tgtEl>
                                          <p:spTgt spid="3">
                                            <p:txEl>
                                              <p:pRg st="14" end="14"/>
                                            </p:txEl>
                                          </p:spTgt>
                                        </p:tgtEl>
                                        <p:attrNameLst>
                                          <p:attrName>style.visibility</p:attrName>
                                        </p:attrNameLst>
                                      </p:cBhvr>
                                      <p:to>
                                        <p:strVal val="visible"/>
                                      </p:to>
                                    </p:set>
                                    <p:animEffect transition="in" filter="wipe(down)">
                                      <p:cBhvr>
                                        <p:cTn id="57" dur="500"/>
                                        <p:tgtEl>
                                          <p:spTgt spid="3">
                                            <p:txEl>
                                              <p:pRg st="14" end="14"/>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4" fill="hold" nodeType="clickEffect">
                                  <p:stCondLst>
                                    <p:cond delay="0"/>
                                  </p:stCondLst>
                                  <p:childTnLst>
                                    <p:set>
                                      <p:cBhvr>
                                        <p:cTn id="61" dur="1" fill="hold">
                                          <p:stCondLst>
                                            <p:cond delay="0"/>
                                          </p:stCondLst>
                                        </p:cTn>
                                        <p:tgtEl>
                                          <p:spTgt spid="3">
                                            <p:txEl>
                                              <p:pRg st="15" end="15"/>
                                            </p:txEl>
                                          </p:spTgt>
                                        </p:tgtEl>
                                        <p:attrNameLst>
                                          <p:attrName>style.visibility</p:attrName>
                                        </p:attrNameLst>
                                      </p:cBhvr>
                                      <p:to>
                                        <p:strVal val="visible"/>
                                      </p:to>
                                    </p:set>
                                    <p:animEffect transition="in" filter="wipe(down)">
                                      <p:cBhvr>
                                        <p:cTn id="62" dur="500"/>
                                        <p:tgtEl>
                                          <p:spTgt spid="3">
                                            <p:txEl>
                                              <p:pRg st="15" end="15"/>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4" fill="hold" nodeType="clickEffect">
                                  <p:stCondLst>
                                    <p:cond delay="0"/>
                                  </p:stCondLst>
                                  <p:childTnLst>
                                    <p:set>
                                      <p:cBhvr>
                                        <p:cTn id="66" dur="1" fill="hold">
                                          <p:stCondLst>
                                            <p:cond delay="0"/>
                                          </p:stCondLst>
                                        </p:cTn>
                                        <p:tgtEl>
                                          <p:spTgt spid="3">
                                            <p:txEl>
                                              <p:pRg st="16" end="16"/>
                                            </p:txEl>
                                          </p:spTgt>
                                        </p:tgtEl>
                                        <p:attrNameLst>
                                          <p:attrName>style.visibility</p:attrName>
                                        </p:attrNameLst>
                                      </p:cBhvr>
                                      <p:to>
                                        <p:strVal val="visible"/>
                                      </p:to>
                                    </p:set>
                                    <p:animEffect transition="in" filter="wipe(down)">
                                      <p:cBhvr>
                                        <p:cTn id="67" dur="500"/>
                                        <p:tgtEl>
                                          <p:spTgt spid="3">
                                            <p:txEl>
                                              <p:pRg st="16" end="16"/>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4" fill="hold" nodeType="clickEffect">
                                  <p:stCondLst>
                                    <p:cond delay="0"/>
                                  </p:stCondLst>
                                  <p:childTnLst>
                                    <p:set>
                                      <p:cBhvr>
                                        <p:cTn id="71" dur="1" fill="hold">
                                          <p:stCondLst>
                                            <p:cond delay="0"/>
                                          </p:stCondLst>
                                        </p:cTn>
                                        <p:tgtEl>
                                          <p:spTgt spid="3">
                                            <p:txEl>
                                              <p:pRg st="17" end="17"/>
                                            </p:txEl>
                                          </p:spTgt>
                                        </p:tgtEl>
                                        <p:attrNameLst>
                                          <p:attrName>style.visibility</p:attrName>
                                        </p:attrNameLst>
                                      </p:cBhvr>
                                      <p:to>
                                        <p:strVal val="visible"/>
                                      </p:to>
                                    </p:set>
                                    <p:animEffect transition="in" filter="wipe(down)">
                                      <p:cBhvr>
                                        <p:cTn id="72" dur="500"/>
                                        <p:tgtEl>
                                          <p:spTgt spid="3">
                                            <p:txEl>
                                              <p:pRg st="17" end="1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CA600E-2A01-5A2B-FC64-04D88E050261}"/>
              </a:ext>
            </a:extLst>
          </p:cNvPr>
          <p:cNvSpPr>
            <a:spLocks noGrp="1"/>
          </p:cNvSpPr>
          <p:nvPr>
            <p:ph idx="1"/>
          </p:nvPr>
        </p:nvSpPr>
        <p:spPr/>
        <p:txBody>
          <a:bodyPr>
            <a:normAutofit fontScale="92500" lnSpcReduction="20000"/>
          </a:bodyPr>
          <a:lstStyle/>
          <a:p>
            <a:pPr marL="514350" indent="-514350">
              <a:buFont typeface="+mj-lt"/>
              <a:buAutoNum type="arabicPeriod" startAt="26"/>
            </a:pPr>
            <a:r>
              <a:rPr lang="en-IN" dirty="0"/>
              <a:t>for (int </a:t>
            </a:r>
            <a:r>
              <a:rPr lang="en-IN" dirty="0" err="1"/>
              <a:t>i</a:t>
            </a:r>
            <a:r>
              <a:rPr lang="en-IN" dirty="0"/>
              <a:t> = 1; </a:t>
            </a:r>
            <a:r>
              <a:rPr lang="en-IN" dirty="0" err="1"/>
              <a:t>i</a:t>
            </a:r>
            <a:r>
              <a:rPr lang="en-IN" dirty="0"/>
              <a:t> &lt;= </a:t>
            </a:r>
            <a:r>
              <a:rPr lang="en-IN" dirty="0" err="1"/>
              <a:t>totalMoves</a:t>
            </a:r>
            <a:r>
              <a:rPr lang="en-IN" dirty="0"/>
              <a:t>; </a:t>
            </a:r>
            <a:r>
              <a:rPr lang="en-IN" dirty="0" err="1"/>
              <a:t>i</a:t>
            </a:r>
            <a:r>
              <a:rPr lang="en-IN" dirty="0"/>
              <a:t>++) {</a:t>
            </a:r>
          </a:p>
          <a:p>
            <a:pPr marL="514350" indent="-514350">
              <a:buFont typeface="+mj-lt"/>
              <a:buAutoNum type="arabicPeriod" startAt="26"/>
            </a:pPr>
            <a:r>
              <a:rPr lang="en-IN" dirty="0"/>
              <a:t>            if (</a:t>
            </a:r>
            <a:r>
              <a:rPr lang="en-IN" dirty="0" err="1"/>
              <a:t>i</a:t>
            </a:r>
            <a:r>
              <a:rPr lang="en-IN" dirty="0"/>
              <a:t> % 3 == 1) {</a:t>
            </a:r>
          </a:p>
          <a:p>
            <a:pPr marL="514350" indent="-514350">
              <a:buFont typeface="+mj-lt"/>
              <a:buAutoNum type="arabicPeriod" startAt="26"/>
            </a:pPr>
            <a:r>
              <a:rPr lang="en-IN" dirty="0"/>
              <a:t>                </a:t>
            </a:r>
            <a:r>
              <a:rPr lang="en-IN" dirty="0" err="1"/>
              <a:t>moveDisks</a:t>
            </a:r>
            <a:r>
              <a:rPr lang="en-IN" dirty="0"/>
              <a:t>(source, destination, s, d);</a:t>
            </a:r>
          </a:p>
          <a:p>
            <a:pPr marL="514350" indent="-514350">
              <a:buFont typeface="+mj-lt"/>
              <a:buAutoNum type="arabicPeriod" startAt="26"/>
            </a:pPr>
            <a:r>
              <a:rPr lang="en-IN" dirty="0"/>
              <a:t>            } else if (</a:t>
            </a:r>
            <a:r>
              <a:rPr lang="en-IN" dirty="0" err="1"/>
              <a:t>i</a:t>
            </a:r>
            <a:r>
              <a:rPr lang="en-IN" dirty="0"/>
              <a:t> % 3 == 2) {</a:t>
            </a:r>
          </a:p>
          <a:p>
            <a:pPr marL="514350" indent="-514350">
              <a:buFont typeface="+mj-lt"/>
              <a:buAutoNum type="arabicPeriod" startAt="26"/>
            </a:pPr>
            <a:r>
              <a:rPr lang="en-IN" dirty="0"/>
              <a:t>                </a:t>
            </a:r>
            <a:r>
              <a:rPr lang="en-IN" dirty="0" err="1"/>
              <a:t>moveDisks</a:t>
            </a:r>
            <a:r>
              <a:rPr lang="en-IN" dirty="0"/>
              <a:t>(source, auxiliary, s, a);</a:t>
            </a:r>
          </a:p>
          <a:p>
            <a:pPr marL="514350" indent="-514350">
              <a:buFont typeface="+mj-lt"/>
              <a:buAutoNum type="arabicPeriod" startAt="26"/>
            </a:pPr>
            <a:r>
              <a:rPr lang="en-IN" dirty="0"/>
              <a:t>            } else if (</a:t>
            </a:r>
            <a:r>
              <a:rPr lang="en-IN" dirty="0" err="1"/>
              <a:t>i</a:t>
            </a:r>
            <a:r>
              <a:rPr lang="en-IN" dirty="0"/>
              <a:t> % 3 == 0) {</a:t>
            </a:r>
          </a:p>
          <a:p>
            <a:pPr marL="514350" indent="-514350">
              <a:buFont typeface="+mj-lt"/>
              <a:buAutoNum type="arabicPeriod" startAt="26"/>
            </a:pPr>
            <a:r>
              <a:rPr lang="en-IN" dirty="0"/>
              <a:t>                </a:t>
            </a:r>
            <a:r>
              <a:rPr lang="en-IN" dirty="0" err="1"/>
              <a:t>moveDisks</a:t>
            </a:r>
            <a:r>
              <a:rPr lang="en-IN" dirty="0"/>
              <a:t>(auxiliary, destination, a, d);</a:t>
            </a:r>
          </a:p>
          <a:p>
            <a:pPr marL="514350" indent="-514350">
              <a:buFont typeface="+mj-lt"/>
              <a:buAutoNum type="arabicPeriod" startAt="26"/>
            </a:pPr>
            <a:r>
              <a:rPr lang="en-IN" dirty="0"/>
              <a:t>            }</a:t>
            </a:r>
          </a:p>
          <a:p>
            <a:pPr marL="514350" indent="-514350">
              <a:buFont typeface="+mj-lt"/>
              <a:buAutoNum type="arabicPeriod" startAt="26"/>
            </a:pPr>
            <a:r>
              <a:rPr lang="en-IN" dirty="0"/>
              <a:t>        }</a:t>
            </a:r>
          </a:p>
          <a:p>
            <a:pPr marL="514350" indent="-514350">
              <a:buFont typeface="+mj-lt"/>
              <a:buAutoNum type="arabicPeriod" startAt="26"/>
            </a:pPr>
            <a:r>
              <a:rPr lang="en-IN" dirty="0"/>
              <a:t>    }</a:t>
            </a:r>
          </a:p>
        </p:txBody>
      </p:sp>
    </p:spTree>
    <p:extLst>
      <p:ext uri="{BB962C8B-B14F-4D97-AF65-F5344CB8AC3E}">
        <p14:creationId xmlns:p14="http://schemas.microsoft.com/office/powerpoint/2010/main" val="177487657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down)">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down)">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wipe(down)">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wipe(down)">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wipe(down)">
                                      <p:cBhvr>
                                        <p:cTn id="52"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195E88C-D999-690C-E453-920A6E014FC1}"/>
              </a:ext>
            </a:extLst>
          </p:cNvPr>
          <p:cNvSpPr>
            <a:spLocks noGrp="1"/>
          </p:cNvSpPr>
          <p:nvPr>
            <p:ph idx="1"/>
          </p:nvPr>
        </p:nvSpPr>
        <p:spPr>
          <a:xfrm>
            <a:off x="387625" y="805070"/>
            <a:ext cx="10956235" cy="5565913"/>
          </a:xfrm>
        </p:spPr>
        <p:txBody>
          <a:bodyPr>
            <a:noAutofit/>
          </a:bodyPr>
          <a:lstStyle/>
          <a:p>
            <a:pPr marL="514350" indent="-514350">
              <a:buFont typeface="+mj-lt"/>
              <a:buAutoNum type="arabicPeriod" startAt="36"/>
            </a:pPr>
            <a:r>
              <a:rPr lang="en-IN" sz="2400" dirty="0"/>
              <a:t>private static void </a:t>
            </a:r>
            <a:r>
              <a:rPr lang="en-IN" sz="2400" dirty="0" err="1"/>
              <a:t>moveDisks</a:t>
            </a:r>
            <a:r>
              <a:rPr lang="en-IN" sz="2400" dirty="0"/>
              <a:t>(Stack&lt;Integer&gt; source, Stack&lt;Integer&gt; destination, char s, char d) {</a:t>
            </a:r>
          </a:p>
          <a:p>
            <a:pPr marL="514350" indent="-514350">
              <a:buFont typeface="+mj-lt"/>
              <a:buAutoNum type="arabicPeriod" startAt="36"/>
            </a:pPr>
            <a:r>
              <a:rPr lang="en-IN" sz="2400" dirty="0"/>
              <a:t>        if (</a:t>
            </a:r>
            <a:r>
              <a:rPr lang="en-IN" sz="2400" dirty="0" err="1"/>
              <a:t>source.isEmpty</a:t>
            </a:r>
            <a:r>
              <a:rPr lang="en-IN" sz="2400" dirty="0"/>
              <a:t>()) {</a:t>
            </a:r>
          </a:p>
          <a:p>
            <a:pPr marL="514350" indent="-514350">
              <a:buFont typeface="+mj-lt"/>
              <a:buAutoNum type="arabicPeriod" startAt="36"/>
            </a:pPr>
            <a:r>
              <a:rPr lang="en-IN" sz="2400" dirty="0"/>
              <a:t>            int disk = </a:t>
            </a:r>
            <a:r>
              <a:rPr lang="en-IN" sz="2400" dirty="0" err="1"/>
              <a:t>destination.pop</a:t>
            </a:r>
            <a:r>
              <a:rPr lang="en-IN" sz="2400" dirty="0"/>
              <a:t>();</a:t>
            </a:r>
          </a:p>
          <a:p>
            <a:pPr marL="514350" indent="-514350">
              <a:buFont typeface="+mj-lt"/>
              <a:buAutoNum type="arabicPeriod" startAt="36"/>
            </a:pPr>
            <a:r>
              <a:rPr lang="en-IN" sz="2400" dirty="0"/>
              <a:t>            </a:t>
            </a:r>
            <a:r>
              <a:rPr lang="en-IN" sz="2400" dirty="0" err="1"/>
              <a:t>System.out.println</a:t>
            </a:r>
            <a:r>
              <a:rPr lang="en-IN" sz="2400" dirty="0"/>
              <a:t>("Move disk " + disk + " from " + d + " to " + s);</a:t>
            </a:r>
          </a:p>
          <a:p>
            <a:pPr marL="514350" indent="-514350">
              <a:buFont typeface="+mj-lt"/>
              <a:buAutoNum type="arabicPeriod" startAt="36"/>
            </a:pPr>
            <a:r>
              <a:rPr lang="en-IN" sz="2400" dirty="0"/>
              <a:t>            </a:t>
            </a:r>
            <a:r>
              <a:rPr lang="en-IN" sz="2400" dirty="0" err="1"/>
              <a:t>source.push</a:t>
            </a:r>
            <a:r>
              <a:rPr lang="en-IN" sz="2400" dirty="0"/>
              <a:t>(disk);</a:t>
            </a:r>
          </a:p>
          <a:p>
            <a:pPr marL="514350" indent="-514350">
              <a:buFont typeface="+mj-lt"/>
              <a:buAutoNum type="arabicPeriod" startAt="36"/>
            </a:pPr>
            <a:r>
              <a:rPr lang="en-IN" sz="2400" dirty="0"/>
              <a:t>        } else if (</a:t>
            </a:r>
            <a:r>
              <a:rPr lang="en-IN" sz="2400" dirty="0" err="1"/>
              <a:t>destination.isEmpty</a:t>
            </a:r>
            <a:r>
              <a:rPr lang="en-IN" sz="2400" dirty="0"/>
              <a:t>()) {</a:t>
            </a:r>
          </a:p>
          <a:p>
            <a:pPr marL="514350" indent="-514350">
              <a:buFont typeface="+mj-lt"/>
              <a:buAutoNum type="arabicPeriod" startAt="36"/>
            </a:pPr>
            <a:r>
              <a:rPr lang="en-IN" sz="2400" dirty="0"/>
              <a:t>            int disk = </a:t>
            </a:r>
            <a:r>
              <a:rPr lang="en-IN" sz="2400" dirty="0" err="1"/>
              <a:t>source.pop</a:t>
            </a:r>
            <a:r>
              <a:rPr lang="en-IN" sz="2400" dirty="0"/>
              <a:t>();</a:t>
            </a:r>
          </a:p>
          <a:p>
            <a:pPr marL="514350" indent="-514350">
              <a:buFont typeface="+mj-lt"/>
              <a:buAutoNum type="arabicPeriod" startAt="36"/>
            </a:pPr>
            <a:r>
              <a:rPr lang="en-IN" sz="2400" dirty="0"/>
              <a:t>            </a:t>
            </a:r>
            <a:r>
              <a:rPr lang="en-IN" sz="2400" dirty="0" err="1"/>
              <a:t>System.out.println</a:t>
            </a:r>
            <a:r>
              <a:rPr lang="en-IN" sz="2400" dirty="0"/>
              <a:t>("Move disk " + disk + " from " + s + " to " + d);</a:t>
            </a:r>
          </a:p>
          <a:p>
            <a:pPr marL="514350" indent="-514350">
              <a:buFont typeface="+mj-lt"/>
              <a:buAutoNum type="arabicPeriod" startAt="36"/>
            </a:pPr>
            <a:r>
              <a:rPr lang="en-IN" sz="2400" dirty="0"/>
              <a:t>            </a:t>
            </a:r>
            <a:r>
              <a:rPr lang="en-IN" sz="2400" dirty="0" err="1"/>
              <a:t>destination.push</a:t>
            </a:r>
            <a:r>
              <a:rPr lang="en-IN" sz="2400" dirty="0"/>
              <a:t>(disk);</a:t>
            </a:r>
          </a:p>
          <a:p>
            <a:pPr marL="514350" indent="-514350">
              <a:buFont typeface="+mj-lt"/>
              <a:buAutoNum type="arabicPeriod" startAt="36"/>
            </a:pPr>
            <a:r>
              <a:rPr lang="en-IN" sz="2400" dirty="0"/>
              <a:t>        }</a:t>
            </a:r>
          </a:p>
        </p:txBody>
      </p:sp>
    </p:spTree>
    <p:extLst>
      <p:ext uri="{BB962C8B-B14F-4D97-AF65-F5344CB8AC3E}">
        <p14:creationId xmlns:p14="http://schemas.microsoft.com/office/powerpoint/2010/main" val="420303663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C05BDD8-FE0A-5CF1-3871-457FFF8E4E93}"/>
              </a:ext>
            </a:extLst>
          </p:cNvPr>
          <p:cNvSpPr>
            <a:spLocks noGrp="1"/>
          </p:cNvSpPr>
          <p:nvPr>
            <p:ph idx="1"/>
          </p:nvPr>
        </p:nvSpPr>
        <p:spPr/>
        <p:txBody>
          <a:bodyPr>
            <a:normAutofit fontScale="85000" lnSpcReduction="20000"/>
          </a:bodyPr>
          <a:lstStyle/>
          <a:p>
            <a:pPr marL="514350" indent="-514350">
              <a:buFont typeface="+mj-lt"/>
              <a:buAutoNum type="arabicPeriod" startAt="36"/>
            </a:pPr>
            <a:r>
              <a:rPr lang="en-IN" sz="2800" dirty="0"/>
              <a:t>else if (</a:t>
            </a:r>
            <a:r>
              <a:rPr lang="en-IN" sz="2800" dirty="0" err="1"/>
              <a:t>source.peek</a:t>
            </a:r>
            <a:r>
              <a:rPr lang="en-IN" sz="2800" dirty="0"/>
              <a:t>() &gt; </a:t>
            </a:r>
            <a:r>
              <a:rPr lang="en-IN" sz="2800" dirty="0" err="1"/>
              <a:t>destination.peek</a:t>
            </a:r>
            <a:r>
              <a:rPr lang="en-IN" sz="2800" dirty="0"/>
              <a:t>()) {</a:t>
            </a:r>
          </a:p>
          <a:p>
            <a:pPr marL="514350" indent="-514350">
              <a:buFont typeface="+mj-lt"/>
              <a:buAutoNum type="arabicPeriod" startAt="36"/>
            </a:pPr>
            <a:r>
              <a:rPr lang="en-IN" sz="2800" dirty="0"/>
              <a:t>            int disk = </a:t>
            </a:r>
            <a:r>
              <a:rPr lang="en-IN" sz="2800" dirty="0" err="1"/>
              <a:t>destination.pop</a:t>
            </a:r>
            <a:r>
              <a:rPr lang="en-IN" sz="2800" dirty="0"/>
              <a:t>();</a:t>
            </a:r>
          </a:p>
          <a:p>
            <a:pPr marL="514350" indent="-514350">
              <a:buFont typeface="+mj-lt"/>
              <a:buAutoNum type="arabicPeriod" startAt="36"/>
            </a:pPr>
            <a:r>
              <a:rPr lang="en-IN" sz="2800" dirty="0"/>
              <a:t>            </a:t>
            </a:r>
            <a:r>
              <a:rPr lang="en-IN" sz="2800" dirty="0" err="1"/>
              <a:t>System.out.println</a:t>
            </a:r>
            <a:r>
              <a:rPr lang="en-IN" sz="2800" dirty="0"/>
              <a:t>("Move disk " + disk + " from " + d + " to " + s);</a:t>
            </a:r>
          </a:p>
          <a:p>
            <a:pPr marL="514350" indent="-514350">
              <a:buFont typeface="+mj-lt"/>
              <a:buAutoNum type="arabicPeriod" startAt="36"/>
            </a:pPr>
            <a:r>
              <a:rPr lang="en-IN" sz="2800" dirty="0"/>
              <a:t>            </a:t>
            </a:r>
            <a:r>
              <a:rPr lang="en-IN" sz="2800" dirty="0" err="1"/>
              <a:t>source.push</a:t>
            </a:r>
            <a:r>
              <a:rPr lang="en-IN" sz="2800" dirty="0"/>
              <a:t>(disk);</a:t>
            </a:r>
          </a:p>
          <a:p>
            <a:pPr marL="514350" indent="-514350">
              <a:buFont typeface="+mj-lt"/>
              <a:buAutoNum type="arabicPeriod" startAt="36"/>
            </a:pPr>
            <a:r>
              <a:rPr lang="en-IN" sz="2800" dirty="0"/>
              <a:t>        } else {</a:t>
            </a:r>
          </a:p>
          <a:p>
            <a:pPr marL="514350" indent="-514350">
              <a:buFont typeface="+mj-lt"/>
              <a:buAutoNum type="arabicPeriod" startAt="36"/>
            </a:pPr>
            <a:r>
              <a:rPr lang="en-IN" sz="2800" dirty="0"/>
              <a:t>            int disk = </a:t>
            </a:r>
            <a:r>
              <a:rPr lang="en-IN" sz="2800" dirty="0" err="1"/>
              <a:t>source.pop</a:t>
            </a:r>
            <a:r>
              <a:rPr lang="en-IN" sz="2800" dirty="0"/>
              <a:t>();</a:t>
            </a:r>
          </a:p>
          <a:p>
            <a:pPr marL="514350" indent="-514350">
              <a:buFont typeface="+mj-lt"/>
              <a:buAutoNum type="arabicPeriod" startAt="36"/>
            </a:pPr>
            <a:r>
              <a:rPr lang="en-IN" sz="2800" dirty="0"/>
              <a:t>            </a:t>
            </a:r>
            <a:r>
              <a:rPr lang="en-IN" sz="2800" dirty="0" err="1"/>
              <a:t>System.out.println</a:t>
            </a:r>
            <a:r>
              <a:rPr lang="en-IN" sz="2800" dirty="0"/>
              <a:t>("Move disk " + disk + " from " + s + " to " + d);</a:t>
            </a:r>
          </a:p>
          <a:p>
            <a:pPr marL="514350" indent="-514350">
              <a:buFont typeface="+mj-lt"/>
              <a:buAutoNum type="arabicPeriod" startAt="36"/>
            </a:pPr>
            <a:r>
              <a:rPr lang="en-IN" sz="2800" dirty="0"/>
              <a:t>            </a:t>
            </a:r>
            <a:r>
              <a:rPr lang="en-IN" sz="2800" dirty="0" err="1"/>
              <a:t>destination.push</a:t>
            </a:r>
            <a:r>
              <a:rPr lang="en-IN" sz="2800" dirty="0"/>
              <a:t>(disk);</a:t>
            </a:r>
          </a:p>
          <a:p>
            <a:pPr marL="514350" indent="-514350">
              <a:buFont typeface="+mj-lt"/>
              <a:buAutoNum type="arabicPeriod" startAt="36"/>
            </a:pPr>
            <a:r>
              <a:rPr lang="en-IN" sz="2800" dirty="0"/>
              <a:t>        }</a:t>
            </a:r>
          </a:p>
          <a:p>
            <a:pPr marL="514350" indent="-514350">
              <a:buFont typeface="+mj-lt"/>
              <a:buAutoNum type="arabicPeriod" startAt="36"/>
            </a:pPr>
            <a:r>
              <a:rPr lang="en-IN" sz="2800" dirty="0"/>
              <a:t>    }</a:t>
            </a:r>
          </a:p>
          <a:p>
            <a:pPr marL="514350" indent="-514350">
              <a:buFont typeface="+mj-lt"/>
              <a:buAutoNum type="arabicPeriod" startAt="36"/>
            </a:pPr>
            <a:r>
              <a:rPr lang="en-IN" dirty="0"/>
              <a:t>}</a:t>
            </a:r>
          </a:p>
        </p:txBody>
      </p:sp>
    </p:spTree>
    <p:extLst>
      <p:ext uri="{BB962C8B-B14F-4D97-AF65-F5344CB8AC3E}">
        <p14:creationId xmlns:p14="http://schemas.microsoft.com/office/powerpoint/2010/main" val="135705900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2F4D20-DB61-D5B4-CB46-1BC4731F05B9}"/>
              </a:ext>
            </a:extLst>
          </p:cNvPr>
          <p:cNvSpPr>
            <a:spLocks noGrp="1"/>
          </p:cNvSpPr>
          <p:nvPr>
            <p:ph type="title"/>
          </p:nvPr>
        </p:nvSpPr>
        <p:spPr/>
        <p:txBody>
          <a:bodyPr/>
          <a:lstStyle/>
          <a:p>
            <a:r>
              <a:rPr lang="en-IN" b="1" u="sng" dirty="0"/>
              <a:t>Stock Span Problem</a:t>
            </a:r>
          </a:p>
        </p:txBody>
      </p:sp>
      <p:sp>
        <p:nvSpPr>
          <p:cNvPr id="3" name="Content Placeholder 2">
            <a:extLst>
              <a:ext uri="{FF2B5EF4-FFF2-40B4-BE49-F238E27FC236}">
                <a16:creationId xmlns:a16="http://schemas.microsoft.com/office/drawing/2014/main" id="{1AB0E059-5D27-53AF-EAD6-D8E8DB0FCE0D}"/>
              </a:ext>
            </a:extLst>
          </p:cNvPr>
          <p:cNvSpPr>
            <a:spLocks noGrp="1"/>
          </p:cNvSpPr>
          <p:nvPr>
            <p:ph idx="1"/>
          </p:nvPr>
        </p:nvSpPr>
        <p:spPr/>
        <p:txBody>
          <a:bodyPr>
            <a:normAutofit fontScale="85000" lnSpcReduction="10000"/>
          </a:bodyPr>
          <a:lstStyle/>
          <a:p>
            <a:r>
              <a:rPr lang="en-IN" b="1" dirty="0">
                <a:latin typeface="Times New Roman" panose="02020603050405020304" pitchFamily="18" charset="0"/>
                <a:cs typeface="Times New Roman" panose="02020603050405020304" pitchFamily="18" charset="0"/>
              </a:rPr>
              <a:t>Problem Statement</a:t>
            </a:r>
          </a:p>
          <a:p>
            <a:pPr algn="just">
              <a:lnSpc>
                <a:spcPct val="150000"/>
              </a:lnSpc>
              <a:buFont typeface="Arial" panose="020B0604020202020204" pitchFamily="34" charset="0"/>
              <a:buChar char="•"/>
            </a:pPr>
            <a:r>
              <a:rPr lang="en-US" sz="2800" b="0" i="0" dirty="0">
                <a:effectLst/>
                <a:latin typeface="Times New Roman" panose="02020603050405020304" pitchFamily="18" charset="0"/>
                <a:cs typeface="Times New Roman" panose="02020603050405020304" pitchFamily="18" charset="0"/>
              </a:rPr>
              <a:t>The stock span problem is a financial problem where we have a series of N daily price quotes for a stock and we need to calculate the span of the stock's price for all N days.</a:t>
            </a:r>
          </a:p>
          <a:p>
            <a:pPr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a:t>
            </a:r>
            <a:r>
              <a:rPr lang="en-US" sz="2800" b="0" i="0" dirty="0">
                <a:effectLst/>
                <a:latin typeface="Times New Roman" panose="02020603050405020304" pitchFamily="18" charset="0"/>
                <a:cs typeface="Times New Roman" panose="02020603050405020304" pitchFamily="18" charset="0"/>
              </a:rPr>
              <a:t>e stock span problem can be solved efficiently using stack data structure. </a:t>
            </a:r>
          </a:p>
          <a:p>
            <a:pPr algn="just">
              <a:lnSpc>
                <a:spcPct val="150000"/>
              </a:lnSpc>
              <a:buFont typeface="Arial" panose="020B0604020202020204" pitchFamily="34" charset="0"/>
              <a:buChar char="•"/>
            </a:pPr>
            <a:r>
              <a:rPr lang="en-US" sz="2800" b="0" i="0" dirty="0">
                <a:effectLst/>
                <a:latin typeface="Times New Roman" panose="02020603050405020304" pitchFamily="18" charset="0"/>
                <a:cs typeface="Times New Roman" panose="02020603050405020304" pitchFamily="18" charset="0"/>
              </a:rPr>
              <a:t>The idea is to use a stack to maintain the prices in monotonically decreasing order. We will iterate over the price array and for each price we will find the price just greater than the current price, lying on the left side of the array.</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91841449"/>
      </p:ext>
    </p:extLst>
  </p:cSld>
  <p:clrMapOvr>
    <a:masterClrMapping/>
  </p:clrMapOvr>
  <p:transition spd="slow">
    <p:push dir="u"/>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CC53-0C14-8D0B-C3E3-0F06D6E670B1}"/>
              </a:ext>
            </a:extLst>
          </p:cNvPr>
          <p:cNvSpPr>
            <a:spLocks noGrp="1"/>
          </p:cNvSpPr>
          <p:nvPr>
            <p:ph type="title"/>
          </p:nvPr>
        </p:nvSpPr>
        <p:spPr/>
        <p:txBody>
          <a:bodyPr/>
          <a:lstStyle/>
          <a:p>
            <a:r>
              <a:rPr lang="en-IN" dirty="0"/>
              <a:t>Example</a:t>
            </a:r>
          </a:p>
        </p:txBody>
      </p:sp>
      <p:sp>
        <p:nvSpPr>
          <p:cNvPr id="3" name="Content Placeholder 2">
            <a:extLst>
              <a:ext uri="{FF2B5EF4-FFF2-40B4-BE49-F238E27FC236}">
                <a16:creationId xmlns:a16="http://schemas.microsoft.com/office/drawing/2014/main" id="{0672972A-E486-0E08-2458-DA79235B85E9}"/>
              </a:ext>
            </a:extLst>
          </p:cNvPr>
          <p:cNvSpPr>
            <a:spLocks noGrp="1"/>
          </p:cNvSpPr>
          <p:nvPr>
            <p:ph idx="1"/>
          </p:nvPr>
        </p:nvSpPr>
        <p:spPr/>
        <p:txBody>
          <a:bodyPr>
            <a:normAutofit fontScale="92500" lnSpcReduction="10000"/>
          </a:bodyPr>
          <a:lstStyle/>
          <a:p>
            <a:pPr marL="0" indent="0" algn="just">
              <a:buNone/>
            </a:pPr>
            <a:r>
              <a:rPr lang="en-US" sz="2500" b="1" dirty="0">
                <a:latin typeface="Nunito Sans" pitchFamily="2" charset="0"/>
              </a:rPr>
              <a:t>Input:</a:t>
            </a:r>
          </a:p>
          <a:p>
            <a:pPr marL="0" indent="0" algn="just">
              <a:buNone/>
            </a:pPr>
            <a:r>
              <a:rPr lang="en-US" sz="2500" i="0" dirty="0">
                <a:effectLst/>
                <a:latin typeface="Nunito Sans" pitchFamily="2" charset="0"/>
              </a:rPr>
              <a:t>	size = 6</a:t>
            </a:r>
          </a:p>
          <a:p>
            <a:pPr marL="0" indent="0" algn="just">
              <a:buNone/>
            </a:pPr>
            <a:r>
              <a:rPr lang="en-US" sz="2500" dirty="0">
                <a:latin typeface="Nunito Sans" pitchFamily="2" charset="0"/>
              </a:rPr>
              <a:t>	</a:t>
            </a:r>
            <a:r>
              <a:rPr lang="en-US" sz="2500" dirty="0" err="1">
                <a:latin typeface="Nunito Sans" pitchFamily="2" charset="0"/>
              </a:rPr>
              <a:t>arr</a:t>
            </a:r>
            <a:r>
              <a:rPr lang="en-US" sz="2500" dirty="0">
                <a:latin typeface="Nunito Sans" pitchFamily="2" charset="0"/>
              </a:rPr>
              <a:t>[]={97,64,32,11,22,56}</a:t>
            </a:r>
          </a:p>
          <a:p>
            <a:pPr algn="just"/>
            <a:endParaRPr lang="en-US" sz="2500" i="0" dirty="0">
              <a:effectLst/>
              <a:latin typeface="Nunito Sans" pitchFamily="2" charset="0"/>
            </a:endParaRPr>
          </a:p>
          <a:p>
            <a:pPr algn="just"/>
            <a:r>
              <a:rPr lang="en-US" sz="2800" i="1" dirty="0">
                <a:effectLst/>
                <a:latin typeface="Nunito Sans" pitchFamily="2" charset="0"/>
              </a:rPr>
              <a:t>Step 1: Traversing the given input span for 97 will be 1</a:t>
            </a:r>
          </a:p>
          <a:p>
            <a:pPr algn="just"/>
            <a:r>
              <a:rPr lang="en-US" sz="2800" i="1" dirty="0">
                <a:latin typeface="Nunito Sans" pitchFamily="2" charset="0"/>
              </a:rPr>
              <a:t>Step 2: 64 is smaller than 97, so span will be 1</a:t>
            </a:r>
          </a:p>
          <a:p>
            <a:pPr algn="just"/>
            <a:r>
              <a:rPr lang="en-US" sz="2800" i="1" dirty="0">
                <a:latin typeface="Nunito Sans" pitchFamily="2" charset="0"/>
              </a:rPr>
              <a:t>Step 3: 32 is smaller than 64 &amp; 97, so span will be 1</a:t>
            </a:r>
          </a:p>
          <a:p>
            <a:pPr algn="just"/>
            <a:r>
              <a:rPr lang="en-US" sz="2800" i="1" dirty="0">
                <a:latin typeface="Nunito Sans" pitchFamily="2" charset="0"/>
              </a:rPr>
              <a:t>Step 4: 11 is smaller than 97,64 &amp; 32, so span will be 1</a:t>
            </a:r>
          </a:p>
          <a:p>
            <a:pPr algn="just"/>
            <a:r>
              <a:rPr lang="en-US" sz="2800" i="1" dirty="0">
                <a:latin typeface="Nunito Sans" pitchFamily="2" charset="0"/>
              </a:rPr>
              <a:t>Step 5: 22 is greater than 11, so the span is 2</a:t>
            </a:r>
          </a:p>
          <a:p>
            <a:pPr algn="just"/>
            <a:r>
              <a:rPr lang="en-US" sz="2800" i="1" dirty="0">
                <a:latin typeface="Nunito Sans" pitchFamily="2" charset="0"/>
              </a:rPr>
              <a:t>Step 6: 56 is greater than 32,11,22, so the span is 4</a:t>
            </a:r>
          </a:p>
          <a:p>
            <a:pPr algn="just"/>
            <a:endParaRPr lang="en-US" sz="2500" i="0" dirty="0">
              <a:effectLst/>
              <a:latin typeface="Nunito Sans" pitchFamily="2" charset="0"/>
            </a:endParaRPr>
          </a:p>
          <a:p>
            <a:endParaRPr lang="en-IN" dirty="0"/>
          </a:p>
        </p:txBody>
      </p:sp>
    </p:spTree>
    <p:extLst>
      <p:ext uri="{BB962C8B-B14F-4D97-AF65-F5344CB8AC3E}">
        <p14:creationId xmlns:p14="http://schemas.microsoft.com/office/powerpoint/2010/main" val="642048073"/>
      </p:ext>
    </p:extLst>
  </p:cSld>
  <p:clrMapOvr>
    <a:masterClrMapping/>
  </p:clrMapOvr>
  <p:transition spd="slow">
    <p:push dir="u"/>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A8287-7E73-E5EE-669B-F6A46BBC6C21}"/>
              </a:ext>
            </a:extLst>
          </p:cNvPr>
          <p:cNvSpPr>
            <a:spLocks noGrp="1"/>
          </p:cNvSpPr>
          <p:nvPr>
            <p:ph type="title"/>
          </p:nvPr>
        </p:nvSpPr>
        <p:spPr/>
        <p:txBody>
          <a:bodyPr/>
          <a:lstStyle/>
          <a:p>
            <a:r>
              <a:rPr lang="en-IN" b="1" u="sng" dirty="0"/>
              <a:t>Stock Span Problem Code</a:t>
            </a:r>
          </a:p>
        </p:txBody>
      </p:sp>
      <p:sp>
        <p:nvSpPr>
          <p:cNvPr id="3" name="Content Placeholder 2">
            <a:extLst>
              <a:ext uri="{FF2B5EF4-FFF2-40B4-BE49-F238E27FC236}">
                <a16:creationId xmlns:a16="http://schemas.microsoft.com/office/drawing/2014/main" id="{A6EC372F-015C-E6DB-8D50-2814B4CB1711}"/>
              </a:ext>
            </a:extLst>
          </p:cNvPr>
          <p:cNvSpPr>
            <a:spLocks noGrp="1"/>
          </p:cNvSpPr>
          <p:nvPr>
            <p:ph idx="1"/>
          </p:nvPr>
        </p:nvSpPr>
        <p:spPr>
          <a:xfrm>
            <a:off x="838200" y="1789471"/>
            <a:ext cx="10515600" cy="4945626"/>
          </a:xfrm>
        </p:spPr>
        <p:txBody>
          <a:bodyPr>
            <a:normAutofit/>
          </a:bodyPr>
          <a:lstStyle/>
          <a:p>
            <a:pPr marL="457200" indent="-457200">
              <a:buFont typeface="+mj-lt"/>
              <a:buAutoNum type="arabicPeriod"/>
            </a:pPr>
            <a:r>
              <a:rPr lang="en-IN" sz="2000" b="1" dirty="0">
                <a:solidFill>
                  <a:srgbClr val="7F0055"/>
                </a:solidFill>
                <a:effectLst/>
                <a:latin typeface="Courier New" panose="02070309020205020404" pitchFamily="49" charset="0"/>
              </a:rPr>
              <a:t>public</a:t>
            </a:r>
            <a:r>
              <a:rPr lang="en-IN" sz="2000" dirty="0">
                <a:solidFill>
                  <a:srgbClr val="000000"/>
                </a:solidFill>
                <a:effectLst/>
                <a:latin typeface="Courier New" panose="02070309020205020404" pitchFamily="49" charset="0"/>
              </a:rPr>
              <a:t> </a:t>
            </a:r>
            <a:r>
              <a:rPr lang="en-IN" sz="2000" b="1" dirty="0">
                <a:solidFill>
                  <a:srgbClr val="7F0055"/>
                </a:solidFill>
                <a:effectLst/>
                <a:latin typeface="Courier New" panose="02070309020205020404" pitchFamily="49" charset="0"/>
              </a:rPr>
              <a:t>class</a:t>
            </a:r>
            <a:r>
              <a:rPr lang="en-IN" sz="2000" dirty="0">
                <a:solidFill>
                  <a:srgbClr val="000000"/>
                </a:solidFill>
                <a:effectLst/>
                <a:latin typeface="Courier New" panose="02070309020205020404" pitchFamily="49" charset="0"/>
              </a:rPr>
              <a:t> </a:t>
            </a:r>
            <a:r>
              <a:rPr lang="en-IN" sz="2000" dirty="0" err="1">
                <a:solidFill>
                  <a:srgbClr val="000000"/>
                </a:solidFill>
                <a:effectLst/>
                <a:latin typeface="Courier New" panose="02070309020205020404" pitchFamily="49" charset="0"/>
              </a:rPr>
              <a:t>StockSpanProblem</a:t>
            </a:r>
            <a:r>
              <a:rPr lang="en-IN" sz="2000" dirty="0">
                <a:solidFill>
                  <a:srgbClr val="000000"/>
                </a:solidFill>
                <a:effectLst/>
                <a:latin typeface="Courier New" panose="02070309020205020404" pitchFamily="49" charset="0"/>
              </a:rPr>
              <a:t> {</a:t>
            </a:r>
          </a:p>
          <a:p>
            <a:pPr marR="0" indent="-457200">
              <a:buFont typeface="+mj-lt"/>
              <a:buAutoNum type="arabicPeriod"/>
            </a:pPr>
            <a:r>
              <a:rPr lang="en-IN" sz="2000" b="1" dirty="0">
                <a:solidFill>
                  <a:srgbClr val="7F0055"/>
                </a:solidFill>
                <a:effectLst/>
                <a:latin typeface="Courier New" panose="02070309020205020404" pitchFamily="49" charset="0"/>
              </a:rPr>
              <a:t>public</a:t>
            </a:r>
            <a:r>
              <a:rPr lang="en-IN" sz="2000" dirty="0">
                <a:solidFill>
                  <a:srgbClr val="000000"/>
                </a:solidFill>
                <a:effectLst/>
                <a:latin typeface="Courier New" panose="02070309020205020404" pitchFamily="49" charset="0"/>
              </a:rPr>
              <a:t> </a:t>
            </a:r>
            <a:r>
              <a:rPr lang="en-IN" sz="2000" b="1" dirty="0">
                <a:solidFill>
                  <a:srgbClr val="7F0055"/>
                </a:solidFill>
                <a:effectLst/>
                <a:latin typeface="Courier New" panose="02070309020205020404" pitchFamily="49" charset="0"/>
              </a:rPr>
              <a:t>static</a:t>
            </a:r>
            <a:r>
              <a:rPr lang="en-IN" sz="2000" dirty="0">
                <a:solidFill>
                  <a:srgbClr val="000000"/>
                </a:solidFill>
                <a:effectLst/>
                <a:latin typeface="Courier New" panose="02070309020205020404" pitchFamily="49" charset="0"/>
              </a:rPr>
              <a:t> </a:t>
            </a:r>
            <a:r>
              <a:rPr lang="en-IN" sz="2000" b="1" dirty="0">
                <a:solidFill>
                  <a:srgbClr val="7F0055"/>
                </a:solidFill>
                <a:effectLst/>
                <a:latin typeface="Courier New" panose="02070309020205020404" pitchFamily="49" charset="0"/>
              </a:rPr>
              <a:t>void</a:t>
            </a:r>
            <a:r>
              <a:rPr lang="en-IN" sz="2000" dirty="0">
                <a:solidFill>
                  <a:srgbClr val="000000"/>
                </a:solidFill>
                <a:effectLst/>
                <a:latin typeface="Courier New" panose="02070309020205020404" pitchFamily="49" charset="0"/>
              </a:rPr>
              <a:t> main(String[] </a:t>
            </a:r>
            <a:r>
              <a:rPr lang="en-IN" sz="2000" dirty="0" err="1">
                <a:solidFill>
                  <a:srgbClr val="6A3E3E"/>
                </a:solidFill>
                <a:effectLst/>
                <a:latin typeface="Courier New" panose="02070309020205020404" pitchFamily="49" charset="0"/>
              </a:rPr>
              <a:t>args</a:t>
            </a:r>
            <a:r>
              <a:rPr lang="en-IN" sz="2000" dirty="0">
                <a:solidFill>
                  <a:srgbClr val="000000"/>
                </a:solidFill>
                <a:effectLst/>
                <a:latin typeface="Courier New" panose="02070309020205020404" pitchFamily="49" charset="0"/>
              </a:rPr>
              <a:t>) {</a:t>
            </a:r>
          </a:p>
          <a:p>
            <a:pPr marR="0" indent="-457200">
              <a:buFont typeface="+mj-lt"/>
              <a:buAutoNum type="arabicPeriod"/>
            </a:pPr>
            <a:r>
              <a:rPr lang="en-IN" sz="2000" dirty="0">
                <a:solidFill>
                  <a:srgbClr val="000000"/>
                </a:solidFill>
                <a:effectLst/>
                <a:latin typeface="Courier New" panose="02070309020205020404" pitchFamily="49" charset="0"/>
              </a:rPr>
              <a:t>Scanner </a:t>
            </a:r>
            <a:r>
              <a:rPr lang="en-IN" sz="2000" u="sng" dirty="0" err="1">
                <a:solidFill>
                  <a:srgbClr val="6A3E3E"/>
                </a:solidFill>
                <a:effectLst/>
                <a:latin typeface="Courier New" panose="02070309020205020404" pitchFamily="49" charset="0"/>
              </a:rPr>
              <a:t>sc</a:t>
            </a:r>
            <a:r>
              <a:rPr lang="en-IN" sz="2000" dirty="0">
                <a:solidFill>
                  <a:srgbClr val="000000"/>
                </a:solidFill>
                <a:effectLst/>
                <a:latin typeface="Courier New" panose="02070309020205020404" pitchFamily="49" charset="0"/>
              </a:rPr>
              <a:t>=</a:t>
            </a:r>
            <a:r>
              <a:rPr lang="en-IN" sz="2000" b="1" dirty="0">
                <a:solidFill>
                  <a:srgbClr val="7F0055"/>
                </a:solidFill>
                <a:effectLst/>
                <a:latin typeface="Courier New" panose="02070309020205020404" pitchFamily="49" charset="0"/>
              </a:rPr>
              <a:t>new</a:t>
            </a:r>
            <a:r>
              <a:rPr lang="en-IN" sz="2000" dirty="0">
                <a:solidFill>
                  <a:srgbClr val="000000"/>
                </a:solidFill>
                <a:effectLst/>
                <a:latin typeface="Courier New" panose="02070309020205020404" pitchFamily="49" charset="0"/>
              </a:rPr>
              <a:t> Scanner(System.</a:t>
            </a:r>
            <a:r>
              <a:rPr lang="en-IN" sz="2000" b="1" i="1" dirty="0">
                <a:solidFill>
                  <a:srgbClr val="0000C0"/>
                </a:solidFill>
                <a:effectLst/>
                <a:latin typeface="Courier New" panose="02070309020205020404" pitchFamily="49" charset="0"/>
              </a:rPr>
              <a:t>in</a:t>
            </a:r>
            <a:r>
              <a:rPr lang="en-IN" sz="2000" dirty="0">
                <a:solidFill>
                  <a:srgbClr val="000000"/>
                </a:solidFill>
                <a:effectLst/>
                <a:latin typeface="Courier New" panose="02070309020205020404" pitchFamily="49" charset="0"/>
              </a:rPr>
              <a:t>);</a:t>
            </a:r>
          </a:p>
          <a:p>
            <a:pPr marR="0" indent="-457200">
              <a:buFont typeface="+mj-lt"/>
              <a:buAutoNum type="arabicPeriod"/>
            </a:pPr>
            <a:r>
              <a:rPr lang="en-IN" sz="2000" b="1" dirty="0">
                <a:solidFill>
                  <a:srgbClr val="7F0055"/>
                </a:solidFill>
                <a:effectLst/>
                <a:latin typeface="Courier New" panose="02070309020205020404" pitchFamily="49" charset="0"/>
              </a:rPr>
              <a:t>int</a:t>
            </a:r>
            <a:r>
              <a:rPr lang="en-IN" sz="2000" dirty="0">
                <a:solidFill>
                  <a:srgbClr val="000000"/>
                </a:solidFill>
                <a:effectLst/>
                <a:latin typeface="Courier New" panose="02070309020205020404" pitchFamily="49" charset="0"/>
              </a:rPr>
              <a:t> </a:t>
            </a:r>
            <a:r>
              <a:rPr lang="en-IN" sz="2000" dirty="0">
                <a:solidFill>
                  <a:srgbClr val="6A3E3E"/>
                </a:solidFill>
                <a:effectLst/>
                <a:latin typeface="Courier New" panose="02070309020205020404" pitchFamily="49" charset="0"/>
              </a:rPr>
              <a:t>n</a:t>
            </a:r>
            <a:r>
              <a:rPr lang="en-IN" sz="2000" dirty="0">
                <a:solidFill>
                  <a:srgbClr val="000000"/>
                </a:solidFill>
                <a:effectLst/>
                <a:latin typeface="Courier New" panose="02070309020205020404" pitchFamily="49" charset="0"/>
              </a:rPr>
              <a:t>=</a:t>
            </a:r>
            <a:r>
              <a:rPr lang="en-IN" sz="2000" dirty="0" err="1">
                <a:solidFill>
                  <a:srgbClr val="6A3E3E"/>
                </a:solidFill>
                <a:effectLst/>
                <a:latin typeface="Courier New" panose="02070309020205020404" pitchFamily="49" charset="0"/>
              </a:rPr>
              <a:t>sc</a:t>
            </a:r>
            <a:r>
              <a:rPr lang="en-IN" sz="2000" dirty="0" err="1">
                <a:solidFill>
                  <a:srgbClr val="000000"/>
                </a:solidFill>
                <a:effectLst/>
                <a:latin typeface="Courier New" panose="02070309020205020404" pitchFamily="49" charset="0"/>
              </a:rPr>
              <a:t>.nextInt</a:t>
            </a:r>
            <a:r>
              <a:rPr lang="en-IN" sz="2000" dirty="0">
                <a:solidFill>
                  <a:srgbClr val="000000"/>
                </a:solidFill>
                <a:effectLst/>
                <a:latin typeface="Courier New" panose="02070309020205020404" pitchFamily="49" charset="0"/>
              </a:rPr>
              <a:t>();</a:t>
            </a:r>
          </a:p>
          <a:p>
            <a:pPr marR="0" indent="-457200">
              <a:buFont typeface="+mj-lt"/>
              <a:buAutoNum type="arabicPeriod"/>
            </a:pPr>
            <a:r>
              <a:rPr lang="en-IN" sz="2000" b="1" dirty="0">
                <a:solidFill>
                  <a:srgbClr val="7F0055"/>
                </a:solidFill>
                <a:effectLst/>
                <a:latin typeface="Courier New" panose="02070309020205020404" pitchFamily="49" charset="0"/>
              </a:rPr>
              <a:t>int</a:t>
            </a:r>
            <a:r>
              <a:rPr lang="en-IN" sz="2000" dirty="0">
                <a:solidFill>
                  <a:srgbClr val="000000"/>
                </a:solidFill>
                <a:effectLst/>
                <a:latin typeface="Courier New" panose="02070309020205020404" pitchFamily="49" charset="0"/>
              </a:rPr>
              <a:t> </a:t>
            </a:r>
            <a:r>
              <a:rPr lang="en-IN" sz="2000" dirty="0">
                <a:solidFill>
                  <a:srgbClr val="6A3E3E"/>
                </a:solidFill>
                <a:effectLst/>
                <a:latin typeface="Courier New" panose="02070309020205020404" pitchFamily="49" charset="0"/>
              </a:rPr>
              <a:t>a</a:t>
            </a:r>
            <a:r>
              <a:rPr lang="en-IN" sz="2000" dirty="0">
                <a:solidFill>
                  <a:srgbClr val="000000"/>
                </a:solidFill>
                <a:effectLst/>
                <a:latin typeface="Courier New" panose="02070309020205020404" pitchFamily="49" charset="0"/>
              </a:rPr>
              <a:t>[]=</a:t>
            </a:r>
            <a:r>
              <a:rPr lang="en-IN" sz="2000" b="1" dirty="0">
                <a:solidFill>
                  <a:srgbClr val="7F0055"/>
                </a:solidFill>
                <a:effectLst/>
                <a:latin typeface="Courier New" panose="02070309020205020404" pitchFamily="49" charset="0"/>
              </a:rPr>
              <a:t>new</a:t>
            </a:r>
            <a:r>
              <a:rPr lang="en-IN" sz="2000" dirty="0">
                <a:solidFill>
                  <a:srgbClr val="000000"/>
                </a:solidFill>
                <a:effectLst/>
                <a:latin typeface="Courier New" panose="02070309020205020404" pitchFamily="49" charset="0"/>
              </a:rPr>
              <a:t> </a:t>
            </a:r>
            <a:r>
              <a:rPr lang="en-IN" sz="2000" b="1" dirty="0">
                <a:solidFill>
                  <a:srgbClr val="7F0055"/>
                </a:solidFill>
                <a:effectLst/>
                <a:latin typeface="Courier New" panose="02070309020205020404" pitchFamily="49" charset="0"/>
              </a:rPr>
              <a:t>int</a:t>
            </a:r>
            <a:r>
              <a:rPr lang="en-IN" sz="2000" dirty="0">
                <a:solidFill>
                  <a:srgbClr val="000000"/>
                </a:solidFill>
                <a:effectLst/>
                <a:latin typeface="Courier New" panose="02070309020205020404" pitchFamily="49" charset="0"/>
              </a:rPr>
              <a:t>[</a:t>
            </a:r>
            <a:r>
              <a:rPr lang="en-IN" sz="2000" dirty="0">
                <a:solidFill>
                  <a:srgbClr val="6A3E3E"/>
                </a:solidFill>
                <a:effectLst/>
                <a:latin typeface="Courier New" panose="02070309020205020404" pitchFamily="49" charset="0"/>
              </a:rPr>
              <a:t>n</a:t>
            </a:r>
            <a:r>
              <a:rPr lang="en-IN" sz="2000" dirty="0">
                <a:solidFill>
                  <a:srgbClr val="000000"/>
                </a:solidFill>
                <a:effectLst/>
                <a:latin typeface="Courier New" panose="02070309020205020404" pitchFamily="49" charset="0"/>
              </a:rPr>
              <a:t>];</a:t>
            </a:r>
          </a:p>
          <a:p>
            <a:pPr marR="0" indent="-457200">
              <a:buFont typeface="+mj-lt"/>
              <a:buAutoNum type="arabicPeriod"/>
            </a:pPr>
            <a:r>
              <a:rPr lang="en-IN" sz="2000" b="1" dirty="0">
                <a:solidFill>
                  <a:srgbClr val="7F0055"/>
                </a:solidFill>
                <a:effectLst/>
                <a:latin typeface="Courier New" panose="02070309020205020404" pitchFamily="49" charset="0"/>
              </a:rPr>
              <a:t>for</a:t>
            </a:r>
            <a:r>
              <a:rPr lang="en-IN" sz="2000" dirty="0">
                <a:solidFill>
                  <a:srgbClr val="000000"/>
                </a:solidFill>
                <a:effectLst/>
                <a:latin typeface="Courier New" panose="02070309020205020404" pitchFamily="49" charset="0"/>
              </a:rPr>
              <a:t>(</a:t>
            </a:r>
            <a:r>
              <a:rPr lang="en-IN" sz="2000" b="1" dirty="0">
                <a:solidFill>
                  <a:srgbClr val="7F0055"/>
                </a:solidFill>
                <a:effectLst/>
                <a:latin typeface="Courier New" panose="02070309020205020404" pitchFamily="49" charset="0"/>
              </a:rPr>
              <a:t>int</a:t>
            </a:r>
            <a:r>
              <a:rPr lang="en-IN" sz="2000" dirty="0">
                <a:solidFill>
                  <a:srgbClr val="000000"/>
                </a:solidFill>
                <a:effectLst/>
                <a:latin typeface="Courier New" panose="02070309020205020404" pitchFamily="49" charset="0"/>
              </a:rPr>
              <a:t> </a:t>
            </a:r>
            <a:r>
              <a:rPr lang="en-IN" sz="2000" dirty="0" err="1">
                <a:solidFill>
                  <a:srgbClr val="6A3E3E"/>
                </a:solidFill>
                <a:effectLst/>
                <a:latin typeface="Courier New" panose="02070309020205020404" pitchFamily="49" charset="0"/>
              </a:rPr>
              <a:t>i</a:t>
            </a:r>
            <a:r>
              <a:rPr lang="en-IN" sz="2000" dirty="0">
                <a:solidFill>
                  <a:srgbClr val="000000"/>
                </a:solidFill>
                <a:effectLst/>
                <a:latin typeface="Courier New" panose="02070309020205020404" pitchFamily="49" charset="0"/>
              </a:rPr>
              <a:t>=0;</a:t>
            </a:r>
            <a:r>
              <a:rPr lang="en-IN" sz="2000" dirty="0">
                <a:solidFill>
                  <a:srgbClr val="6A3E3E"/>
                </a:solidFill>
                <a:effectLst/>
                <a:latin typeface="Courier New" panose="02070309020205020404" pitchFamily="49" charset="0"/>
              </a:rPr>
              <a:t>i</a:t>
            </a:r>
            <a:r>
              <a:rPr lang="en-IN" sz="2000" dirty="0">
                <a:solidFill>
                  <a:srgbClr val="000000"/>
                </a:solidFill>
                <a:effectLst/>
                <a:latin typeface="Courier New" panose="02070309020205020404" pitchFamily="49" charset="0"/>
              </a:rPr>
              <a:t>&lt;</a:t>
            </a:r>
            <a:r>
              <a:rPr lang="en-IN" sz="2000" dirty="0" err="1">
                <a:solidFill>
                  <a:srgbClr val="6A3E3E"/>
                </a:solidFill>
                <a:effectLst/>
                <a:latin typeface="Courier New" panose="02070309020205020404" pitchFamily="49" charset="0"/>
              </a:rPr>
              <a:t>n</a:t>
            </a:r>
            <a:r>
              <a:rPr lang="en-IN" sz="2000" dirty="0" err="1">
                <a:solidFill>
                  <a:srgbClr val="000000"/>
                </a:solidFill>
                <a:effectLst/>
                <a:latin typeface="Courier New" panose="02070309020205020404" pitchFamily="49" charset="0"/>
              </a:rPr>
              <a:t>;</a:t>
            </a:r>
            <a:r>
              <a:rPr lang="en-IN" sz="2000" dirty="0" err="1">
                <a:solidFill>
                  <a:srgbClr val="6A3E3E"/>
                </a:solidFill>
                <a:effectLst/>
                <a:latin typeface="Courier New" panose="02070309020205020404" pitchFamily="49" charset="0"/>
              </a:rPr>
              <a:t>i</a:t>
            </a:r>
            <a:r>
              <a:rPr lang="en-IN" sz="2000" dirty="0">
                <a:solidFill>
                  <a:srgbClr val="000000"/>
                </a:solidFill>
                <a:effectLst/>
                <a:latin typeface="Courier New" panose="02070309020205020404" pitchFamily="49" charset="0"/>
              </a:rPr>
              <a:t>++)</a:t>
            </a:r>
          </a:p>
          <a:p>
            <a:pPr marR="0" indent="-457200">
              <a:buFont typeface="+mj-lt"/>
              <a:buAutoNum type="arabicPeriod"/>
            </a:pPr>
            <a:r>
              <a:rPr lang="en-IN" sz="2000" dirty="0">
                <a:solidFill>
                  <a:srgbClr val="6A3E3E"/>
                </a:solidFill>
                <a:effectLst/>
                <a:latin typeface="Courier New" panose="02070309020205020404" pitchFamily="49" charset="0"/>
              </a:rPr>
              <a:t>a</a:t>
            </a:r>
            <a:r>
              <a:rPr lang="en-IN" sz="2000" dirty="0">
                <a:solidFill>
                  <a:srgbClr val="000000"/>
                </a:solidFill>
                <a:effectLst/>
                <a:latin typeface="Courier New" panose="02070309020205020404" pitchFamily="49" charset="0"/>
              </a:rPr>
              <a:t>[</a:t>
            </a:r>
            <a:r>
              <a:rPr lang="en-IN" sz="2000" dirty="0" err="1">
                <a:solidFill>
                  <a:srgbClr val="6A3E3E"/>
                </a:solidFill>
                <a:effectLst/>
                <a:latin typeface="Courier New" panose="02070309020205020404" pitchFamily="49" charset="0"/>
              </a:rPr>
              <a:t>i</a:t>
            </a:r>
            <a:r>
              <a:rPr lang="en-IN" sz="2000" dirty="0">
                <a:solidFill>
                  <a:srgbClr val="000000"/>
                </a:solidFill>
                <a:effectLst/>
                <a:latin typeface="Courier New" panose="02070309020205020404" pitchFamily="49" charset="0"/>
              </a:rPr>
              <a:t>]=</a:t>
            </a:r>
            <a:r>
              <a:rPr lang="en-IN" sz="2000" dirty="0" err="1">
                <a:solidFill>
                  <a:srgbClr val="6A3E3E"/>
                </a:solidFill>
                <a:effectLst/>
                <a:latin typeface="Courier New" panose="02070309020205020404" pitchFamily="49" charset="0"/>
              </a:rPr>
              <a:t>sc</a:t>
            </a:r>
            <a:r>
              <a:rPr lang="en-IN" sz="2000" dirty="0" err="1">
                <a:solidFill>
                  <a:srgbClr val="000000"/>
                </a:solidFill>
                <a:effectLst/>
                <a:latin typeface="Courier New" panose="02070309020205020404" pitchFamily="49" charset="0"/>
              </a:rPr>
              <a:t>.nextInt</a:t>
            </a:r>
            <a:r>
              <a:rPr lang="en-IN" sz="2000" dirty="0">
                <a:solidFill>
                  <a:srgbClr val="000000"/>
                </a:solidFill>
                <a:effectLst/>
                <a:latin typeface="Courier New" panose="02070309020205020404" pitchFamily="49" charset="0"/>
              </a:rPr>
              <a:t>();</a:t>
            </a:r>
          </a:p>
          <a:p>
            <a:pPr marR="0" indent="-457200">
              <a:buFont typeface="+mj-lt"/>
              <a:buAutoNum type="arabicPeriod"/>
            </a:pPr>
            <a:r>
              <a:rPr lang="en-IN" sz="2000" b="1" dirty="0">
                <a:solidFill>
                  <a:srgbClr val="7F0055"/>
                </a:solidFill>
                <a:effectLst/>
                <a:latin typeface="Courier New" panose="02070309020205020404" pitchFamily="49" charset="0"/>
              </a:rPr>
              <a:t>int</a:t>
            </a:r>
            <a:r>
              <a:rPr lang="en-IN" sz="2000" dirty="0">
                <a:solidFill>
                  <a:srgbClr val="000000"/>
                </a:solidFill>
                <a:effectLst/>
                <a:latin typeface="Courier New" panose="02070309020205020404" pitchFamily="49" charset="0"/>
              </a:rPr>
              <a:t> </a:t>
            </a:r>
            <a:r>
              <a:rPr lang="en-IN" sz="2000" dirty="0">
                <a:solidFill>
                  <a:srgbClr val="6A3E3E"/>
                </a:solidFill>
                <a:effectLst/>
                <a:latin typeface="Courier New" panose="02070309020205020404" pitchFamily="49" charset="0"/>
              </a:rPr>
              <a:t>s</a:t>
            </a:r>
            <a:r>
              <a:rPr lang="en-IN" sz="2000" dirty="0">
                <a:solidFill>
                  <a:srgbClr val="000000"/>
                </a:solidFill>
                <a:effectLst/>
                <a:latin typeface="Courier New" panose="02070309020205020404" pitchFamily="49" charset="0"/>
              </a:rPr>
              <a:t>[]=</a:t>
            </a:r>
            <a:r>
              <a:rPr lang="en-IN" sz="2000" b="1" dirty="0">
                <a:solidFill>
                  <a:srgbClr val="7F0055"/>
                </a:solidFill>
                <a:effectLst/>
                <a:latin typeface="Courier New" panose="02070309020205020404" pitchFamily="49" charset="0"/>
              </a:rPr>
              <a:t>new</a:t>
            </a:r>
            <a:r>
              <a:rPr lang="en-IN" sz="2000" dirty="0">
                <a:solidFill>
                  <a:srgbClr val="000000"/>
                </a:solidFill>
                <a:effectLst/>
                <a:latin typeface="Courier New" panose="02070309020205020404" pitchFamily="49" charset="0"/>
              </a:rPr>
              <a:t> </a:t>
            </a:r>
            <a:r>
              <a:rPr lang="en-IN" sz="2000" b="1" dirty="0">
                <a:solidFill>
                  <a:srgbClr val="7F0055"/>
                </a:solidFill>
                <a:effectLst/>
                <a:latin typeface="Courier New" panose="02070309020205020404" pitchFamily="49" charset="0"/>
              </a:rPr>
              <a:t>int</a:t>
            </a:r>
            <a:r>
              <a:rPr lang="en-IN" sz="2000" dirty="0">
                <a:solidFill>
                  <a:srgbClr val="000000"/>
                </a:solidFill>
                <a:effectLst/>
                <a:latin typeface="Courier New" panose="02070309020205020404" pitchFamily="49" charset="0"/>
              </a:rPr>
              <a:t>[</a:t>
            </a:r>
            <a:r>
              <a:rPr lang="en-IN" sz="2000" dirty="0">
                <a:solidFill>
                  <a:srgbClr val="6A3E3E"/>
                </a:solidFill>
                <a:effectLst/>
                <a:latin typeface="Courier New" panose="02070309020205020404" pitchFamily="49" charset="0"/>
              </a:rPr>
              <a:t>n</a:t>
            </a:r>
            <a:r>
              <a:rPr lang="en-IN" sz="2000" dirty="0">
                <a:solidFill>
                  <a:srgbClr val="000000"/>
                </a:solidFill>
                <a:effectLst/>
                <a:latin typeface="Courier New" panose="02070309020205020404" pitchFamily="49" charset="0"/>
              </a:rPr>
              <a:t>];</a:t>
            </a:r>
          </a:p>
          <a:p>
            <a:pPr marR="0" indent="-457200">
              <a:buFont typeface="+mj-lt"/>
              <a:buAutoNum type="arabicPeriod"/>
            </a:pPr>
            <a:r>
              <a:rPr lang="en-IN" sz="2000" i="1" dirty="0" err="1">
                <a:solidFill>
                  <a:srgbClr val="000000"/>
                </a:solidFill>
                <a:effectLst/>
                <a:latin typeface="Courier New" panose="02070309020205020404" pitchFamily="49" charset="0"/>
              </a:rPr>
              <a:t>stockspan</a:t>
            </a:r>
            <a:r>
              <a:rPr lang="en-IN" sz="2000" dirty="0">
                <a:solidFill>
                  <a:srgbClr val="000000"/>
                </a:solidFill>
                <a:effectLst/>
                <a:latin typeface="Courier New" panose="02070309020205020404" pitchFamily="49" charset="0"/>
              </a:rPr>
              <a:t>(</a:t>
            </a:r>
            <a:r>
              <a:rPr lang="en-IN" sz="2000" dirty="0" err="1">
                <a:solidFill>
                  <a:srgbClr val="6A3E3E"/>
                </a:solidFill>
                <a:effectLst/>
                <a:latin typeface="Courier New" panose="02070309020205020404" pitchFamily="49" charset="0"/>
              </a:rPr>
              <a:t>n</a:t>
            </a:r>
            <a:r>
              <a:rPr lang="en-IN" sz="2000" dirty="0" err="1">
                <a:solidFill>
                  <a:srgbClr val="000000"/>
                </a:solidFill>
                <a:effectLst/>
                <a:latin typeface="Courier New" panose="02070309020205020404" pitchFamily="49" charset="0"/>
              </a:rPr>
              <a:t>,</a:t>
            </a:r>
            <a:r>
              <a:rPr lang="en-IN" sz="2000" dirty="0" err="1">
                <a:solidFill>
                  <a:srgbClr val="6A3E3E"/>
                </a:solidFill>
                <a:effectLst/>
                <a:latin typeface="Courier New" panose="02070309020205020404" pitchFamily="49" charset="0"/>
              </a:rPr>
              <a:t>a</a:t>
            </a:r>
            <a:r>
              <a:rPr lang="en-IN" sz="2000" dirty="0" err="1">
                <a:solidFill>
                  <a:srgbClr val="000000"/>
                </a:solidFill>
                <a:effectLst/>
                <a:latin typeface="Courier New" panose="02070309020205020404" pitchFamily="49" charset="0"/>
              </a:rPr>
              <a:t>,</a:t>
            </a:r>
            <a:r>
              <a:rPr lang="en-IN" sz="2000" dirty="0" err="1">
                <a:solidFill>
                  <a:srgbClr val="6A3E3E"/>
                </a:solidFill>
                <a:effectLst/>
                <a:latin typeface="Courier New" panose="02070309020205020404" pitchFamily="49" charset="0"/>
              </a:rPr>
              <a:t>s</a:t>
            </a:r>
            <a:r>
              <a:rPr lang="en-IN" sz="2000" dirty="0">
                <a:solidFill>
                  <a:srgbClr val="000000"/>
                </a:solidFill>
                <a:effectLst/>
                <a:latin typeface="Courier New" panose="02070309020205020404" pitchFamily="49" charset="0"/>
              </a:rPr>
              <a:t>);</a:t>
            </a:r>
          </a:p>
          <a:p>
            <a:pPr marR="0" indent="-457200">
              <a:buFont typeface="+mj-lt"/>
              <a:buAutoNum type="arabicPeriod"/>
            </a:pPr>
            <a:r>
              <a:rPr lang="en-IN" sz="2000" i="1" dirty="0" err="1">
                <a:solidFill>
                  <a:srgbClr val="000000"/>
                </a:solidFill>
                <a:effectLst/>
                <a:latin typeface="Courier New" panose="02070309020205020404" pitchFamily="49" charset="0"/>
              </a:rPr>
              <a:t>printarr</a:t>
            </a:r>
            <a:r>
              <a:rPr lang="en-IN" sz="2000" dirty="0">
                <a:solidFill>
                  <a:srgbClr val="000000"/>
                </a:solidFill>
                <a:effectLst/>
                <a:latin typeface="Courier New" panose="02070309020205020404" pitchFamily="49" charset="0"/>
              </a:rPr>
              <a:t>(</a:t>
            </a:r>
            <a:r>
              <a:rPr lang="en-IN" sz="2000" dirty="0">
                <a:solidFill>
                  <a:srgbClr val="6A3E3E"/>
                </a:solidFill>
                <a:effectLst/>
                <a:latin typeface="Courier New" panose="02070309020205020404" pitchFamily="49" charset="0"/>
              </a:rPr>
              <a:t>s</a:t>
            </a:r>
            <a:r>
              <a:rPr lang="en-IN" sz="2000" dirty="0">
                <a:solidFill>
                  <a:srgbClr val="000000"/>
                </a:solidFill>
                <a:effectLst/>
                <a:latin typeface="Courier New" panose="02070309020205020404" pitchFamily="49" charset="0"/>
              </a:rPr>
              <a:t>);</a:t>
            </a:r>
          </a:p>
          <a:p>
            <a:pPr marR="0" indent="-457200">
              <a:buFont typeface="+mj-lt"/>
              <a:buAutoNum type="arabicPeriod"/>
            </a:pPr>
            <a:r>
              <a:rPr lang="en-IN" sz="2000" dirty="0">
                <a:solidFill>
                  <a:srgbClr val="000000"/>
                </a:solidFill>
                <a:effectLst/>
                <a:latin typeface="Courier New" panose="02070309020205020404" pitchFamily="49" charset="0"/>
              </a:rPr>
              <a:t>}</a:t>
            </a:r>
          </a:p>
          <a:p>
            <a:pPr marL="457200" indent="-457200">
              <a:buFont typeface="+mj-lt"/>
              <a:buAutoNum type="arabicPeriod"/>
            </a:pPr>
            <a:endParaRPr lang="en-IN" sz="2000" dirty="0"/>
          </a:p>
        </p:txBody>
      </p:sp>
    </p:spTree>
    <p:extLst>
      <p:ext uri="{BB962C8B-B14F-4D97-AF65-F5344CB8AC3E}">
        <p14:creationId xmlns:p14="http://schemas.microsoft.com/office/powerpoint/2010/main" val="1306324226"/>
      </p:ext>
    </p:extLst>
  </p:cSld>
  <p:clrMapOvr>
    <a:masterClrMapping/>
  </p:clrMapOvr>
  <p:transition spd="slow">
    <p:push dir="u"/>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79167FA-3132-3902-B92E-6FDEFBD17052}"/>
              </a:ext>
            </a:extLst>
          </p:cNvPr>
          <p:cNvSpPr>
            <a:spLocks noGrp="1"/>
          </p:cNvSpPr>
          <p:nvPr>
            <p:ph idx="1"/>
          </p:nvPr>
        </p:nvSpPr>
        <p:spPr>
          <a:xfrm>
            <a:off x="304800" y="285134"/>
            <a:ext cx="11049000" cy="6572865"/>
          </a:xfrm>
        </p:spPr>
        <p:txBody>
          <a:bodyPr>
            <a:normAutofit/>
          </a:bodyPr>
          <a:lstStyle/>
          <a:p>
            <a:pPr marL="114300" marR="0" indent="-342900">
              <a:buFont typeface="+mj-lt"/>
              <a:buAutoNum type="arabicPeriod" startAt="12"/>
            </a:pPr>
            <a:r>
              <a:rPr lang="en-IN" sz="2400" b="1" dirty="0">
                <a:solidFill>
                  <a:srgbClr val="7F0055"/>
                </a:solidFill>
                <a:effectLst/>
                <a:latin typeface="Courier New" panose="02070309020205020404" pitchFamily="49" charset="0"/>
              </a:rPr>
              <a:t>public</a:t>
            </a:r>
            <a:r>
              <a:rPr lang="en-IN" sz="2400" dirty="0">
                <a:solidFill>
                  <a:srgbClr val="000000"/>
                </a:solidFill>
                <a:effectLst/>
                <a:latin typeface="Courier New" panose="02070309020205020404" pitchFamily="49" charset="0"/>
              </a:rPr>
              <a:t> </a:t>
            </a:r>
            <a:r>
              <a:rPr lang="en-IN" sz="2400" b="1" dirty="0">
                <a:solidFill>
                  <a:srgbClr val="7F0055"/>
                </a:solidFill>
                <a:effectLst/>
                <a:latin typeface="Courier New" panose="02070309020205020404" pitchFamily="49" charset="0"/>
              </a:rPr>
              <a:t>static</a:t>
            </a:r>
            <a:r>
              <a:rPr lang="en-IN" sz="2400" dirty="0">
                <a:solidFill>
                  <a:srgbClr val="000000"/>
                </a:solidFill>
                <a:effectLst/>
                <a:latin typeface="Courier New" panose="02070309020205020404" pitchFamily="49" charset="0"/>
              </a:rPr>
              <a:t> </a:t>
            </a:r>
            <a:r>
              <a:rPr lang="en-IN" sz="2400" b="1" dirty="0">
                <a:solidFill>
                  <a:srgbClr val="7F0055"/>
                </a:solidFill>
                <a:effectLst/>
                <a:latin typeface="Courier New" panose="02070309020205020404" pitchFamily="49" charset="0"/>
              </a:rPr>
              <a:t>void</a:t>
            </a:r>
            <a:r>
              <a:rPr lang="en-IN" sz="2400" dirty="0">
                <a:solidFill>
                  <a:srgbClr val="000000"/>
                </a:solidFill>
                <a:effectLst/>
                <a:latin typeface="Courier New" panose="02070309020205020404" pitchFamily="49" charset="0"/>
              </a:rPr>
              <a:t> </a:t>
            </a:r>
            <a:r>
              <a:rPr lang="en-IN" sz="2400" dirty="0" err="1">
                <a:solidFill>
                  <a:srgbClr val="000000"/>
                </a:solidFill>
                <a:effectLst/>
                <a:latin typeface="Courier New" panose="02070309020205020404" pitchFamily="49" charset="0"/>
              </a:rPr>
              <a:t>stockspan</a:t>
            </a:r>
            <a:r>
              <a:rPr lang="en-IN" sz="2400" dirty="0">
                <a:solidFill>
                  <a:srgbClr val="000000"/>
                </a:solidFill>
                <a:effectLst/>
                <a:latin typeface="Courier New" panose="02070309020205020404" pitchFamily="49" charset="0"/>
              </a:rPr>
              <a:t>(</a:t>
            </a:r>
            <a:r>
              <a:rPr lang="en-IN" sz="2400" b="1" dirty="0">
                <a:solidFill>
                  <a:srgbClr val="7F0055"/>
                </a:solidFill>
                <a:effectLst/>
                <a:latin typeface="Courier New" panose="02070309020205020404" pitchFamily="49" charset="0"/>
              </a:rPr>
              <a:t>int</a:t>
            </a:r>
            <a:r>
              <a:rPr lang="en-IN" sz="2400" dirty="0">
                <a:solidFill>
                  <a:srgbClr val="000000"/>
                </a:solidFill>
                <a:effectLst/>
                <a:latin typeface="Courier New" panose="02070309020205020404" pitchFamily="49" charset="0"/>
              </a:rPr>
              <a:t> </a:t>
            </a:r>
            <a:r>
              <a:rPr lang="en-IN" sz="2400" dirty="0" err="1">
                <a:solidFill>
                  <a:srgbClr val="6A3E3E"/>
                </a:solidFill>
                <a:effectLst/>
                <a:latin typeface="Courier New" panose="02070309020205020404" pitchFamily="49" charset="0"/>
              </a:rPr>
              <a:t>n</a:t>
            </a:r>
            <a:r>
              <a:rPr lang="en-IN" sz="2400" dirty="0" err="1">
                <a:solidFill>
                  <a:srgbClr val="000000"/>
                </a:solidFill>
                <a:effectLst/>
                <a:latin typeface="Courier New" panose="02070309020205020404" pitchFamily="49" charset="0"/>
              </a:rPr>
              <a:t>,</a:t>
            </a:r>
            <a:r>
              <a:rPr lang="en-IN" sz="2400" b="1" dirty="0" err="1">
                <a:solidFill>
                  <a:srgbClr val="7F0055"/>
                </a:solidFill>
                <a:effectLst/>
                <a:latin typeface="Courier New" panose="02070309020205020404" pitchFamily="49" charset="0"/>
              </a:rPr>
              <a:t>int</a:t>
            </a:r>
            <a:r>
              <a:rPr lang="en-IN" sz="2400" dirty="0">
                <a:solidFill>
                  <a:srgbClr val="000000"/>
                </a:solidFill>
                <a:effectLst/>
                <a:latin typeface="Courier New" panose="02070309020205020404" pitchFamily="49" charset="0"/>
              </a:rPr>
              <a:t> </a:t>
            </a:r>
            <a:r>
              <a:rPr lang="en-IN" sz="2400" dirty="0">
                <a:solidFill>
                  <a:srgbClr val="6A3E3E"/>
                </a:solidFill>
                <a:effectLst/>
                <a:latin typeface="Courier New" panose="02070309020205020404" pitchFamily="49" charset="0"/>
              </a:rPr>
              <a:t>a</a:t>
            </a:r>
            <a:r>
              <a:rPr lang="en-IN" sz="2400" dirty="0">
                <a:solidFill>
                  <a:srgbClr val="000000"/>
                </a:solidFill>
                <a:effectLst/>
                <a:latin typeface="Courier New" panose="02070309020205020404" pitchFamily="49" charset="0"/>
              </a:rPr>
              <a:t>[],</a:t>
            </a:r>
            <a:r>
              <a:rPr lang="en-IN" sz="2400" b="1" dirty="0">
                <a:solidFill>
                  <a:srgbClr val="7F0055"/>
                </a:solidFill>
                <a:effectLst/>
                <a:latin typeface="Courier New" panose="02070309020205020404" pitchFamily="49" charset="0"/>
              </a:rPr>
              <a:t>int</a:t>
            </a:r>
            <a:r>
              <a:rPr lang="en-IN" sz="2400" dirty="0">
                <a:solidFill>
                  <a:srgbClr val="000000"/>
                </a:solidFill>
                <a:effectLst/>
                <a:latin typeface="Courier New" panose="02070309020205020404" pitchFamily="49" charset="0"/>
              </a:rPr>
              <a:t> </a:t>
            </a:r>
            <a:r>
              <a:rPr lang="en-IN" sz="2400" dirty="0">
                <a:solidFill>
                  <a:srgbClr val="6A3E3E"/>
                </a:solidFill>
                <a:effectLst/>
                <a:latin typeface="Courier New" panose="02070309020205020404" pitchFamily="49" charset="0"/>
              </a:rPr>
              <a:t>s</a:t>
            </a:r>
            <a:r>
              <a:rPr lang="en-IN" sz="2400" dirty="0">
                <a:solidFill>
                  <a:srgbClr val="000000"/>
                </a:solidFill>
                <a:effectLst/>
                <a:latin typeface="Courier New" panose="02070309020205020404" pitchFamily="49" charset="0"/>
              </a:rPr>
              <a:t>[])</a:t>
            </a:r>
          </a:p>
          <a:p>
            <a:pPr marL="114300" marR="0" indent="-342900">
              <a:buFont typeface="+mj-lt"/>
              <a:buAutoNum type="arabicPeriod" startAt="12"/>
            </a:pPr>
            <a:r>
              <a:rPr lang="en-IN" sz="2400" dirty="0">
                <a:solidFill>
                  <a:srgbClr val="000000"/>
                </a:solidFill>
                <a:effectLst/>
                <a:latin typeface="Courier New" panose="02070309020205020404" pitchFamily="49" charset="0"/>
              </a:rPr>
              <a:t>{</a:t>
            </a:r>
          </a:p>
          <a:p>
            <a:pPr marL="114300" marR="0" indent="-342900">
              <a:buFont typeface="+mj-lt"/>
              <a:buAutoNum type="arabicPeriod" startAt="12"/>
            </a:pPr>
            <a:r>
              <a:rPr lang="en-IN" sz="2400" dirty="0">
                <a:solidFill>
                  <a:srgbClr val="000000"/>
                </a:solidFill>
                <a:effectLst/>
                <a:latin typeface="Courier New" panose="02070309020205020404" pitchFamily="49" charset="0"/>
              </a:rPr>
              <a:t>Stack&lt;Integer&gt; </a:t>
            </a:r>
            <a:r>
              <a:rPr lang="en-IN" sz="2400" dirty="0" err="1">
                <a:solidFill>
                  <a:srgbClr val="6A3E3E"/>
                </a:solidFill>
                <a:effectLst/>
                <a:latin typeface="Courier New" panose="02070309020205020404" pitchFamily="49" charset="0"/>
              </a:rPr>
              <a:t>st</a:t>
            </a:r>
            <a:r>
              <a:rPr lang="en-IN" sz="2400" dirty="0">
                <a:solidFill>
                  <a:srgbClr val="000000"/>
                </a:solidFill>
                <a:effectLst/>
                <a:latin typeface="Courier New" panose="02070309020205020404" pitchFamily="49" charset="0"/>
              </a:rPr>
              <a:t>=</a:t>
            </a:r>
            <a:r>
              <a:rPr lang="en-IN" sz="2400" b="1" dirty="0">
                <a:solidFill>
                  <a:srgbClr val="7F0055"/>
                </a:solidFill>
                <a:effectLst/>
                <a:latin typeface="Courier New" panose="02070309020205020404" pitchFamily="49" charset="0"/>
              </a:rPr>
              <a:t>new</a:t>
            </a:r>
            <a:r>
              <a:rPr lang="en-IN" sz="2400" dirty="0">
                <a:solidFill>
                  <a:srgbClr val="000000"/>
                </a:solidFill>
                <a:effectLst/>
                <a:latin typeface="Courier New" panose="02070309020205020404" pitchFamily="49" charset="0"/>
              </a:rPr>
              <a:t> Stack&lt;&gt;();</a:t>
            </a:r>
          </a:p>
          <a:p>
            <a:pPr marL="114300" marR="0" indent="-342900">
              <a:buFont typeface="+mj-lt"/>
              <a:buAutoNum type="arabicPeriod" startAt="12"/>
            </a:pPr>
            <a:r>
              <a:rPr lang="en-IN" sz="2400" dirty="0" err="1">
                <a:solidFill>
                  <a:srgbClr val="6A3E3E"/>
                </a:solidFill>
                <a:effectLst/>
                <a:latin typeface="Courier New" panose="02070309020205020404" pitchFamily="49" charset="0"/>
              </a:rPr>
              <a:t>st</a:t>
            </a:r>
            <a:r>
              <a:rPr lang="en-IN" sz="2400" dirty="0" err="1">
                <a:solidFill>
                  <a:srgbClr val="000000"/>
                </a:solidFill>
                <a:effectLst/>
                <a:latin typeface="Courier New" panose="02070309020205020404" pitchFamily="49" charset="0"/>
              </a:rPr>
              <a:t>.push</a:t>
            </a:r>
            <a:r>
              <a:rPr lang="en-IN" sz="2400" dirty="0">
                <a:solidFill>
                  <a:srgbClr val="000000"/>
                </a:solidFill>
                <a:effectLst/>
                <a:latin typeface="Courier New" panose="02070309020205020404" pitchFamily="49" charset="0"/>
              </a:rPr>
              <a:t>(0);</a:t>
            </a:r>
          </a:p>
          <a:p>
            <a:pPr marL="114300" marR="0" indent="-342900">
              <a:buFont typeface="+mj-lt"/>
              <a:buAutoNum type="arabicPeriod" startAt="12"/>
            </a:pPr>
            <a:r>
              <a:rPr lang="en-IN" sz="2400" dirty="0">
                <a:solidFill>
                  <a:srgbClr val="6A3E3E"/>
                </a:solidFill>
                <a:effectLst/>
                <a:latin typeface="Courier New" panose="02070309020205020404" pitchFamily="49" charset="0"/>
              </a:rPr>
              <a:t>s</a:t>
            </a:r>
            <a:r>
              <a:rPr lang="en-IN" sz="2400" dirty="0">
                <a:solidFill>
                  <a:srgbClr val="000000"/>
                </a:solidFill>
                <a:effectLst/>
                <a:latin typeface="Courier New" panose="02070309020205020404" pitchFamily="49" charset="0"/>
              </a:rPr>
              <a:t>[0]=1;</a:t>
            </a:r>
          </a:p>
          <a:p>
            <a:pPr marL="114300" marR="0" indent="-342900">
              <a:buFont typeface="+mj-lt"/>
              <a:buAutoNum type="arabicPeriod" startAt="12"/>
            </a:pPr>
            <a:r>
              <a:rPr lang="en-IN" sz="2400" b="1" dirty="0">
                <a:solidFill>
                  <a:srgbClr val="7F0055"/>
                </a:solidFill>
                <a:effectLst/>
                <a:latin typeface="Courier New" panose="02070309020205020404" pitchFamily="49" charset="0"/>
              </a:rPr>
              <a:t>for</a:t>
            </a:r>
            <a:r>
              <a:rPr lang="en-IN" sz="2400" dirty="0">
                <a:solidFill>
                  <a:srgbClr val="000000"/>
                </a:solidFill>
                <a:effectLst/>
                <a:latin typeface="Courier New" panose="02070309020205020404" pitchFamily="49" charset="0"/>
              </a:rPr>
              <a:t>(</a:t>
            </a:r>
            <a:r>
              <a:rPr lang="en-IN" sz="2400" b="1" dirty="0">
                <a:solidFill>
                  <a:srgbClr val="7F0055"/>
                </a:solidFill>
                <a:effectLst/>
                <a:latin typeface="Courier New" panose="02070309020205020404" pitchFamily="49" charset="0"/>
              </a:rPr>
              <a:t>int</a:t>
            </a:r>
            <a:r>
              <a:rPr lang="en-IN" sz="2400" dirty="0">
                <a:solidFill>
                  <a:srgbClr val="000000"/>
                </a:solidFill>
                <a:effectLst/>
                <a:latin typeface="Courier New" panose="02070309020205020404" pitchFamily="49" charset="0"/>
              </a:rPr>
              <a:t> </a:t>
            </a:r>
            <a:r>
              <a:rPr lang="en-IN" sz="2400" dirty="0" err="1">
                <a:solidFill>
                  <a:srgbClr val="6A3E3E"/>
                </a:solidFill>
                <a:effectLst/>
                <a:latin typeface="Courier New" panose="02070309020205020404" pitchFamily="49" charset="0"/>
              </a:rPr>
              <a:t>i</a:t>
            </a:r>
            <a:r>
              <a:rPr lang="en-IN" sz="2400" dirty="0">
                <a:solidFill>
                  <a:srgbClr val="000000"/>
                </a:solidFill>
                <a:effectLst/>
                <a:latin typeface="Courier New" panose="02070309020205020404" pitchFamily="49" charset="0"/>
              </a:rPr>
              <a:t>=1;</a:t>
            </a:r>
            <a:r>
              <a:rPr lang="en-IN" sz="2400" dirty="0">
                <a:solidFill>
                  <a:srgbClr val="6A3E3E"/>
                </a:solidFill>
                <a:effectLst/>
                <a:latin typeface="Courier New" panose="02070309020205020404" pitchFamily="49" charset="0"/>
              </a:rPr>
              <a:t>i</a:t>
            </a:r>
            <a:r>
              <a:rPr lang="en-IN" sz="2400" dirty="0">
                <a:solidFill>
                  <a:srgbClr val="000000"/>
                </a:solidFill>
                <a:effectLst/>
                <a:latin typeface="Courier New" panose="02070309020205020404" pitchFamily="49" charset="0"/>
              </a:rPr>
              <a:t>&lt;</a:t>
            </a:r>
            <a:r>
              <a:rPr lang="en-IN" sz="2400" dirty="0" err="1">
                <a:solidFill>
                  <a:srgbClr val="6A3E3E"/>
                </a:solidFill>
                <a:effectLst/>
                <a:latin typeface="Courier New" panose="02070309020205020404" pitchFamily="49" charset="0"/>
              </a:rPr>
              <a:t>n</a:t>
            </a:r>
            <a:r>
              <a:rPr lang="en-IN" sz="2400" dirty="0" err="1">
                <a:solidFill>
                  <a:srgbClr val="000000"/>
                </a:solidFill>
                <a:effectLst/>
                <a:latin typeface="Courier New" panose="02070309020205020404" pitchFamily="49" charset="0"/>
              </a:rPr>
              <a:t>;</a:t>
            </a:r>
            <a:r>
              <a:rPr lang="en-IN" sz="2400" dirty="0" err="1">
                <a:solidFill>
                  <a:srgbClr val="6A3E3E"/>
                </a:solidFill>
                <a:effectLst/>
                <a:latin typeface="Courier New" panose="02070309020205020404" pitchFamily="49" charset="0"/>
              </a:rPr>
              <a:t>i</a:t>
            </a:r>
            <a:r>
              <a:rPr lang="en-IN" sz="2400" dirty="0">
                <a:solidFill>
                  <a:srgbClr val="000000"/>
                </a:solidFill>
                <a:effectLst/>
                <a:latin typeface="Courier New" panose="02070309020205020404" pitchFamily="49" charset="0"/>
              </a:rPr>
              <a:t>++)</a:t>
            </a:r>
          </a:p>
          <a:p>
            <a:pPr marL="114300" marR="0" indent="-342900">
              <a:buFont typeface="+mj-lt"/>
              <a:buAutoNum type="arabicPeriod" startAt="12"/>
            </a:pPr>
            <a:r>
              <a:rPr lang="en-IN" sz="2400" dirty="0">
                <a:solidFill>
                  <a:srgbClr val="000000"/>
                </a:solidFill>
                <a:effectLst/>
                <a:latin typeface="Courier New" panose="02070309020205020404" pitchFamily="49" charset="0"/>
              </a:rPr>
              <a:t>{</a:t>
            </a:r>
          </a:p>
          <a:p>
            <a:pPr marL="114300" marR="0" indent="-342900">
              <a:buFont typeface="+mj-lt"/>
              <a:buAutoNum type="arabicPeriod" startAt="12"/>
            </a:pPr>
            <a:r>
              <a:rPr lang="en-IN" sz="2400" b="1" dirty="0">
                <a:solidFill>
                  <a:srgbClr val="7F0055"/>
                </a:solidFill>
                <a:effectLst/>
                <a:latin typeface="Courier New" panose="02070309020205020404" pitchFamily="49" charset="0"/>
              </a:rPr>
              <a:t>while</a:t>
            </a:r>
            <a:r>
              <a:rPr lang="en-IN" sz="2400" dirty="0">
                <a:solidFill>
                  <a:srgbClr val="000000"/>
                </a:solidFill>
                <a:effectLst/>
                <a:latin typeface="Courier New" panose="02070309020205020404" pitchFamily="49" charset="0"/>
              </a:rPr>
              <a:t>(!</a:t>
            </a:r>
            <a:r>
              <a:rPr lang="en-IN" sz="2400" dirty="0" err="1">
                <a:solidFill>
                  <a:srgbClr val="6A3E3E"/>
                </a:solidFill>
                <a:effectLst/>
                <a:latin typeface="Courier New" panose="02070309020205020404" pitchFamily="49" charset="0"/>
              </a:rPr>
              <a:t>st</a:t>
            </a:r>
            <a:r>
              <a:rPr lang="en-IN" sz="2400" dirty="0" err="1">
                <a:solidFill>
                  <a:srgbClr val="000000"/>
                </a:solidFill>
                <a:effectLst/>
                <a:latin typeface="Courier New" panose="02070309020205020404" pitchFamily="49" charset="0"/>
              </a:rPr>
              <a:t>.isEmpty</a:t>
            </a:r>
            <a:r>
              <a:rPr lang="en-IN" sz="2400" dirty="0">
                <a:solidFill>
                  <a:srgbClr val="000000"/>
                </a:solidFill>
                <a:effectLst/>
                <a:latin typeface="Courier New" panose="02070309020205020404" pitchFamily="49" charset="0"/>
              </a:rPr>
              <a:t>()&amp;&amp;</a:t>
            </a:r>
            <a:r>
              <a:rPr lang="en-IN" sz="2400" dirty="0">
                <a:solidFill>
                  <a:srgbClr val="6A3E3E"/>
                </a:solidFill>
                <a:effectLst/>
                <a:latin typeface="Courier New" panose="02070309020205020404" pitchFamily="49" charset="0"/>
              </a:rPr>
              <a:t>a</a:t>
            </a:r>
            <a:r>
              <a:rPr lang="en-IN" sz="2400" dirty="0">
                <a:solidFill>
                  <a:srgbClr val="000000"/>
                </a:solidFill>
                <a:effectLst/>
                <a:latin typeface="Courier New" panose="02070309020205020404" pitchFamily="49" charset="0"/>
              </a:rPr>
              <a:t>[</a:t>
            </a:r>
            <a:r>
              <a:rPr lang="en-IN" sz="2400" dirty="0" err="1">
                <a:solidFill>
                  <a:srgbClr val="6A3E3E"/>
                </a:solidFill>
                <a:effectLst/>
                <a:latin typeface="Courier New" panose="02070309020205020404" pitchFamily="49" charset="0"/>
              </a:rPr>
              <a:t>st</a:t>
            </a:r>
            <a:r>
              <a:rPr lang="en-IN" sz="2400" dirty="0" err="1">
                <a:solidFill>
                  <a:srgbClr val="000000"/>
                </a:solidFill>
                <a:effectLst/>
                <a:latin typeface="Courier New" panose="02070309020205020404" pitchFamily="49" charset="0"/>
              </a:rPr>
              <a:t>.peek</a:t>
            </a:r>
            <a:r>
              <a:rPr lang="en-IN" sz="2400" dirty="0">
                <a:solidFill>
                  <a:srgbClr val="000000"/>
                </a:solidFill>
                <a:effectLst/>
                <a:latin typeface="Courier New" panose="02070309020205020404" pitchFamily="49" charset="0"/>
              </a:rPr>
              <a:t>()]&lt;=</a:t>
            </a:r>
            <a:r>
              <a:rPr lang="en-IN" sz="2400" dirty="0">
                <a:solidFill>
                  <a:srgbClr val="6A3E3E"/>
                </a:solidFill>
                <a:effectLst/>
                <a:latin typeface="Courier New" panose="02070309020205020404" pitchFamily="49" charset="0"/>
              </a:rPr>
              <a:t>a</a:t>
            </a:r>
            <a:r>
              <a:rPr lang="en-IN" sz="2400" dirty="0">
                <a:solidFill>
                  <a:srgbClr val="000000"/>
                </a:solidFill>
                <a:effectLst/>
                <a:latin typeface="Courier New" panose="02070309020205020404" pitchFamily="49" charset="0"/>
              </a:rPr>
              <a:t>[</a:t>
            </a:r>
            <a:r>
              <a:rPr lang="en-IN" sz="2400" dirty="0" err="1">
                <a:solidFill>
                  <a:srgbClr val="6A3E3E"/>
                </a:solidFill>
                <a:effectLst/>
                <a:latin typeface="Courier New" panose="02070309020205020404" pitchFamily="49" charset="0"/>
              </a:rPr>
              <a:t>i</a:t>
            </a:r>
            <a:r>
              <a:rPr lang="en-IN" sz="2400" dirty="0">
                <a:solidFill>
                  <a:srgbClr val="000000"/>
                </a:solidFill>
                <a:effectLst/>
                <a:latin typeface="Courier New" panose="02070309020205020404" pitchFamily="49" charset="0"/>
              </a:rPr>
              <a:t>]) {</a:t>
            </a:r>
          </a:p>
          <a:p>
            <a:pPr marL="114300" marR="0" indent="-342900">
              <a:buFont typeface="+mj-lt"/>
              <a:buAutoNum type="arabicPeriod" startAt="12"/>
            </a:pPr>
            <a:r>
              <a:rPr lang="en-IN" sz="2400" dirty="0" err="1">
                <a:solidFill>
                  <a:srgbClr val="6A3E3E"/>
                </a:solidFill>
                <a:effectLst/>
                <a:latin typeface="Courier New" panose="02070309020205020404" pitchFamily="49" charset="0"/>
              </a:rPr>
              <a:t>st</a:t>
            </a:r>
            <a:r>
              <a:rPr lang="en-IN" sz="2400" dirty="0" err="1">
                <a:solidFill>
                  <a:srgbClr val="000000"/>
                </a:solidFill>
                <a:effectLst/>
                <a:latin typeface="Courier New" panose="02070309020205020404" pitchFamily="49" charset="0"/>
              </a:rPr>
              <a:t>.pop</a:t>
            </a:r>
            <a:r>
              <a:rPr lang="en-IN" sz="2400" dirty="0">
                <a:solidFill>
                  <a:srgbClr val="000000"/>
                </a:solidFill>
                <a:effectLst/>
                <a:latin typeface="Courier New" panose="02070309020205020404" pitchFamily="49" charset="0"/>
              </a:rPr>
              <a:t>();</a:t>
            </a:r>
          </a:p>
          <a:p>
            <a:pPr marL="114300" marR="0" indent="-342900">
              <a:buFont typeface="+mj-lt"/>
              <a:buAutoNum type="arabicPeriod" startAt="12"/>
            </a:pPr>
            <a:r>
              <a:rPr lang="en-IN" sz="2400" dirty="0">
                <a:solidFill>
                  <a:srgbClr val="000000"/>
                </a:solidFill>
                <a:effectLst/>
                <a:latin typeface="Courier New" panose="02070309020205020404" pitchFamily="49" charset="0"/>
              </a:rPr>
              <a:t>}</a:t>
            </a:r>
          </a:p>
          <a:p>
            <a:pPr marL="114300" marR="0" indent="-342900">
              <a:buFont typeface="+mj-lt"/>
              <a:buAutoNum type="arabicPeriod" startAt="12"/>
            </a:pPr>
            <a:r>
              <a:rPr lang="en-IN" sz="2400" dirty="0">
                <a:solidFill>
                  <a:srgbClr val="6A3E3E"/>
                </a:solidFill>
                <a:effectLst/>
                <a:latin typeface="Courier New" panose="02070309020205020404" pitchFamily="49" charset="0"/>
              </a:rPr>
              <a:t>s</a:t>
            </a:r>
            <a:r>
              <a:rPr lang="en-IN" sz="2400" dirty="0">
                <a:solidFill>
                  <a:srgbClr val="000000"/>
                </a:solidFill>
                <a:effectLst/>
                <a:latin typeface="Courier New" panose="02070309020205020404" pitchFamily="49" charset="0"/>
              </a:rPr>
              <a:t>[</a:t>
            </a:r>
            <a:r>
              <a:rPr lang="en-IN" sz="2400" dirty="0" err="1">
                <a:solidFill>
                  <a:srgbClr val="6A3E3E"/>
                </a:solidFill>
                <a:effectLst/>
                <a:latin typeface="Courier New" panose="02070309020205020404" pitchFamily="49" charset="0"/>
              </a:rPr>
              <a:t>i</a:t>
            </a:r>
            <a:r>
              <a:rPr lang="en-IN" sz="2400" dirty="0">
                <a:solidFill>
                  <a:srgbClr val="000000"/>
                </a:solidFill>
                <a:effectLst/>
                <a:latin typeface="Courier New" panose="02070309020205020404" pitchFamily="49" charset="0"/>
              </a:rPr>
              <a:t>]=(</a:t>
            </a:r>
            <a:r>
              <a:rPr lang="en-IN" sz="2400" dirty="0" err="1">
                <a:solidFill>
                  <a:srgbClr val="6A3E3E"/>
                </a:solidFill>
                <a:effectLst/>
                <a:latin typeface="Courier New" panose="02070309020205020404" pitchFamily="49" charset="0"/>
              </a:rPr>
              <a:t>st</a:t>
            </a:r>
            <a:r>
              <a:rPr lang="en-IN" sz="2400" dirty="0" err="1">
                <a:solidFill>
                  <a:srgbClr val="000000"/>
                </a:solidFill>
                <a:effectLst/>
                <a:latin typeface="Courier New" panose="02070309020205020404" pitchFamily="49" charset="0"/>
              </a:rPr>
              <a:t>.isEmpty</a:t>
            </a:r>
            <a:r>
              <a:rPr lang="en-IN" sz="2400" dirty="0">
                <a:solidFill>
                  <a:srgbClr val="000000"/>
                </a:solidFill>
                <a:effectLst/>
                <a:latin typeface="Courier New" panose="02070309020205020404" pitchFamily="49" charset="0"/>
              </a:rPr>
              <a:t>()?(</a:t>
            </a:r>
            <a:r>
              <a:rPr lang="en-IN" sz="2400" dirty="0">
                <a:solidFill>
                  <a:srgbClr val="6A3E3E"/>
                </a:solidFill>
                <a:effectLst/>
                <a:latin typeface="Courier New" panose="02070309020205020404" pitchFamily="49" charset="0"/>
              </a:rPr>
              <a:t>i</a:t>
            </a:r>
            <a:r>
              <a:rPr lang="en-IN" sz="2400" dirty="0">
                <a:solidFill>
                  <a:srgbClr val="000000"/>
                </a:solidFill>
                <a:effectLst/>
                <a:latin typeface="Courier New" panose="02070309020205020404" pitchFamily="49" charset="0"/>
              </a:rPr>
              <a:t>+1):</a:t>
            </a:r>
            <a:r>
              <a:rPr lang="en-IN" sz="2400" dirty="0" err="1">
                <a:solidFill>
                  <a:srgbClr val="6A3E3E"/>
                </a:solidFill>
                <a:effectLst/>
                <a:latin typeface="Courier New" panose="02070309020205020404" pitchFamily="49" charset="0"/>
              </a:rPr>
              <a:t>i</a:t>
            </a:r>
            <a:r>
              <a:rPr lang="en-IN" sz="2400" dirty="0" err="1">
                <a:solidFill>
                  <a:srgbClr val="000000"/>
                </a:solidFill>
                <a:effectLst/>
                <a:latin typeface="Courier New" panose="02070309020205020404" pitchFamily="49" charset="0"/>
              </a:rPr>
              <a:t>-</a:t>
            </a:r>
            <a:r>
              <a:rPr lang="en-IN" sz="2400" dirty="0" err="1">
                <a:solidFill>
                  <a:srgbClr val="6A3E3E"/>
                </a:solidFill>
                <a:effectLst/>
                <a:latin typeface="Courier New" panose="02070309020205020404" pitchFamily="49" charset="0"/>
              </a:rPr>
              <a:t>st</a:t>
            </a:r>
            <a:r>
              <a:rPr lang="en-IN" sz="2400" dirty="0" err="1">
                <a:solidFill>
                  <a:srgbClr val="000000"/>
                </a:solidFill>
                <a:effectLst/>
                <a:latin typeface="Courier New" panose="02070309020205020404" pitchFamily="49" charset="0"/>
              </a:rPr>
              <a:t>.peek</a:t>
            </a:r>
            <a:r>
              <a:rPr lang="en-IN" sz="2400" dirty="0">
                <a:solidFill>
                  <a:srgbClr val="000000"/>
                </a:solidFill>
                <a:effectLst/>
                <a:latin typeface="Courier New" panose="02070309020205020404" pitchFamily="49" charset="0"/>
              </a:rPr>
              <a:t>());</a:t>
            </a:r>
          </a:p>
          <a:p>
            <a:pPr marL="114300" marR="0" indent="-342900">
              <a:buFont typeface="+mj-lt"/>
              <a:buAutoNum type="arabicPeriod" startAt="12"/>
            </a:pPr>
            <a:r>
              <a:rPr lang="en-IN" sz="2400" dirty="0" err="1">
                <a:solidFill>
                  <a:srgbClr val="6A3E3E"/>
                </a:solidFill>
                <a:effectLst/>
                <a:latin typeface="Courier New" panose="02070309020205020404" pitchFamily="49" charset="0"/>
              </a:rPr>
              <a:t>st</a:t>
            </a:r>
            <a:r>
              <a:rPr lang="en-IN" sz="2400" dirty="0" err="1">
                <a:solidFill>
                  <a:srgbClr val="000000"/>
                </a:solidFill>
                <a:effectLst/>
                <a:latin typeface="Courier New" panose="02070309020205020404" pitchFamily="49" charset="0"/>
              </a:rPr>
              <a:t>.push</a:t>
            </a:r>
            <a:r>
              <a:rPr lang="en-IN" sz="2400" dirty="0">
                <a:solidFill>
                  <a:srgbClr val="000000"/>
                </a:solidFill>
                <a:effectLst/>
                <a:latin typeface="Courier New" panose="02070309020205020404" pitchFamily="49" charset="0"/>
              </a:rPr>
              <a:t>(</a:t>
            </a:r>
            <a:r>
              <a:rPr lang="en-IN" sz="2400" dirty="0" err="1">
                <a:solidFill>
                  <a:srgbClr val="6A3E3E"/>
                </a:solidFill>
                <a:effectLst/>
                <a:latin typeface="Courier New" panose="02070309020205020404" pitchFamily="49" charset="0"/>
              </a:rPr>
              <a:t>i</a:t>
            </a:r>
            <a:r>
              <a:rPr lang="en-IN" sz="2400" dirty="0">
                <a:solidFill>
                  <a:srgbClr val="000000"/>
                </a:solidFill>
                <a:effectLst/>
                <a:latin typeface="Courier New" panose="02070309020205020404" pitchFamily="49" charset="0"/>
              </a:rPr>
              <a:t>);</a:t>
            </a:r>
          </a:p>
          <a:p>
            <a:pPr marL="114300" marR="0" indent="-342900">
              <a:buFont typeface="+mj-lt"/>
              <a:buAutoNum type="arabicPeriod" startAt="12"/>
            </a:pPr>
            <a:r>
              <a:rPr lang="en-IN" sz="2400" dirty="0">
                <a:solidFill>
                  <a:srgbClr val="000000"/>
                </a:solidFill>
                <a:effectLst/>
                <a:latin typeface="Courier New" panose="02070309020205020404" pitchFamily="49" charset="0"/>
              </a:rPr>
              <a:t>}</a:t>
            </a:r>
          </a:p>
          <a:p>
            <a:pPr marL="114300" marR="0" indent="-342900">
              <a:buFont typeface="+mj-lt"/>
              <a:buAutoNum type="arabicPeriod" startAt="12"/>
            </a:pPr>
            <a:r>
              <a:rPr lang="en-IN" sz="2400" dirty="0">
                <a:solidFill>
                  <a:srgbClr val="000000"/>
                </a:solidFill>
                <a:effectLst/>
                <a:latin typeface="Courier New" panose="02070309020205020404" pitchFamily="49" charset="0"/>
              </a:rPr>
              <a:t>}</a:t>
            </a:r>
          </a:p>
        </p:txBody>
      </p:sp>
    </p:spTree>
    <p:extLst>
      <p:ext uri="{BB962C8B-B14F-4D97-AF65-F5344CB8AC3E}">
        <p14:creationId xmlns:p14="http://schemas.microsoft.com/office/powerpoint/2010/main" val="3326801870"/>
      </p:ext>
    </p:extLst>
  </p:cSld>
  <p:clrMapOvr>
    <a:masterClrMapping/>
  </p:clrMapOvr>
  <p:transition spd="slow">
    <p:push dir="u"/>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EE26115-6D1D-695B-9DAE-B564C3423A28}"/>
              </a:ext>
            </a:extLst>
          </p:cNvPr>
          <p:cNvSpPr>
            <a:spLocks noGrp="1"/>
          </p:cNvSpPr>
          <p:nvPr>
            <p:ph idx="1"/>
          </p:nvPr>
        </p:nvSpPr>
        <p:spPr/>
        <p:txBody>
          <a:bodyPr/>
          <a:lstStyle/>
          <a:p>
            <a:pPr marL="285750" marR="0" indent="-514350">
              <a:buFont typeface="+mj-lt"/>
              <a:buAutoNum type="arabicPeriod" startAt="26"/>
            </a:pPr>
            <a:r>
              <a:rPr lang="en-IN" sz="2800" b="1" dirty="0">
                <a:solidFill>
                  <a:srgbClr val="7F0055"/>
                </a:solidFill>
                <a:effectLst/>
                <a:latin typeface="Courier New" panose="02070309020205020404" pitchFamily="49" charset="0"/>
              </a:rPr>
              <a:t>public</a:t>
            </a:r>
            <a:r>
              <a:rPr lang="en-IN" sz="2800" dirty="0">
                <a:solidFill>
                  <a:srgbClr val="000000"/>
                </a:solidFill>
                <a:effectLst/>
                <a:latin typeface="Courier New" panose="02070309020205020404" pitchFamily="49" charset="0"/>
              </a:rPr>
              <a:t> </a:t>
            </a:r>
            <a:r>
              <a:rPr lang="en-IN" sz="2800" b="1" dirty="0">
                <a:solidFill>
                  <a:srgbClr val="7F0055"/>
                </a:solidFill>
                <a:effectLst/>
                <a:latin typeface="Courier New" panose="02070309020205020404" pitchFamily="49" charset="0"/>
              </a:rPr>
              <a:t>static</a:t>
            </a:r>
            <a:r>
              <a:rPr lang="en-IN" sz="2800" dirty="0">
                <a:solidFill>
                  <a:srgbClr val="000000"/>
                </a:solidFill>
                <a:effectLst/>
                <a:latin typeface="Courier New" panose="02070309020205020404" pitchFamily="49" charset="0"/>
              </a:rPr>
              <a:t> </a:t>
            </a:r>
            <a:r>
              <a:rPr lang="en-IN" sz="2800" b="1" dirty="0">
                <a:solidFill>
                  <a:srgbClr val="7F0055"/>
                </a:solidFill>
                <a:effectLst/>
                <a:latin typeface="Courier New" panose="02070309020205020404" pitchFamily="49" charset="0"/>
              </a:rPr>
              <a:t>void</a:t>
            </a:r>
            <a:r>
              <a:rPr lang="en-IN" sz="2800" dirty="0">
                <a:solidFill>
                  <a:srgbClr val="000000"/>
                </a:solidFill>
                <a:effectLst/>
                <a:latin typeface="Courier New" panose="02070309020205020404" pitchFamily="49" charset="0"/>
              </a:rPr>
              <a:t> </a:t>
            </a:r>
            <a:r>
              <a:rPr lang="en-IN" sz="2800" dirty="0" err="1">
                <a:solidFill>
                  <a:srgbClr val="000000"/>
                </a:solidFill>
                <a:effectLst/>
                <a:latin typeface="Courier New" panose="02070309020205020404" pitchFamily="49" charset="0"/>
              </a:rPr>
              <a:t>printarr</a:t>
            </a:r>
            <a:r>
              <a:rPr lang="en-IN" sz="2800" dirty="0">
                <a:solidFill>
                  <a:srgbClr val="000000"/>
                </a:solidFill>
                <a:effectLst/>
                <a:latin typeface="Courier New" panose="02070309020205020404" pitchFamily="49" charset="0"/>
              </a:rPr>
              <a:t>(</a:t>
            </a:r>
            <a:r>
              <a:rPr lang="en-IN" sz="2800" b="1" dirty="0">
                <a:solidFill>
                  <a:srgbClr val="7F0055"/>
                </a:solidFill>
                <a:effectLst/>
                <a:latin typeface="Courier New" panose="02070309020205020404" pitchFamily="49" charset="0"/>
              </a:rPr>
              <a:t>int</a:t>
            </a:r>
            <a:r>
              <a:rPr lang="en-IN" sz="2800" dirty="0">
                <a:solidFill>
                  <a:srgbClr val="000000"/>
                </a:solidFill>
                <a:effectLst/>
                <a:latin typeface="Courier New" panose="02070309020205020404" pitchFamily="49" charset="0"/>
              </a:rPr>
              <a:t> </a:t>
            </a:r>
            <a:r>
              <a:rPr lang="en-IN" sz="2800" dirty="0">
                <a:solidFill>
                  <a:srgbClr val="6A3E3E"/>
                </a:solidFill>
                <a:effectLst/>
                <a:latin typeface="Courier New" panose="02070309020205020404" pitchFamily="49" charset="0"/>
              </a:rPr>
              <a:t>s</a:t>
            </a:r>
            <a:r>
              <a:rPr lang="en-IN" sz="2800" dirty="0">
                <a:solidFill>
                  <a:srgbClr val="000000"/>
                </a:solidFill>
                <a:effectLst/>
                <a:latin typeface="Courier New" panose="02070309020205020404" pitchFamily="49" charset="0"/>
              </a:rPr>
              <a:t>[])</a:t>
            </a:r>
          </a:p>
          <a:p>
            <a:pPr marL="285750" marR="0" indent="-514350">
              <a:buFont typeface="+mj-lt"/>
              <a:buAutoNum type="arabicPeriod" startAt="26"/>
            </a:pPr>
            <a:r>
              <a:rPr lang="en-IN" sz="2800" dirty="0">
                <a:solidFill>
                  <a:srgbClr val="000000"/>
                </a:solidFill>
                <a:effectLst/>
                <a:latin typeface="Courier New" panose="02070309020205020404" pitchFamily="49" charset="0"/>
              </a:rPr>
              <a:t>{</a:t>
            </a:r>
          </a:p>
          <a:p>
            <a:pPr marL="285750" marR="0" indent="-514350">
              <a:buFont typeface="+mj-lt"/>
              <a:buAutoNum type="arabicPeriod" startAt="26"/>
            </a:pPr>
            <a:r>
              <a:rPr lang="en-IN" sz="2800" dirty="0" err="1">
                <a:solidFill>
                  <a:srgbClr val="000000"/>
                </a:solidFill>
                <a:effectLst/>
                <a:latin typeface="Courier New" panose="02070309020205020404" pitchFamily="49" charset="0"/>
              </a:rPr>
              <a:t>System.</a:t>
            </a:r>
            <a:r>
              <a:rPr lang="en-IN" sz="2800" b="1" i="1" dirty="0" err="1">
                <a:solidFill>
                  <a:srgbClr val="0000C0"/>
                </a:solidFill>
                <a:effectLst/>
                <a:latin typeface="Courier New" panose="02070309020205020404" pitchFamily="49" charset="0"/>
              </a:rPr>
              <a:t>out</a:t>
            </a:r>
            <a:r>
              <a:rPr lang="en-IN" sz="2800" dirty="0" err="1">
                <a:solidFill>
                  <a:srgbClr val="000000"/>
                </a:solidFill>
                <a:effectLst/>
                <a:latin typeface="Courier New" panose="02070309020205020404" pitchFamily="49" charset="0"/>
              </a:rPr>
              <a:t>.println</a:t>
            </a:r>
            <a:r>
              <a:rPr lang="en-IN" sz="2800" dirty="0">
                <a:solidFill>
                  <a:srgbClr val="000000"/>
                </a:solidFill>
                <a:effectLst/>
                <a:latin typeface="Courier New" panose="02070309020205020404" pitchFamily="49" charset="0"/>
              </a:rPr>
              <a:t>(</a:t>
            </a:r>
            <a:r>
              <a:rPr lang="en-IN" sz="2800" dirty="0" err="1">
                <a:solidFill>
                  <a:srgbClr val="000000"/>
                </a:solidFill>
                <a:effectLst/>
                <a:latin typeface="Courier New" panose="02070309020205020404" pitchFamily="49" charset="0"/>
              </a:rPr>
              <a:t>Arrays.</a:t>
            </a:r>
            <a:r>
              <a:rPr lang="en-IN" sz="2800" i="1" dirty="0" err="1">
                <a:solidFill>
                  <a:srgbClr val="000000"/>
                </a:solidFill>
                <a:effectLst/>
                <a:latin typeface="Courier New" panose="02070309020205020404" pitchFamily="49" charset="0"/>
              </a:rPr>
              <a:t>toString</a:t>
            </a:r>
            <a:r>
              <a:rPr lang="en-IN" sz="2800" dirty="0">
                <a:solidFill>
                  <a:srgbClr val="000000"/>
                </a:solidFill>
                <a:effectLst/>
                <a:latin typeface="Courier New" panose="02070309020205020404" pitchFamily="49" charset="0"/>
              </a:rPr>
              <a:t>(</a:t>
            </a:r>
            <a:r>
              <a:rPr lang="en-IN" sz="2800" dirty="0">
                <a:solidFill>
                  <a:srgbClr val="6A3E3E"/>
                </a:solidFill>
                <a:effectLst/>
                <a:latin typeface="Courier New" panose="02070309020205020404" pitchFamily="49" charset="0"/>
              </a:rPr>
              <a:t>s</a:t>
            </a:r>
            <a:r>
              <a:rPr lang="en-IN" sz="2800" dirty="0">
                <a:solidFill>
                  <a:srgbClr val="000000"/>
                </a:solidFill>
                <a:effectLst/>
                <a:latin typeface="Courier New" panose="02070309020205020404" pitchFamily="49" charset="0"/>
              </a:rPr>
              <a:t>));</a:t>
            </a:r>
          </a:p>
          <a:p>
            <a:pPr marL="285750" marR="0" indent="-514350">
              <a:buFont typeface="+mj-lt"/>
              <a:buAutoNum type="arabicPeriod" startAt="26"/>
            </a:pPr>
            <a:r>
              <a:rPr lang="en-IN" sz="2800" dirty="0">
                <a:solidFill>
                  <a:srgbClr val="000000"/>
                </a:solidFill>
                <a:effectLst/>
                <a:latin typeface="Courier New" panose="02070309020205020404" pitchFamily="49" charset="0"/>
              </a:rPr>
              <a:t>}</a:t>
            </a:r>
          </a:p>
          <a:p>
            <a:pPr marL="285750" marR="0" indent="-514350">
              <a:buFont typeface="+mj-lt"/>
              <a:buAutoNum type="arabicPeriod" startAt="26"/>
            </a:pPr>
            <a:r>
              <a:rPr lang="en-IN" dirty="0">
                <a:solidFill>
                  <a:srgbClr val="000000"/>
                </a:solidFill>
                <a:latin typeface="Courier New" panose="02070309020205020404" pitchFamily="49" charset="0"/>
              </a:rPr>
              <a:t>}//class closing</a:t>
            </a:r>
            <a:endParaRPr lang="en-IN" sz="2800" dirty="0">
              <a:solidFill>
                <a:srgbClr val="000000"/>
              </a:solidFill>
              <a:effectLst/>
              <a:latin typeface="Courier New" panose="02070309020205020404" pitchFamily="49" charset="0"/>
            </a:endParaRPr>
          </a:p>
          <a:p>
            <a:pPr marL="514350" indent="-514350">
              <a:buFont typeface="+mj-lt"/>
              <a:buAutoNum type="arabicPeriod" startAt="26"/>
            </a:pPr>
            <a:endParaRPr lang="en-IN" dirty="0"/>
          </a:p>
        </p:txBody>
      </p:sp>
    </p:spTree>
    <p:extLst>
      <p:ext uri="{BB962C8B-B14F-4D97-AF65-F5344CB8AC3E}">
        <p14:creationId xmlns:p14="http://schemas.microsoft.com/office/powerpoint/2010/main" val="2151776180"/>
      </p:ext>
    </p:extLst>
  </p:cSld>
  <p:clrMapOvr>
    <a:masterClrMapping/>
  </p:clrMapOvr>
  <p:transition spd="slow">
    <p:push dir="u"/>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5D4D7-D353-6C2A-EF12-37939689DA5B}"/>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Stack Permutations</a:t>
            </a:r>
          </a:p>
        </p:txBody>
      </p:sp>
      <p:sp>
        <p:nvSpPr>
          <p:cNvPr id="3" name="Content Placeholder 2">
            <a:extLst>
              <a:ext uri="{FF2B5EF4-FFF2-40B4-BE49-F238E27FC236}">
                <a16:creationId xmlns:a16="http://schemas.microsoft.com/office/drawing/2014/main" id="{C65B8FAE-8D45-02DE-BA77-8CA1F479DE8B}"/>
              </a:ext>
            </a:extLst>
          </p:cNvPr>
          <p:cNvSpPr>
            <a:spLocks noGrp="1"/>
          </p:cNvSpPr>
          <p:nvPr>
            <p:ph idx="1"/>
          </p:nvPr>
        </p:nvSpPr>
        <p:spPr/>
        <p:txBody>
          <a:bodyPr/>
          <a:lstStyle/>
          <a:p>
            <a:r>
              <a:rPr lang="en-US" sz="2800" b="0" i="0" dirty="0">
                <a:effectLst/>
                <a:latin typeface="Nunito Sans" pitchFamily="2" charset="0"/>
              </a:rPr>
              <a:t>You have been given two arrays having an equal number of elements. You have to find whether one array is the valid stack permutation of the other. An array is said to be a valid stack permutation of the other if and only if after applying some push and pop operations onto the sequence of elements in that array, will result in the other array.</a:t>
            </a:r>
            <a:endParaRPr lang="en-US" sz="2800" b="1" dirty="0">
              <a:latin typeface="Nunito Sans" pitchFamily="2" charset="0"/>
            </a:endParaRPr>
          </a:p>
          <a:p>
            <a:endParaRPr lang="en-IN" dirty="0"/>
          </a:p>
        </p:txBody>
      </p:sp>
    </p:spTree>
    <p:extLst>
      <p:ext uri="{BB962C8B-B14F-4D97-AF65-F5344CB8AC3E}">
        <p14:creationId xmlns:p14="http://schemas.microsoft.com/office/powerpoint/2010/main" val="1673175111"/>
      </p:ext>
    </p:extLst>
  </p:cSld>
  <p:clrMapOvr>
    <a:masterClrMapping/>
  </p:clrMapOvr>
  <p:transition spd="slow">
    <p:push dir="u"/>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81AC864-E730-1F1C-74C4-ABE568D057E1}"/>
              </a:ext>
            </a:extLst>
          </p:cNvPr>
          <p:cNvSpPr>
            <a:spLocks noGrp="1"/>
          </p:cNvSpPr>
          <p:nvPr>
            <p:ph idx="1"/>
          </p:nvPr>
        </p:nvSpPr>
        <p:spPr>
          <a:xfrm>
            <a:off x="838200" y="1048877"/>
            <a:ext cx="10515600" cy="4351338"/>
          </a:xfrm>
        </p:spPr>
        <p:txBody>
          <a:bodyPr/>
          <a:lstStyle/>
          <a:p>
            <a:pPr algn="just"/>
            <a:r>
              <a:rPr lang="en-US" sz="2800" b="1" dirty="0">
                <a:effectLst/>
                <a:latin typeface="Nunito Sans" pitchFamily="2" charset="0"/>
                <a:cs typeface="Heebo" panose="020B0604020202020204" pitchFamily="2" charset="-79"/>
              </a:rPr>
              <a:t>Example:</a:t>
            </a:r>
          </a:p>
          <a:p>
            <a:pPr algn="just"/>
            <a:endParaRPr lang="en-US" sz="2800" b="1" dirty="0">
              <a:latin typeface="Nunito Sans" pitchFamily="2" charset="0"/>
              <a:cs typeface="Heebo" panose="020B0604020202020204" pitchFamily="2" charset="-79"/>
            </a:endParaRPr>
          </a:p>
          <a:p>
            <a:pPr algn="l" rtl="0" fontAlgn="base"/>
            <a:r>
              <a:rPr lang="en-US" sz="2800" b="1" dirty="0">
                <a:effectLst/>
                <a:latin typeface="Nunito Sans" pitchFamily="2" charset="0"/>
              </a:rPr>
              <a:t>Input:</a:t>
            </a:r>
            <a:r>
              <a:rPr lang="en-US" sz="2800" b="0" dirty="0">
                <a:effectLst/>
                <a:latin typeface="Nunito Sans" pitchFamily="2" charset="0"/>
              </a:rPr>
              <a:t> </a:t>
            </a:r>
          </a:p>
          <a:p>
            <a:pPr algn="l" rtl="0" fontAlgn="base"/>
            <a:r>
              <a:rPr lang="en-US" sz="2800" b="0" dirty="0">
                <a:effectLst/>
                <a:latin typeface="Nunito Sans" pitchFamily="2" charset="0"/>
              </a:rPr>
              <a:t>arr1[] = [ 1, 2, 3 ] </a:t>
            </a:r>
          </a:p>
          <a:p>
            <a:pPr algn="l" rtl="0" fontAlgn="base"/>
            <a:r>
              <a:rPr lang="en-US" sz="2800" b="0" dirty="0">
                <a:effectLst/>
                <a:latin typeface="Nunito Sans" pitchFamily="2" charset="0"/>
              </a:rPr>
              <a:t>arr2[] = [ 2, 1, 3 ]</a:t>
            </a:r>
          </a:p>
          <a:p>
            <a:pPr algn="l" rtl="0" fontAlgn="base"/>
            <a:br>
              <a:rPr lang="en-US" sz="2800" b="0" dirty="0">
                <a:effectLst/>
                <a:latin typeface="Nunito Sans" pitchFamily="2" charset="0"/>
              </a:rPr>
            </a:br>
            <a:r>
              <a:rPr lang="en-US" sz="2800" b="1" dirty="0">
                <a:effectLst/>
                <a:latin typeface="Nunito Sans" pitchFamily="2" charset="0"/>
              </a:rPr>
              <a:t>Output:</a:t>
            </a:r>
          </a:p>
          <a:p>
            <a:pPr algn="l" rtl="0" fontAlgn="base"/>
            <a:r>
              <a:rPr lang="en-US" sz="2800" b="0" dirty="0">
                <a:effectLst/>
                <a:latin typeface="Nunito Sans" pitchFamily="2" charset="0"/>
              </a:rPr>
              <a:t> YES</a:t>
            </a:r>
            <a:br>
              <a:rPr lang="en-US" sz="2800" b="0" dirty="0">
                <a:effectLst/>
                <a:latin typeface="Nunito Sans" pitchFamily="2" charset="0"/>
              </a:rPr>
            </a:br>
            <a:endParaRPr lang="en-US" sz="2800" b="0" dirty="0">
              <a:effectLst/>
              <a:latin typeface="Nunito Sans" pitchFamily="2" charset="0"/>
            </a:endParaRPr>
          </a:p>
          <a:p>
            <a:endParaRPr lang="en-IN" dirty="0"/>
          </a:p>
        </p:txBody>
      </p:sp>
    </p:spTree>
    <p:extLst>
      <p:ext uri="{BB962C8B-B14F-4D97-AF65-F5344CB8AC3E}">
        <p14:creationId xmlns:p14="http://schemas.microsoft.com/office/powerpoint/2010/main" val="2582442376"/>
      </p:ext>
    </p:extLst>
  </p:cSld>
  <p:clrMapOvr>
    <a:masterClrMapping/>
  </p:clrMapOvr>
  <p:transition spd="slow">
    <p:push dir="u"/>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A31E1-A0C7-4A26-3BEF-0994FDFE1A5D}"/>
              </a:ext>
            </a:extLst>
          </p:cNvPr>
          <p:cNvSpPr>
            <a:spLocks noGrp="1"/>
          </p:cNvSpPr>
          <p:nvPr>
            <p:ph type="title"/>
          </p:nvPr>
        </p:nvSpPr>
        <p:spPr>
          <a:xfrm>
            <a:off x="690716" y="88490"/>
            <a:ext cx="10515600" cy="500114"/>
          </a:xfrm>
        </p:spPr>
        <p:txBody>
          <a:bodyPr>
            <a:normAutofit fontScale="90000"/>
          </a:bodyPr>
          <a:lstStyle/>
          <a:p>
            <a:r>
              <a:rPr lang="en-IN" b="1" dirty="0"/>
              <a:t>Code</a:t>
            </a:r>
          </a:p>
        </p:txBody>
      </p:sp>
      <p:sp>
        <p:nvSpPr>
          <p:cNvPr id="3" name="Content Placeholder 2">
            <a:extLst>
              <a:ext uri="{FF2B5EF4-FFF2-40B4-BE49-F238E27FC236}">
                <a16:creationId xmlns:a16="http://schemas.microsoft.com/office/drawing/2014/main" id="{CBE87215-DCE2-4835-B411-E0824EFBFCE1}"/>
              </a:ext>
            </a:extLst>
          </p:cNvPr>
          <p:cNvSpPr>
            <a:spLocks noGrp="1"/>
          </p:cNvSpPr>
          <p:nvPr>
            <p:ph idx="1"/>
          </p:nvPr>
        </p:nvSpPr>
        <p:spPr>
          <a:xfrm>
            <a:off x="838200" y="806245"/>
            <a:ext cx="10515600" cy="5968181"/>
          </a:xfrm>
        </p:spPr>
        <p:txBody>
          <a:bodyPr>
            <a:normAutofit/>
          </a:bodyPr>
          <a:lstStyle/>
          <a:p>
            <a:pPr marL="114300" marR="0" indent="-342900">
              <a:buFont typeface="+mj-lt"/>
              <a:buAutoNum type="arabicPeriod"/>
            </a:pPr>
            <a:r>
              <a:rPr lang="en-IN" sz="1800" b="1" dirty="0">
                <a:solidFill>
                  <a:srgbClr val="7F0055"/>
                </a:solidFill>
                <a:effectLst/>
                <a:latin typeface="Courier New" panose="02070309020205020404" pitchFamily="49" charset="0"/>
              </a:rPr>
              <a:t>public</a:t>
            </a:r>
            <a:r>
              <a:rPr lang="en-IN" sz="1800" dirty="0">
                <a:solidFill>
                  <a:srgbClr val="000000"/>
                </a:solidFill>
                <a:effectLst/>
                <a:latin typeface="Courier New" panose="02070309020205020404" pitchFamily="49" charset="0"/>
              </a:rPr>
              <a:t> </a:t>
            </a:r>
            <a:r>
              <a:rPr lang="en-IN" sz="1800" b="1" dirty="0">
                <a:solidFill>
                  <a:srgbClr val="7F0055"/>
                </a:solidFill>
                <a:effectLst/>
                <a:latin typeface="Courier New" panose="02070309020205020404" pitchFamily="49" charset="0"/>
              </a:rPr>
              <a:t>class</a:t>
            </a:r>
            <a:r>
              <a:rPr lang="en-IN" sz="1800" dirty="0">
                <a:solidFill>
                  <a:srgbClr val="000000"/>
                </a:solidFill>
                <a:effectLst/>
                <a:latin typeface="Courier New" panose="02070309020205020404" pitchFamily="49" charset="0"/>
              </a:rPr>
              <a:t> </a:t>
            </a:r>
            <a:r>
              <a:rPr lang="en-IN" sz="1800" dirty="0" err="1">
                <a:solidFill>
                  <a:srgbClr val="000000"/>
                </a:solidFill>
                <a:effectLst/>
                <a:latin typeface="Courier New" panose="02070309020205020404" pitchFamily="49" charset="0"/>
              </a:rPr>
              <a:t>StackPermutations</a:t>
            </a:r>
            <a:r>
              <a:rPr lang="en-IN" sz="1800" dirty="0">
                <a:solidFill>
                  <a:srgbClr val="000000"/>
                </a:solidFill>
                <a:effectLst/>
                <a:latin typeface="Courier New" panose="02070309020205020404" pitchFamily="49" charset="0"/>
              </a:rPr>
              <a:t> {</a:t>
            </a:r>
          </a:p>
          <a:p>
            <a:pPr marL="114300" marR="0" indent="-342900">
              <a:buFont typeface="+mj-lt"/>
              <a:buAutoNum type="arabicPeriod"/>
            </a:pPr>
            <a:r>
              <a:rPr lang="en-IN" sz="1800" b="1" dirty="0">
                <a:solidFill>
                  <a:srgbClr val="7F0055"/>
                </a:solidFill>
                <a:effectLst/>
                <a:latin typeface="Courier New" panose="02070309020205020404" pitchFamily="49" charset="0"/>
              </a:rPr>
              <a:t>public</a:t>
            </a:r>
            <a:r>
              <a:rPr lang="en-IN" sz="1800" dirty="0">
                <a:solidFill>
                  <a:srgbClr val="000000"/>
                </a:solidFill>
                <a:effectLst/>
                <a:latin typeface="Courier New" panose="02070309020205020404" pitchFamily="49" charset="0"/>
              </a:rPr>
              <a:t> </a:t>
            </a:r>
            <a:r>
              <a:rPr lang="en-IN" sz="1800" b="1" dirty="0">
                <a:solidFill>
                  <a:srgbClr val="7F0055"/>
                </a:solidFill>
                <a:effectLst/>
                <a:latin typeface="Courier New" panose="02070309020205020404" pitchFamily="49" charset="0"/>
              </a:rPr>
              <a:t>static</a:t>
            </a:r>
            <a:r>
              <a:rPr lang="en-IN" sz="1800" dirty="0">
                <a:solidFill>
                  <a:srgbClr val="000000"/>
                </a:solidFill>
                <a:effectLst/>
                <a:latin typeface="Courier New" panose="02070309020205020404" pitchFamily="49" charset="0"/>
              </a:rPr>
              <a:t> </a:t>
            </a:r>
            <a:r>
              <a:rPr lang="en-IN" sz="1800" b="1" dirty="0" err="1">
                <a:solidFill>
                  <a:srgbClr val="7F0055"/>
                </a:solidFill>
                <a:effectLst/>
                <a:latin typeface="Courier New" panose="02070309020205020404" pitchFamily="49" charset="0"/>
              </a:rPr>
              <a:t>boolean</a:t>
            </a:r>
            <a:r>
              <a:rPr lang="en-IN" sz="1800" dirty="0">
                <a:solidFill>
                  <a:srgbClr val="000000"/>
                </a:solidFill>
                <a:effectLst/>
                <a:latin typeface="Courier New" panose="02070309020205020404" pitchFamily="49" charset="0"/>
              </a:rPr>
              <a:t> check(</a:t>
            </a:r>
            <a:r>
              <a:rPr lang="en-IN" sz="1800" b="1" dirty="0">
                <a:solidFill>
                  <a:srgbClr val="7F0055"/>
                </a:solidFill>
                <a:effectLst/>
                <a:latin typeface="Courier New" panose="02070309020205020404" pitchFamily="49" charset="0"/>
              </a:rPr>
              <a:t>int</a:t>
            </a:r>
            <a:r>
              <a:rPr lang="en-IN" sz="1800" dirty="0">
                <a:solidFill>
                  <a:srgbClr val="000000"/>
                </a:solidFill>
                <a:effectLst/>
                <a:latin typeface="Courier New" panose="02070309020205020404" pitchFamily="49" charset="0"/>
              </a:rPr>
              <a:t> </a:t>
            </a:r>
            <a:r>
              <a:rPr lang="en-IN" sz="1800" dirty="0">
                <a:solidFill>
                  <a:srgbClr val="6A3E3E"/>
                </a:solidFill>
                <a:effectLst/>
                <a:latin typeface="Courier New" panose="02070309020205020404" pitchFamily="49" charset="0"/>
              </a:rPr>
              <a:t>x</a:t>
            </a:r>
            <a:r>
              <a:rPr lang="en-IN" sz="1800" dirty="0">
                <a:solidFill>
                  <a:srgbClr val="000000"/>
                </a:solidFill>
                <a:effectLst/>
                <a:latin typeface="Courier New" panose="02070309020205020404" pitchFamily="49" charset="0"/>
              </a:rPr>
              <a:t>[],</a:t>
            </a:r>
            <a:r>
              <a:rPr lang="en-IN" sz="1800" b="1" dirty="0">
                <a:solidFill>
                  <a:srgbClr val="7F0055"/>
                </a:solidFill>
                <a:effectLst/>
                <a:latin typeface="Courier New" panose="02070309020205020404" pitchFamily="49" charset="0"/>
              </a:rPr>
              <a:t>int</a:t>
            </a:r>
            <a:r>
              <a:rPr lang="en-IN" sz="1800" dirty="0">
                <a:solidFill>
                  <a:srgbClr val="000000"/>
                </a:solidFill>
                <a:effectLst/>
                <a:latin typeface="Courier New" panose="02070309020205020404" pitchFamily="49" charset="0"/>
              </a:rPr>
              <a:t> </a:t>
            </a:r>
            <a:r>
              <a:rPr lang="en-IN" sz="1800" dirty="0">
                <a:solidFill>
                  <a:srgbClr val="6A3E3E"/>
                </a:solidFill>
                <a:effectLst/>
                <a:latin typeface="Courier New" panose="02070309020205020404" pitchFamily="49" charset="0"/>
              </a:rPr>
              <a:t>y</a:t>
            </a:r>
            <a:r>
              <a:rPr lang="en-IN" sz="1800" dirty="0">
                <a:solidFill>
                  <a:srgbClr val="000000"/>
                </a:solidFill>
                <a:effectLst/>
                <a:latin typeface="Courier New" panose="02070309020205020404" pitchFamily="49" charset="0"/>
              </a:rPr>
              <a:t>[],</a:t>
            </a:r>
            <a:r>
              <a:rPr lang="en-IN" sz="1800" b="1" dirty="0">
                <a:solidFill>
                  <a:srgbClr val="7F0055"/>
                </a:solidFill>
                <a:effectLst/>
                <a:latin typeface="Courier New" panose="02070309020205020404" pitchFamily="49" charset="0"/>
              </a:rPr>
              <a:t>int</a:t>
            </a:r>
            <a:r>
              <a:rPr lang="en-IN" sz="1800" dirty="0">
                <a:solidFill>
                  <a:srgbClr val="000000"/>
                </a:solidFill>
                <a:effectLst/>
                <a:latin typeface="Courier New" panose="02070309020205020404" pitchFamily="49" charset="0"/>
              </a:rPr>
              <a:t> </a:t>
            </a:r>
            <a:r>
              <a:rPr lang="en-IN" sz="1800" dirty="0">
                <a:solidFill>
                  <a:srgbClr val="6A3E3E"/>
                </a:solidFill>
                <a:effectLst/>
                <a:latin typeface="Courier New" panose="02070309020205020404" pitchFamily="49" charset="0"/>
              </a:rPr>
              <a:t>n</a:t>
            </a:r>
            <a:r>
              <a:rPr lang="en-IN" sz="1800" dirty="0">
                <a:solidFill>
                  <a:srgbClr val="000000"/>
                </a:solidFill>
                <a:effectLst/>
                <a:latin typeface="Courier New" panose="02070309020205020404" pitchFamily="49" charset="0"/>
              </a:rPr>
              <a:t>)</a:t>
            </a:r>
          </a:p>
          <a:p>
            <a:pPr marL="114300" marR="0" indent="-342900">
              <a:buFont typeface="+mj-lt"/>
              <a:buAutoNum type="arabicPeriod"/>
            </a:pPr>
            <a:r>
              <a:rPr lang="en-IN" sz="1800" dirty="0">
                <a:solidFill>
                  <a:srgbClr val="000000"/>
                </a:solidFill>
                <a:effectLst/>
                <a:latin typeface="Courier New" panose="02070309020205020404" pitchFamily="49" charset="0"/>
              </a:rPr>
              <a:t>{</a:t>
            </a:r>
          </a:p>
          <a:p>
            <a:pPr marL="114300" marR="0" indent="-342900">
              <a:buFont typeface="+mj-lt"/>
              <a:buAutoNum type="arabicPeriod"/>
            </a:pPr>
            <a:r>
              <a:rPr lang="en-IN" sz="1800" dirty="0">
                <a:solidFill>
                  <a:srgbClr val="000000"/>
                </a:solidFill>
                <a:effectLst/>
                <a:latin typeface="Courier New" panose="02070309020205020404" pitchFamily="49" charset="0"/>
              </a:rPr>
              <a:t>Stack&lt;Integer&gt; </a:t>
            </a:r>
            <a:r>
              <a:rPr lang="en-IN" sz="1800" dirty="0">
                <a:solidFill>
                  <a:srgbClr val="6A3E3E"/>
                </a:solidFill>
                <a:effectLst/>
                <a:latin typeface="Courier New" panose="02070309020205020404" pitchFamily="49" charset="0"/>
              </a:rPr>
              <a:t>s</a:t>
            </a:r>
            <a:r>
              <a:rPr lang="en-IN" sz="1800" dirty="0">
                <a:solidFill>
                  <a:srgbClr val="000000"/>
                </a:solidFill>
                <a:effectLst/>
                <a:latin typeface="Courier New" panose="02070309020205020404" pitchFamily="49" charset="0"/>
              </a:rPr>
              <a:t>=</a:t>
            </a:r>
            <a:r>
              <a:rPr lang="en-IN" sz="1800" b="1" dirty="0">
                <a:solidFill>
                  <a:srgbClr val="7F0055"/>
                </a:solidFill>
                <a:effectLst/>
                <a:latin typeface="Courier New" panose="02070309020205020404" pitchFamily="49" charset="0"/>
              </a:rPr>
              <a:t>new</a:t>
            </a:r>
            <a:r>
              <a:rPr lang="en-IN" sz="1800" dirty="0">
                <a:solidFill>
                  <a:srgbClr val="000000"/>
                </a:solidFill>
                <a:effectLst/>
                <a:latin typeface="Courier New" panose="02070309020205020404" pitchFamily="49" charset="0"/>
              </a:rPr>
              <a:t> Stack&lt;Integer&gt;();</a:t>
            </a:r>
          </a:p>
          <a:p>
            <a:pPr marL="114300" marR="0" indent="-342900">
              <a:buFont typeface="+mj-lt"/>
              <a:buAutoNum type="arabicPeriod"/>
            </a:pPr>
            <a:r>
              <a:rPr lang="en-IN" sz="1800" b="1" dirty="0">
                <a:solidFill>
                  <a:srgbClr val="7F0055"/>
                </a:solidFill>
                <a:effectLst/>
                <a:latin typeface="Courier New" panose="02070309020205020404" pitchFamily="49" charset="0"/>
              </a:rPr>
              <a:t>int</a:t>
            </a:r>
            <a:r>
              <a:rPr lang="en-IN" sz="1800" dirty="0">
                <a:solidFill>
                  <a:srgbClr val="000000"/>
                </a:solidFill>
                <a:effectLst/>
                <a:latin typeface="Courier New" panose="02070309020205020404" pitchFamily="49" charset="0"/>
              </a:rPr>
              <a:t> </a:t>
            </a:r>
            <a:r>
              <a:rPr lang="en-IN" sz="1800" dirty="0">
                <a:solidFill>
                  <a:srgbClr val="6A3E3E"/>
                </a:solidFill>
                <a:effectLst/>
                <a:latin typeface="Courier New" panose="02070309020205020404" pitchFamily="49" charset="0"/>
              </a:rPr>
              <a:t>j</a:t>
            </a:r>
            <a:r>
              <a:rPr lang="en-IN" sz="1800" dirty="0">
                <a:solidFill>
                  <a:srgbClr val="000000"/>
                </a:solidFill>
                <a:effectLst/>
                <a:latin typeface="Courier New" panose="02070309020205020404" pitchFamily="49" charset="0"/>
              </a:rPr>
              <a:t>=0;</a:t>
            </a:r>
          </a:p>
          <a:p>
            <a:pPr marL="114300" marR="0" indent="-342900">
              <a:buFont typeface="+mj-lt"/>
              <a:buAutoNum type="arabicPeriod"/>
            </a:pPr>
            <a:r>
              <a:rPr lang="en-IN" sz="1800" b="1" dirty="0">
                <a:solidFill>
                  <a:srgbClr val="7F0055"/>
                </a:solidFill>
                <a:effectLst/>
                <a:latin typeface="Courier New" panose="02070309020205020404" pitchFamily="49" charset="0"/>
              </a:rPr>
              <a:t>for</a:t>
            </a:r>
            <a:r>
              <a:rPr lang="en-IN" sz="1800" dirty="0">
                <a:solidFill>
                  <a:srgbClr val="000000"/>
                </a:solidFill>
                <a:effectLst/>
                <a:latin typeface="Courier New" panose="02070309020205020404" pitchFamily="49" charset="0"/>
              </a:rPr>
              <a:t>(</a:t>
            </a:r>
            <a:r>
              <a:rPr lang="en-IN" sz="1800" b="1" dirty="0">
                <a:solidFill>
                  <a:srgbClr val="7F0055"/>
                </a:solidFill>
                <a:effectLst/>
                <a:latin typeface="Courier New" panose="02070309020205020404" pitchFamily="49" charset="0"/>
              </a:rPr>
              <a:t>int</a:t>
            </a:r>
            <a:r>
              <a:rPr lang="en-IN" sz="1800" dirty="0">
                <a:solidFill>
                  <a:srgbClr val="000000"/>
                </a:solidFill>
                <a:effectLst/>
                <a:latin typeface="Courier New" panose="02070309020205020404" pitchFamily="49" charset="0"/>
              </a:rPr>
              <a:t> </a:t>
            </a:r>
            <a:r>
              <a:rPr lang="en-IN" sz="1800" dirty="0" err="1">
                <a:solidFill>
                  <a:srgbClr val="6A3E3E"/>
                </a:solidFill>
                <a:effectLst/>
                <a:latin typeface="Courier New" panose="02070309020205020404" pitchFamily="49" charset="0"/>
              </a:rPr>
              <a:t>i</a:t>
            </a:r>
            <a:r>
              <a:rPr lang="en-IN" sz="1800" dirty="0">
                <a:solidFill>
                  <a:srgbClr val="000000"/>
                </a:solidFill>
                <a:effectLst/>
                <a:latin typeface="Courier New" panose="02070309020205020404" pitchFamily="49" charset="0"/>
              </a:rPr>
              <a:t>=0;</a:t>
            </a:r>
            <a:r>
              <a:rPr lang="en-IN" sz="1800" dirty="0">
                <a:solidFill>
                  <a:srgbClr val="6A3E3E"/>
                </a:solidFill>
                <a:effectLst/>
                <a:latin typeface="Courier New" panose="02070309020205020404" pitchFamily="49" charset="0"/>
              </a:rPr>
              <a:t>i</a:t>
            </a:r>
            <a:r>
              <a:rPr lang="en-IN" sz="1800" dirty="0">
                <a:solidFill>
                  <a:srgbClr val="000000"/>
                </a:solidFill>
                <a:effectLst/>
                <a:latin typeface="Courier New" panose="02070309020205020404" pitchFamily="49" charset="0"/>
              </a:rPr>
              <a:t>&lt;</a:t>
            </a:r>
            <a:r>
              <a:rPr lang="en-IN" sz="1800" dirty="0" err="1">
                <a:solidFill>
                  <a:srgbClr val="6A3E3E"/>
                </a:solidFill>
                <a:effectLst/>
                <a:latin typeface="Courier New" panose="02070309020205020404" pitchFamily="49" charset="0"/>
              </a:rPr>
              <a:t>n</a:t>
            </a:r>
            <a:r>
              <a:rPr lang="en-IN" sz="1800" dirty="0" err="1">
                <a:solidFill>
                  <a:srgbClr val="000000"/>
                </a:solidFill>
                <a:effectLst/>
                <a:latin typeface="Courier New" panose="02070309020205020404" pitchFamily="49" charset="0"/>
              </a:rPr>
              <a:t>;</a:t>
            </a:r>
            <a:r>
              <a:rPr lang="en-IN" sz="1800" dirty="0" err="1">
                <a:solidFill>
                  <a:srgbClr val="6A3E3E"/>
                </a:solidFill>
                <a:effectLst/>
                <a:latin typeface="Courier New" panose="02070309020205020404" pitchFamily="49" charset="0"/>
              </a:rPr>
              <a:t>i</a:t>
            </a:r>
            <a:r>
              <a:rPr lang="en-IN" sz="1800" dirty="0">
                <a:solidFill>
                  <a:srgbClr val="000000"/>
                </a:solidFill>
                <a:effectLst/>
                <a:latin typeface="Courier New" panose="02070309020205020404" pitchFamily="49" charset="0"/>
              </a:rPr>
              <a:t>++)</a:t>
            </a:r>
          </a:p>
          <a:p>
            <a:pPr marL="114300" marR="0" indent="-342900">
              <a:buFont typeface="+mj-lt"/>
              <a:buAutoNum type="arabicPeriod"/>
            </a:pPr>
            <a:r>
              <a:rPr lang="en-IN" sz="1800" dirty="0">
                <a:solidFill>
                  <a:srgbClr val="000000"/>
                </a:solidFill>
                <a:effectLst/>
                <a:latin typeface="Courier New" panose="02070309020205020404" pitchFamily="49" charset="0"/>
              </a:rPr>
              <a:t>{</a:t>
            </a:r>
          </a:p>
          <a:p>
            <a:pPr marL="114300" marR="0" indent="-342900">
              <a:buFont typeface="+mj-lt"/>
              <a:buAutoNum type="arabicPeriod"/>
            </a:pPr>
            <a:r>
              <a:rPr lang="en-IN" sz="1800" dirty="0" err="1">
                <a:solidFill>
                  <a:srgbClr val="6A3E3E"/>
                </a:solidFill>
                <a:effectLst/>
                <a:latin typeface="Courier New" panose="02070309020205020404" pitchFamily="49" charset="0"/>
              </a:rPr>
              <a:t>s</a:t>
            </a:r>
            <a:r>
              <a:rPr lang="en-IN" sz="1800" dirty="0" err="1">
                <a:solidFill>
                  <a:srgbClr val="000000"/>
                </a:solidFill>
                <a:effectLst/>
                <a:latin typeface="Courier New" panose="02070309020205020404" pitchFamily="49" charset="0"/>
              </a:rPr>
              <a:t>.push</a:t>
            </a:r>
            <a:r>
              <a:rPr lang="en-IN" sz="1800" dirty="0">
                <a:solidFill>
                  <a:srgbClr val="000000"/>
                </a:solidFill>
                <a:effectLst/>
                <a:latin typeface="Courier New" panose="02070309020205020404" pitchFamily="49" charset="0"/>
              </a:rPr>
              <a:t>(</a:t>
            </a:r>
            <a:r>
              <a:rPr lang="en-IN" sz="1800" dirty="0">
                <a:solidFill>
                  <a:srgbClr val="6A3E3E"/>
                </a:solidFill>
                <a:effectLst/>
                <a:latin typeface="Courier New" panose="02070309020205020404" pitchFamily="49" charset="0"/>
              </a:rPr>
              <a:t>x</a:t>
            </a:r>
            <a:r>
              <a:rPr lang="en-IN" sz="1800" dirty="0">
                <a:solidFill>
                  <a:srgbClr val="000000"/>
                </a:solidFill>
                <a:effectLst/>
                <a:latin typeface="Courier New" panose="02070309020205020404" pitchFamily="49" charset="0"/>
              </a:rPr>
              <a:t>[</a:t>
            </a:r>
            <a:r>
              <a:rPr lang="en-IN" sz="1800" dirty="0" err="1">
                <a:solidFill>
                  <a:srgbClr val="6A3E3E"/>
                </a:solidFill>
                <a:effectLst/>
                <a:latin typeface="Courier New" panose="02070309020205020404" pitchFamily="49" charset="0"/>
              </a:rPr>
              <a:t>i</a:t>
            </a:r>
            <a:r>
              <a:rPr lang="en-IN" sz="1800" dirty="0">
                <a:solidFill>
                  <a:srgbClr val="000000"/>
                </a:solidFill>
                <a:effectLst/>
                <a:latin typeface="Courier New" panose="02070309020205020404" pitchFamily="49" charset="0"/>
              </a:rPr>
              <a:t>]);</a:t>
            </a:r>
          </a:p>
          <a:p>
            <a:pPr marL="114300" marR="0" indent="-342900">
              <a:buFont typeface="+mj-lt"/>
              <a:buAutoNum type="arabicPeriod"/>
            </a:pPr>
            <a:r>
              <a:rPr lang="en-IN" sz="1800" b="1" dirty="0">
                <a:solidFill>
                  <a:srgbClr val="7F0055"/>
                </a:solidFill>
                <a:effectLst/>
                <a:latin typeface="Courier New" panose="02070309020205020404" pitchFamily="49" charset="0"/>
              </a:rPr>
              <a:t>while</a:t>
            </a:r>
            <a:r>
              <a:rPr lang="en-IN" sz="1800" dirty="0">
                <a:solidFill>
                  <a:srgbClr val="000000"/>
                </a:solidFill>
                <a:effectLst/>
                <a:latin typeface="Courier New" panose="02070309020205020404" pitchFamily="49" charset="0"/>
              </a:rPr>
              <a:t>(!</a:t>
            </a:r>
            <a:r>
              <a:rPr lang="en-IN" sz="1800" dirty="0" err="1">
                <a:solidFill>
                  <a:srgbClr val="6A3E3E"/>
                </a:solidFill>
                <a:effectLst/>
                <a:latin typeface="Courier New" panose="02070309020205020404" pitchFamily="49" charset="0"/>
              </a:rPr>
              <a:t>s</a:t>
            </a:r>
            <a:r>
              <a:rPr lang="en-IN" sz="1800" dirty="0" err="1">
                <a:solidFill>
                  <a:srgbClr val="000000"/>
                </a:solidFill>
                <a:effectLst/>
                <a:latin typeface="Courier New" panose="02070309020205020404" pitchFamily="49" charset="0"/>
              </a:rPr>
              <a:t>.isEmpty</a:t>
            </a:r>
            <a:r>
              <a:rPr lang="en-IN" sz="1800" dirty="0">
                <a:solidFill>
                  <a:srgbClr val="000000"/>
                </a:solidFill>
                <a:effectLst/>
                <a:latin typeface="Courier New" panose="02070309020205020404" pitchFamily="49" charset="0"/>
              </a:rPr>
              <a:t>()&amp;&amp;</a:t>
            </a:r>
            <a:r>
              <a:rPr lang="en-IN" sz="1800" dirty="0">
                <a:solidFill>
                  <a:srgbClr val="6A3E3E"/>
                </a:solidFill>
                <a:effectLst/>
                <a:latin typeface="Courier New" panose="02070309020205020404" pitchFamily="49" charset="0"/>
              </a:rPr>
              <a:t>y</a:t>
            </a:r>
            <a:r>
              <a:rPr lang="en-IN" sz="1800" dirty="0">
                <a:solidFill>
                  <a:srgbClr val="000000"/>
                </a:solidFill>
                <a:effectLst/>
                <a:latin typeface="Courier New" panose="02070309020205020404" pitchFamily="49" charset="0"/>
              </a:rPr>
              <a:t>[</a:t>
            </a:r>
            <a:r>
              <a:rPr lang="en-IN" sz="1800" dirty="0">
                <a:solidFill>
                  <a:srgbClr val="6A3E3E"/>
                </a:solidFill>
                <a:effectLst/>
                <a:latin typeface="Courier New" panose="02070309020205020404" pitchFamily="49" charset="0"/>
              </a:rPr>
              <a:t>j</a:t>
            </a:r>
            <a:r>
              <a:rPr lang="en-IN" sz="1800" dirty="0">
                <a:solidFill>
                  <a:srgbClr val="000000"/>
                </a:solidFill>
                <a:effectLst/>
                <a:latin typeface="Courier New" panose="02070309020205020404" pitchFamily="49" charset="0"/>
              </a:rPr>
              <a:t>]==</a:t>
            </a:r>
            <a:r>
              <a:rPr lang="en-IN" sz="1800" dirty="0" err="1">
                <a:solidFill>
                  <a:srgbClr val="6A3E3E"/>
                </a:solidFill>
                <a:effectLst/>
                <a:latin typeface="Courier New" panose="02070309020205020404" pitchFamily="49" charset="0"/>
              </a:rPr>
              <a:t>s</a:t>
            </a:r>
            <a:r>
              <a:rPr lang="en-IN" sz="1800" dirty="0" err="1">
                <a:solidFill>
                  <a:srgbClr val="000000"/>
                </a:solidFill>
                <a:effectLst/>
                <a:latin typeface="Courier New" panose="02070309020205020404" pitchFamily="49" charset="0"/>
              </a:rPr>
              <a:t>.peek</a:t>
            </a:r>
            <a:r>
              <a:rPr lang="en-IN" sz="1800" dirty="0">
                <a:solidFill>
                  <a:srgbClr val="000000"/>
                </a:solidFill>
                <a:effectLst/>
                <a:latin typeface="Courier New" panose="02070309020205020404" pitchFamily="49" charset="0"/>
              </a:rPr>
              <a:t>())</a:t>
            </a:r>
          </a:p>
          <a:p>
            <a:pPr marL="114300" marR="0" indent="-342900">
              <a:buFont typeface="+mj-lt"/>
              <a:buAutoNum type="arabicPeriod"/>
            </a:pPr>
            <a:r>
              <a:rPr lang="en-IN" sz="1800" dirty="0">
                <a:solidFill>
                  <a:srgbClr val="000000"/>
                </a:solidFill>
                <a:effectLst/>
                <a:latin typeface="Courier New" panose="02070309020205020404" pitchFamily="49" charset="0"/>
              </a:rPr>
              <a:t>{</a:t>
            </a:r>
          </a:p>
          <a:p>
            <a:pPr marL="114300" marR="0" indent="-342900">
              <a:buFont typeface="+mj-lt"/>
              <a:buAutoNum type="arabicPeriod"/>
            </a:pPr>
            <a:r>
              <a:rPr lang="en-IN" sz="1800" dirty="0" err="1">
                <a:solidFill>
                  <a:srgbClr val="6A3E3E"/>
                </a:solidFill>
                <a:effectLst/>
                <a:latin typeface="Courier New" panose="02070309020205020404" pitchFamily="49" charset="0"/>
              </a:rPr>
              <a:t>s</a:t>
            </a:r>
            <a:r>
              <a:rPr lang="en-IN" sz="1800" dirty="0" err="1">
                <a:solidFill>
                  <a:srgbClr val="000000"/>
                </a:solidFill>
                <a:effectLst/>
                <a:latin typeface="Courier New" panose="02070309020205020404" pitchFamily="49" charset="0"/>
              </a:rPr>
              <a:t>.pop</a:t>
            </a:r>
            <a:r>
              <a:rPr lang="en-IN" sz="1800" dirty="0">
                <a:solidFill>
                  <a:srgbClr val="000000"/>
                </a:solidFill>
                <a:effectLst/>
                <a:latin typeface="Courier New" panose="02070309020205020404" pitchFamily="49" charset="0"/>
              </a:rPr>
              <a:t>();</a:t>
            </a:r>
          </a:p>
          <a:p>
            <a:pPr marL="114300" marR="0" indent="-342900">
              <a:buFont typeface="+mj-lt"/>
              <a:buAutoNum type="arabicPeriod"/>
            </a:pPr>
            <a:r>
              <a:rPr lang="en-IN" sz="1800" dirty="0" err="1">
                <a:solidFill>
                  <a:srgbClr val="6A3E3E"/>
                </a:solidFill>
                <a:effectLst/>
                <a:latin typeface="Courier New" panose="02070309020205020404" pitchFamily="49" charset="0"/>
              </a:rPr>
              <a:t>j</a:t>
            </a:r>
            <a:r>
              <a:rPr lang="en-IN" sz="1800" dirty="0" err="1">
                <a:solidFill>
                  <a:srgbClr val="000000"/>
                </a:solidFill>
                <a:effectLst/>
                <a:latin typeface="Courier New" panose="02070309020205020404" pitchFamily="49" charset="0"/>
              </a:rPr>
              <a:t>++</a:t>
            </a:r>
            <a:r>
              <a:rPr lang="en-IN" sz="1800" dirty="0">
                <a:solidFill>
                  <a:srgbClr val="000000"/>
                </a:solidFill>
                <a:effectLst/>
                <a:latin typeface="Courier New" panose="02070309020205020404" pitchFamily="49" charset="0"/>
              </a:rPr>
              <a:t>;</a:t>
            </a:r>
          </a:p>
          <a:p>
            <a:pPr marL="114300" marR="0" indent="-342900">
              <a:buFont typeface="+mj-lt"/>
              <a:buAutoNum type="arabicPeriod"/>
            </a:pPr>
            <a:r>
              <a:rPr lang="en-IN" sz="1800" dirty="0">
                <a:solidFill>
                  <a:srgbClr val="000000"/>
                </a:solidFill>
                <a:effectLst/>
                <a:latin typeface="Courier New" panose="02070309020205020404" pitchFamily="49" charset="0"/>
              </a:rPr>
              <a:t>}</a:t>
            </a:r>
          </a:p>
          <a:p>
            <a:pPr marL="114300" marR="0" indent="-342900">
              <a:buFont typeface="+mj-lt"/>
              <a:buAutoNum type="arabicPeriod"/>
            </a:pPr>
            <a:r>
              <a:rPr lang="en-IN" sz="1800" dirty="0">
                <a:solidFill>
                  <a:srgbClr val="000000"/>
                </a:solidFill>
                <a:effectLst/>
                <a:latin typeface="Courier New" panose="02070309020205020404" pitchFamily="49" charset="0"/>
              </a:rPr>
              <a:t>}</a:t>
            </a:r>
          </a:p>
          <a:p>
            <a:pPr marL="114300" marR="0" indent="-342900">
              <a:buFont typeface="+mj-lt"/>
              <a:buAutoNum type="arabicPeriod"/>
            </a:pPr>
            <a:r>
              <a:rPr lang="en-IN" sz="1800" b="1" dirty="0">
                <a:solidFill>
                  <a:srgbClr val="7F0055"/>
                </a:solidFill>
                <a:effectLst/>
                <a:latin typeface="Courier New" panose="02070309020205020404" pitchFamily="49" charset="0"/>
              </a:rPr>
              <a:t>return</a:t>
            </a:r>
            <a:r>
              <a:rPr lang="en-IN" sz="1800" dirty="0">
                <a:solidFill>
                  <a:srgbClr val="000000"/>
                </a:solidFill>
                <a:effectLst/>
                <a:latin typeface="Courier New" panose="02070309020205020404" pitchFamily="49" charset="0"/>
              </a:rPr>
              <a:t> </a:t>
            </a:r>
            <a:r>
              <a:rPr lang="en-IN" sz="1800" dirty="0" err="1">
                <a:solidFill>
                  <a:srgbClr val="6A3E3E"/>
                </a:solidFill>
                <a:effectLst/>
                <a:latin typeface="Courier New" panose="02070309020205020404" pitchFamily="49" charset="0"/>
              </a:rPr>
              <a:t>s</a:t>
            </a:r>
            <a:r>
              <a:rPr lang="en-IN" sz="1800" dirty="0" err="1">
                <a:solidFill>
                  <a:srgbClr val="000000"/>
                </a:solidFill>
                <a:effectLst/>
                <a:latin typeface="Courier New" panose="02070309020205020404" pitchFamily="49" charset="0"/>
              </a:rPr>
              <a:t>.isEmpty</a:t>
            </a:r>
            <a:r>
              <a:rPr lang="en-IN" sz="1800" dirty="0">
                <a:solidFill>
                  <a:srgbClr val="000000"/>
                </a:solidFill>
                <a:effectLst/>
                <a:latin typeface="Courier New" panose="02070309020205020404" pitchFamily="49" charset="0"/>
              </a:rPr>
              <a:t>(); </a:t>
            </a:r>
          </a:p>
          <a:p>
            <a:pPr marL="114300" marR="0" indent="-342900">
              <a:buFont typeface="+mj-lt"/>
              <a:buAutoNum type="arabicPeriod"/>
            </a:pPr>
            <a:r>
              <a:rPr lang="en-IN" sz="1800" dirty="0">
                <a:solidFill>
                  <a:srgbClr val="000000"/>
                </a:solidFill>
                <a:effectLst/>
                <a:latin typeface="Courier New" panose="02070309020205020404" pitchFamily="49" charset="0"/>
              </a:rPr>
              <a:t>}</a:t>
            </a:r>
          </a:p>
          <a:p>
            <a:pPr marL="514350" indent="-514350">
              <a:buFont typeface="+mj-lt"/>
              <a:buAutoNum type="arabicPeriod"/>
            </a:pPr>
            <a:endParaRPr lang="en-IN" dirty="0"/>
          </a:p>
        </p:txBody>
      </p:sp>
    </p:spTree>
    <p:extLst>
      <p:ext uri="{BB962C8B-B14F-4D97-AF65-F5344CB8AC3E}">
        <p14:creationId xmlns:p14="http://schemas.microsoft.com/office/powerpoint/2010/main" val="2805326409"/>
      </p:ext>
    </p:extLst>
  </p:cSld>
  <p:clrMapOvr>
    <a:masterClrMapping/>
  </p:clrMapOvr>
  <p:transition spd="slow">
    <p:push dir="u"/>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85F833A-D65A-F137-BD5A-CE57C87A7F80}"/>
              </a:ext>
            </a:extLst>
          </p:cNvPr>
          <p:cNvSpPr>
            <a:spLocks noGrp="1"/>
          </p:cNvSpPr>
          <p:nvPr>
            <p:ph idx="1"/>
          </p:nvPr>
        </p:nvSpPr>
        <p:spPr>
          <a:xfrm>
            <a:off x="432619" y="422786"/>
            <a:ext cx="10921181" cy="6272981"/>
          </a:xfrm>
        </p:spPr>
        <p:txBody>
          <a:bodyPr>
            <a:normAutofit/>
          </a:bodyPr>
          <a:lstStyle/>
          <a:p>
            <a:pPr marL="114300" marR="0" indent="-342900">
              <a:buFont typeface="+mj-lt"/>
              <a:buAutoNum type="arabicPeriod" startAt="17"/>
            </a:pPr>
            <a:r>
              <a:rPr lang="en-IN" sz="2000" b="1" dirty="0">
                <a:solidFill>
                  <a:srgbClr val="7F0055"/>
                </a:solidFill>
                <a:effectLst/>
                <a:latin typeface="Courier New" panose="02070309020205020404" pitchFamily="49" charset="0"/>
              </a:rPr>
              <a:t>public</a:t>
            </a:r>
            <a:r>
              <a:rPr lang="en-IN" sz="2000" dirty="0">
                <a:solidFill>
                  <a:srgbClr val="000000"/>
                </a:solidFill>
                <a:effectLst/>
                <a:latin typeface="Courier New" panose="02070309020205020404" pitchFamily="49" charset="0"/>
              </a:rPr>
              <a:t> </a:t>
            </a:r>
            <a:r>
              <a:rPr lang="en-IN" sz="2000" b="1" dirty="0">
                <a:solidFill>
                  <a:srgbClr val="7F0055"/>
                </a:solidFill>
                <a:effectLst/>
                <a:latin typeface="Courier New" panose="02070309020205020404" pitchFamily="49" charset="0"/>
              </a:rPr>
              <a:t>static</a:t>
            </a:r>
            <a:r>
              <a:rPr lang="en-IN" sz="2000" dirty="0">
                <a:solidFill>
                  <a:srgbClr val="000000"/>
                </a:solidFill>
                <a:effectLst/>
                <a:latin typeface="Courier New" panose="02070309020205020404" pitchFamily="49" charset="0"/>
              </a:rPr>
              <a:t> </a:t>
            </a:r>
            <a:r>
              <a:rPr lang="en-IN" sz="2000" b="1" dirty="0">
                <a:solidFill>
                  <a:srgbClr val="7F0055"/>
                </a:solidFill>
                <a:effectLst/>
                <a:latin typeface="Courier New" panose="02070309020205020404" pitchFamily="49" charset="0"/>
              </a:rPr>
              <a:t>void</a:t>
            </a:r>
            <a:r>
              <a:rPr lang="en-IN" sz="2000" dirty="0">
                <a:solidFill>
                  <a:srgbClr val="000000"/>
                </a:solidFill>
                <a:effectLst/>
                <a:latin typeface="Courier New" panose="02070309020205020404" pitchFamily="49" charset="0"/>
              </a:rPr>
              <a:t> main(String[] </a:t>
            </a:r>
            <a:r>
              <a:rPr lang="en-IN" sz="2000" dirty="0" err="1">
                <a:solidFill>
                  <a:srgbClr val="6A3E3E"/>
                </a:solidFill>
                <a:effectLst/>
                <a:latin typeface="Courier New" panose="02070309020205020404" pitchFamily="49" charset="0"/>
              </a:rPr>
              <a:t>args</a:t>
            </a:r>
            <a:r>
              <a:rPr lang="en-IN" sz="2000" dirty="0">
                <a:solidFill>
                  <a:srgbClr val="000000"/>
                </a:solidFill>
                <a:effectLst/>
                <a:latin typeface="Courier New" panose="02070309020205020404" pitchFamily="49" charset="0"/>
              </a:rPr>
              <a:t>) {</a:t>
            </a:r>
          </a:p>
          <a:p>
            <a:pPr marL="114300" marR="0" indent="-342900">
              <a:buFont typeface="+mj-lt"/>
              <a:buAutoNum type="arabicPeriod" startAt="17"/>
            </a:pPr>
            <a:r>
              <a:rPr lang="en-IN" sz="2000" dirty="0">
                <a:solidFill>
                  <a:srgbClr val="000000"/>
                </a:solidFill>
                <a:effectLst/>
                <a:latin typeface="Courier New" panose="02070309020205020404" pitchFamily="49" charset="0"/>
              </a:rPr>
              <a:t>Scanner </a:t>
            </a:r>
            <a:r>
              <a:rPr lang="en-IN" sz="2000" u="sng" dirty="0" err="1">
                <a:solidFill>
                  <a:srgbClr val="6A3E3E"/>
                </a:solidFill>
                <a:effectLst/>
                <a:latin typeface="Courier New" panose="02070309020205020404" pitchFamily="49" charset="0"/>
              </a:rPr>
              <a:t>sc</a:t>
            </a:r>
            <a:r>
              <a:rPr lang="en-IN" sz="2000" dirty="0">
                <a:solidFill>
                  <a:srgbClr val="000000"/>
                </a:solidFill>
                <a:effectLst/>
                <a:latin typeface="Courier New" panose="02070309020205020404" pitchFamily="49" charset="0"/>
              </a:rPr>
              <a:t>=</a:t>
            </a:r>
            <a:r>
              <a:rPr lang="en-IN" sz="2000" b="1" dirty="0">
                <a:solidFill>
                  <a:srgbClr val="7F0055"/>
                </a:solidFill>
                <a:effectLst/>
                <a:latin typeface="Courier New" panose="02070309020205020404" pitchFamily="49" charset="0"/>
              </a:rPr>
              <a:t>new</a:t>
            </a:r>
            <a:r>
              <a:rPr lang="en-IN" sz="2000" dirty="0">
                <a:solidFill>
                  <a:srgbClr val="000000"/>
                </a:solidFill>
                <a:effectLst/>
                <a:latin typeface="Courier New" panose="02070309020205020404" pitchFamily="49" charset="0"/>
              </a:rPr>
              <a:t> Scanner(System.</a:t>
            </a:r>
            <a:r>
              <a:rPr lang="en-IN" sz="2000" b="1" i="1" dirty="0">
                <a:solidFill>
                  <a:srgbClr val="0000C0"/>
                </a:solidFill>
                <a:effectLst/>
                <a:latin typeface="Courier New" panose="02070309020205020404" pitchFamily="49" charset="0"/>
              </a:rPr>
              <a:t>in</a:t>
            </a:r>
            <a:r>
              <a:rPr lang="en-IN" sz="2000" dirty="0">
                <a:solidFill>
                  <a:srgbClr val="000000"/>
                </a:solidFill>
                <a:effectLst/>
                <a:latin typeface="Courier New" panose="02070309020205020404" pitchFamily="49" charset="0"/>
              </a:rPr>
              <a:t>);</a:t>
            </a:r>
          </a:p>
          <a:p>
            <a:pPr marL="114300" marR="0" indent="-342900">
              <a:buFont typeface="+mj-lt"/>
              <a:buAutoNum type="arabicPeriod" startAt="17"/>
            </a:pPr>
            <a:r>
              <a:rPr lang="en-IN" sz="2000" b="1" dirty="0">
                <a:solidFill>
                  <a:srgbClr val="7F0055"/>
                </a:solidFill>
                <a:effectLst/>
                <a:latin typeface="Courier New" panose="02070309020205020404" pitchFamily="49" charset="0"/>
              </a:rPr>
              <a:t>int</a:t>
            </a:r>
            <a:r>
              <a:rPr lang="en-IN" sz="2000" dirty="0">
                <a:solidFill>
                  <a:srgbClr val="000000"/>
                </a:solidFill>
                <a:effectLst/>
                <a:latin typeface="Courier New" panose="02070309020205020404" pitchFamily="49" charset="0"/>
              </a:rPr>
              <a:t> </a:t>
            </a:r>
            <a:r>
              <a:rPr lang="en-IN" sz="2000" dirty="0">
                <a:solidFill>
                  <a:srgbClr val="6A3E3E"/>
                </a:solidFill>
                <a:effectLst/>
                <a:latin typeface="Courier New" panose="02070309020205020404" pitchFamily="49" charset="0"/>
              </a:rPr>
              <a:t>n</a:t>
            </a:r>
            <a:r>
              <a:rPr lang="en-IN" sz="2000" dirty="0">
                <a:solidFill>
                  <a:srgbClr val="000000"/>
                </a:solidFill>
                <a:effectLst/>
                <a:latin typeface="Courier New" panose="02070309020205020404" pitchFamily="49" charset="0"/>
              </a:rPr>
              <a:t>=</a:t>
            </a:r>
            <a:r>
              <a:rPr lang="en-IN" sz="2000" dirty="0" err="1">
                <a:solidFill>
                  <a:srgbClr val="6A3E3E"/>
                </a:solidFill>
                <a:effectLst/>
                <a:latin typeface="Courier New" panose="02070309020205020404" pitchFamily="49" charset="0"/>
              </a:rPr>
              <a:t>sc</a:t>
            </a:r>
            <a:r>
              <a:rPr lang="en-IN" sz="2000" dirty="0" err="1">
                <a:solidFill>
                  <a:srgbClr val="000000"/>
                </a:solidFill>
                <a:effectLst/>
                <a:latin typeface="Courier New" panose="02070309020205020404" pitchFamily="49" charset="0"/>
              </a:rPr>
              <a:t>.nextInt</a:t>
            </a:r>
            <a:r>
              <a:rPr lang="en-IN" sz="2000" dirty="0">
                <a:solidFill>
                  <a:srgbClr val="000000"/>
                </a:solidFill>
                <a:effectLst/>
                <a:latin typeface="Courier New" panose="02070309020205020404" pitchFamily="49" charset="0"/>
              </a:rPr>
              <a:t>();</a:t>
            </a:r>
          </a:p>
          <a:p>
            <a:pPr marL="114300" marR="0" indent="-342900">
              <a:buFont typeface="+mj-lt"/>
              <a:buAutoNum type="arabicPeriod" startAt="17"/>
            </a:pPr>
            <a:r>
              <a:rPr lang="en-IN" sz="2000" b="1" dirty="0">
                <a:solidFill>
                  <a:srgbClr val="7F0055"/>
                </a:solidFill>
                <a:effectLst/>
                <a:latin typeface="Courier New" panose="02070309020205020404" pitchFamily="49" charset="0"/>
              </a:rPr>
              <a:t>int</a:t>
            </a:r>
            <a:r>
              <a:rPr lang="en-IN" sz="2000" dirty="0">
                <a:solidFill>
                  <a:srgbClr val="000000"/>
                </a:solidFill>
                <a:effectLst/>
                <a:latin typeface="Courier New" panose="02070309020205020404" pitchFamily="49" charset="0"/>
              </a:rPr>
              <a:t> </a:t>
            </a:r>
            <a:r>
              <a:rPr lang="en-IN" sz="2000" dirty="0">
                <a:solidFill>
                  <a:srgbClr val="6A3E3E"/>
                </a:solidFill>
                <a:effectLst/>
                <a:latin typeface="Courier New" panose="02070309020205020404" pitchFamily="49" charset="0"/>
              </a:rPr>
              <a:t>a</a:t>
            </a:r>
            <a:r>
              <a:rPr lang="en-IN" sz="2000" dirty="0">
                <a:solidFill>
                  <a:srgbClr val="000000"/>
                </a:solidFill>
                <a:effectLst/>
                <a:latin typeface="Courier New" panose="02070309020205020404" pitchFamily="49" charset="0"/>
              </a:rPr>
              <a:t>[]=</a:t>
            </a:r>
            <a:r>
              <a:rPr lang="en-IN" sz="2000" b="1" dirty="0">
                <a:solidFill>
                  <a:srgbClr val="7F0055"/>
                </a:solidFill>
                <a:effectLst/>
                <a:latin typeface="Courier New" panose="02070309020205020404" pitchFamily="49" charset="0"/>
              </a:rPr>
              <a:t>new</a:t>
            </a:r>
            <a:r>
              <a:rPr lang="en-IN" sz="2000" dirty="0">
                <a:solidFill>
                  <a:srgbClr val="000000"/>
                </a:solidFill>
                <a:effectLst/>
                <a:latin typeface="Courier New" panose="02070309020205020404" pitchFamily="49" charset="0"/>
              </a:rPr>
              <a:t> </a:t>
            </a:r>
            <a:r>
              <a:rPr lang="en-IN" sz="2000" b="1" dirty="0">
                <a:solidFill>
                  <a:srgbClr val="7F0055"/>
                </a:solidFill>
                <a:effectLst/>
                <a:latin typeface="Courier New" panose="02070309020205020404" pitchFamily="49" charset="0"/>
              </a:rPr>
              <a:t>int</a:t>
            </a:r>
            <a:r>
              <a:rPr lang="en-IN" sz="2000" dirty="0">
                <a:solidFill>
                  <a:srgbClr val="000000"/>
                </a:solidFill>
                <a:effectLst/>
                <a:latin typeface="Courier New" panose="02070309020205020404" pitchFamily="49" charset="0"/>
              </a:rPr>
              <a:t>[</a:t>
            </a:r>
            <a:r>
              <a:rPr lang="en-IN" sz="2000" dirty="0">
                <a:solidFill>
                  <a:srgbClr val="6A3E3E"/>
                </a:solidFill>
                <a:effectLst/>
                <a:latin typeface="Courier New" panose="02070309020205020404" pitchFamily="49" charset="0"/>
              </a:rPr>
              <a:t>n</a:t>
            </a:r>
            <a:r>
              <a:rPr lang="en-IN" sz="2000" dirty="0">
                <a:solidFill>
                  <a:srgbClr val="000000"/>
                </a:solidFill>
                <a:effectLst/>
                <a:latin typeface="Courier New" panose="02070309020205020404" pitchFamily="49" charset="0"/>
              </a:rPr>
              <a:t>];</a:t>
            </a:r>
          </a:p>
          <a:p>
            <a:pPr marL="114300" marR="0" indent="-342900">
              <a:buFont typeface="+mj-lt"/>
              <a:buAutoNum type="arabicPeriod" startAt="17"/>
            </a:pPr>
            <a:r>
              <a:rPr lang="en-IN" sz="2000" b="1" dirty="0">
                <a:solidFill>
                  <a:srgbClr val="7F0055"/>
                </a:solidFill>
                <a:effectLst/>
                <a:latin typeface="Courier New" panose="02070309020205020404" pitchFamily="49" charset="0"/>
              </a:rPr>
              <a:t>int</a:t>
            </a:r>
            <a:r>
              <a:rPr lang="en-IN" sz="2000" dirty="0">
                <a:solidFill>
                  <a:srgbClr val="000000"/>
                </a:solidFill>
                <a:effectLst/>
                <a:latin typeface="Courier New" panose="02070309020205020404" pitchFamily="49" charset="0"/>
              </a:rPr>
              <a:t> </a:t>
            </a:r>
            <a:r>
              <a:rPr lang="en-IN" sz="2000" dirty="0">
                <a:solidFill>
                  <a:srgbClr val="6A3E3E"/>
                </a:solidFill>
                <a:effectLst/>
                <a:latin typeface="Courier New" panose="02070309020205020404" pitchFamily="49" charset="0"/>
              </a:rPr>
              <a:t>b</a:t>
            </a:r>
            <a:r>
              <a:rPr lang="en-IN" sz="2000" dirty="0">
                <a:solidFill>
                  <a:srgbClr val="000000"/>
                </a:solidFill>
                <a:effectLst/>
                <a:latin typeface="Courier New" panose="02070309020205020404" pitchFamily="49" charset="0"/>
              </a:rPr>
              <a:t>[]=</a:t>
            </a:r>
            <a:r>
              <a:rPr lang="en-IN" sz="2000" b="1" dirty="0">
                <a:solidFill>
                  <a:srgbClr val="7F0055"/>
                </a:solidFill>
                <a:effectLst/>
                <a:latin typeface="Courier New" panose="02070309020205020404" pitchFamily="49" charset="0"/>
              </a:rPr>
              <a:t>new</a:t>
            </a:r>
            <a:r>
              <a:rPr lang="en-IN" sz="2000" dirty="0">
                <a:solidFill>
                  <a:srgbClr val="000000"/>
                </a:solidFill>
                <a:effectLst/>
                <a:latin typeface="Courier New" panose="02070309020205020404" pitchFamily="49" charset="0"/>
              </a:rPr>
              <a:t> </a:t>
            </a:r>
            <a:r>
              <a:rPr lang="en-IN" sz="2000" b="1" dirty="0">
                <a:solidFill>
                  <a:srgbClr val="7F0055"/>
                </a:solidFill>
                <a:effectLst/>
                <a:latin typeface="Courier New" panose="02070309020205020404" pitchFamily="49" charset="0"/>
              </a:rPr>
              <a:t>int</a:t>
            </a:r>
            <a:r>
              <a:rPr lang="en-IN" sz="2000" dirty="0">
                <a:solidFill>
                  <a:srgbClr val="000000"/>
                </a:solidFill>
                <a:effectLst/>
                <a:latin typeface="Courier New" panose="02070309020205020404" pitchFamily="49" charset="0"/>
              </a:rPr>
              <a:t>[</a:t>
            </a:r>
            <a:r>
              <a:rPr lang="en-IN" sz="2000" dirty="0">
                <a:solidFill>
                  <a:srgbClr val="6A3E3E"/>
                </a:solidFill>
                <a:effectLst/>
                <a:latin typeface="Courier New" panose="02070309020205020404" pitchFamily="49" charset="0"/>
              </a:rPr>
              <a:t>n</a:t>
            </a:r>
            <a:r>
              <a:rPr lang="en-IN" sz="2000" dirty="0">
                <a:solidFill>
                  <a:srgbClr val="000000"/>
                </a:solidFill>
                <a:effectLst/>
                <a:latin typeface="Courier New" panose="02070309020205020404" pitchFamily="49" charset="0"/>
              </a:rPr>
              <a:t>];</a:t>
            </a:r>
          </a:p>
          <a:p>
            <a:pPr marL="114300" marR="0" indent="-342900">
              <a:buFont typeface="+mj-lt"/>
              <a:buAutoNum type="arabicPeriod" startAt="17"/>
            </a:pPr>
            <a:r>
              <a:rPr lang="en-IN" sz="2000" b="1" dirty="0">
                <a:solidFill>
                  <a:srgbClr val="7F0055"/>
                </a:solidFill>
                <a:effectLst/>
                <a:latin typeface="Courier New" panose="02070309020205020404" pitchFamily="49" charset="0"/>
              </a:rPr>
              <a:t>for</a:t>
            </a:r>
            <a:r>
              <a:rPr lang="en-IN" sz="2000" dirty="0">
                <a:solidFill>
                  <a:srgbClr val="000000"/>
                </a:solidFill>
                <a:effectLst/>
                <a:latin typeface="Courier New" panose="02070309020205020404" pitchFamily="49" charset="0"/>
              </a:rPr>
              <a:t>(</a:t>
            </a:r>
            <a:r>
              <a:rPr lang="en-IN" sz="2000" b="1" dirty="0">
                <a:solidFill>
                  <a:srgbClr val="7F0055"/>
                </a:solidFill>
                <a:effectLst/>
                <a:latin typeface="Courier New" panose="02070309020205020404" pitchFamily="49" charset="0"/>
              </a:rPr>
              <a:t>int</a:t>
            </a:r>
            <a:r>
              <a:rPr lang="en-IN" sz="2000" dirty="0">
                <a:solidFill>
                  <a:srgbClr val="000000"/>
                </a:solidFill>
                <a:effectLst/>
                <a:latin typeface="Courier New" panose="02070309020205020404" pitchFamily="49" charset="0"/>
              </a:rPr>
              <a:t> </a:t>
            </a:r>
            <a:r>
              <a:rPr lang="en-IN" sz="2000" dirty="0" err="1">
                <a:solidFill>
                  <a:srgbClr val="6A3E3E"/>
                </a:solidFill>
                <a:effectLst/>
                <a:latin typeface="Courier New" panose="02070309020205020404" pitchFamily="49" charset="0"/>
              </a:rPr>
              <a:t>i</a:t>
            </a:r>
            <a:r>
              <a:rPr lang="en-IN" sz="2000" dirty="0">
                <a:solidFill>
                  <a:srgbClr val="000000"/>
                </a:solidFill>
                <a:effectLst/>
                <a:latin typeface="Courier New" panose="02070309020205020404" pitchFamily="49" charset="0"/>
              </a:rPr>
              <a:t>=0;</a:t>
            </a:r>
            <a:r>
              <a:rPr lang="en-IN" sz="2000" dirty="0">
                <a:solidFill>
                  <a:srgbClr val="6A3E3E"/>
                </a:solidFill>
                <a:effectLst/>
                <a:latin typeface="Courier New" panose="02070309020205020404" pitchFamily="49" charset="0"/>
              </a:rPr>
              <a:t>i</a:t>
            </a:r>
            <a:r>
              <a:rPr lang="en-IN" sz="2000" dirty="0">
                <a:solidFill>
                  <a:srgbClr val="000000"/>
                </a:solidFill>
                <a:effectLst/>
                <a:latin typeface="Courier New" panose="02070309020205020404" pitchFamily="49" charset="0"/>
              </a:rPr>
              <a:t>&lt;</a:t>
            </a:r>
            <a:r>
              <a:rPr lang="en-IN" sz="2000" dirty="0" err="1">
                <a:solidFill>
                  <a:srgbClr val="6A3E3E"/>
                </a:solidFill>
                <a:effectLst/>
                <a:latin typeface="Courier New" panose="02070309020205020404" pitchFamily="49" charset="0"/>
              </a:rPr>
              <a:t>n</a:t>
            </a:r>
            <a:r>
              <a:rPr lang="en-IN" sz="2000" dirty="0" err="1">
                <a:solidFill>
                  <a:srgbClr val="000000"/>
                </a:solidFill>
                <a:effectLst/>
                <a:latin typeface="Courier New" panose="02070309020205020404" pitchFamily="49" charset="0"/>
              </a:rPr>
              <a:t>;</a:t>
            </a:r>
            <a:r>
              <a:rPr lang="en-IN" sz="2000" dirty="0" err="1">
                <a:solidFill>
                  <a:srgbClr val="6A3E3E"/>
                </a:solidFill>
                <a:effectLst/>
                <a:latin typeface="Courier New" panose="02070309020205020404" pitchFamily="49" charset="0"/>
              </a:rPr>
              <a:t>i</a:t>
            </a:r>
            <a:r>
              <a:rPr lang="en-IN" sz="2000" dirty="0">
                <a:solidFill>
                  <a:srgbClr val="000000"/>
                </a:solidFill>
                <a:effectLst/>
                <a:latin typeface="Courier New" panose="02070309020205020404" pitchFamily="49" charset="0"/>
              </a:rPr>
              <a:t>++)</a:t>
            </a:r>
          </a:p>
          <a:p>
            <a:pPr marL="114300" marR="0" indent="-342900">
              <a:buFont typeface="+mj-lt"/>
              <a:buAutoNum type="arabicPeriod" startAt="17"/>
            </a:pPr>
            <a:r>
              <a:rPr lang="en-IN" sz="2000" dirty="0">
                <a:solidFill>
                  <a:srgbClr val="6A3E3E"/>
                </a:solidFill>
                <a:effectLst/>
                <a:latin typeface="Courier New" panose="02070309020205020404" pitchFamily="49" charset="0"/>
              </a:rPr>
              <a:t>a</a:t>
            </a:r>
            <a:r>
              <a:rPr lang="en-IN" sz="2000" dirty="0">
                <a:solidFill>
                  <a:srgbClr val="000000"/>
                </a:solidFill>
                <a:effectLst/>
                <a:latin typeface="Courier New" panose="02070309020205020404" pitchFamily="49" charset="0"/>
              </a:rPr>
              <a:t>[</a:t>
            </a:r>
            <a:r>
              <a:rPr lang="en-IN" sz="2000" dirty="0" err="1">
                <a:solidFill>
                  <a:srgbClr val="6A3E3E"/>
                </a:solidFill>
                <a:effectLst/>
                <a:latin typeface="Courier New" panose="02070309020205020404" pitchFamily="49" charset="0"/>
              </a:rPr>
              <a:t>i</a:t>
            </a:r>
            <a:r>
              <a:rPr lang="en-IN" sz="2000" dirty="0">
                <a:solidFill>
                  <a:srgbClr val="000000"/>
                </a:solidFill>
                <a:effectLst/>
                <a:latin typeface="Courier New" panose="02070309020205020404" pitchFamily="49" charset="0"/>
              </a:rPr>
              <a:t>]=</a:t>
            </a:r>
            <a:r>
              <a:rPr lang="en-IN" sz="2000" dirty="0" err="1">
                <a:solidFill>
                  <a:srgbClr val="6A3E3E"/>
                </a:solidFill>
                <a:effectLst/>
                <a:latin typeface="Courier New" panose="02070309020205020404" pitchFamily="49" charset="0"/>
              </a:rPr>
              <a:t>sc</a:t>
            </a:r>
            <a:r>
              <a:rPr lang="en-IN" sz="2000" dirty="0" err="1">
                <a:solidFill>
                  <a:srgbClr val="000000"/>
                </a:solidFill>
                <a:effectLst/>
                <a:latin typeface="Courier New" panose="02070309020205020404" pitchFamily="49" charset="0"/>
              </a:rPr>
              <a:t>.nextInt</a:t>
            </a:r>
            <a:r>
              <a:rPr lang="en-IN" sz="2000" dirty="0">
                <a:solidFill>
                  <a:srgbClr val="000000"/>
                </a:solidFill>
                <a:effectLst/>
                <a:latin typeface="Courier New" panose="02070309020205020404" pitchFamily="49" charset="0"/>
              </a:rPr>
              <a:t>();</a:t>
            </a:r>
          </a:p>
          <a:p>
            <a:pPr marL="114300" marR="0" indent="-342900">
              <a:buFont typeface="+mj-lt"/>
              <a:buAutoNum type="arabicPeriod" startAt="17"/>
            </a:pPr>
            <a:r>
              <a:rPr lang="en-IN" sz="2000" b="1" dirty="0">
                <a:solidFill>
                  <a:srgbClr val="7F0055"/>
                </a:solidFill>
                <a:effectLst/>
                <a:latin typeface="Courier New" panose="02070309020205020404" pitchFamily="49" charset="0"/>
              </a:rPr>
              <a:t>for</a:t>
            </a:r>
            <a:r>
              <a:rPr lang="en-IN" sz="2000" dirty="0">
                <a:solidFill>
                  <a:srgbClr val="000000"/>
                </a:solidFill>
                <a:effectLst/>
                <a:latin typeface="Courier New" panose="02070309020205020404" pitchFamily="49" charset="0"/>
              </a:rPr>
              <a:t>(</a:t>
            </a:r>
            <a:r>
              <a:rPr lang="en-IN" sz="2000" b="1" dirty="0">
                <a:solidFill>
                  <a:srgbClr val="7F0055"/>
                </a:solidFill>
                <a:effectLst/>
                <a:latin typeface="Courier New" panose="02070309020205020404" pitchFamily="49" charset="0"/>
              </a:rPr>
              <a:t>int</a:t>
            </a:r>
            <a:r>
              <a:rPr lang="en-IN" sz="2000" dirty="0">
                <a:solidFill>
                  <a:srgbClr val="000000"/>
                </a:solidFill>
                <a:effectLst/>
                <a:latin typeface="Courier New" panose="02070309020205020404" pitchFamily="49" charset="0"/>
              </a:rPr>
              <a:t> </a:t>
            </a:r>
            <a:r>
              <a:rPr lang="en-IN" sz="2000" dirty="0">
                <a:solidFill>
                  <a:srgbClr val="6A3E3E"/>
                </a:solidFill>
                <a:effectLst/>
                <a:latin typeface="Courier New" panose="02070309020205020404" pitchFamily="49" charset="0"/>
              </a:rPr>
              <a:t>j</a:t>
            </a:r>
            <a:r>
              <a:rPr lang="en-IN" sz="2000" dirty="0">
                <a:solidFill>
                  <a:srgbClr val="000000"/>
                </a:solidFill>
                <a:effectLst/>
                <a:latin typeface="Courier New" panose="02070309020205020404" pitchFamily="49" charset="0"/>
              </a:rPr>
              <a:t>=0;</a:t>
            </a:r>
            <a:r>
              <a:rPr lang="en-IN" sz="2000" dirty="0">
                <a:solidFill>
                  <a:srgbClr val="6A3E3E"/>
                </a:solidFill>
                <a:effectLst/>
                <a:latin typeface="Courier New" panose="02070309020205020404" pitchFamily="49" charset="0"/>
              </a:rPr>
              <a:t>j</a:t>
            </a:r>
            <a:r>
              <a:rPr lang="en-IN" sz="2000" dirty="0">
                <a:solidFill>
                  <a:srgbClr val="000000"/>
                </a:solidFill>
                <a:effectLst/>
                <a:latin typeface="Courier New" panose="02070309020205020404" pitchFamily="49" charset="0"/>
              </a:rPr>
              <a:t>&lt;</a:t>
            </a:r>
            <a:r>
              <a:rPr lang="en-IN" sz="2000" dirty="0" err="1">
                <a:solidFill>
                  <a:srgbClr val="6A3E3E"/>
                </a:solidFill>
                <a:effectLst/>
                <a:latin typeface="Courier New" panose="02070309020205020404" pitchFamily="49" charset="0"/>
              </a:rPr>
              <a:t>n</a:t>
            </a:r>
            <a:r>
              <a:rPr lang="en-IN" sz="2000" dirty="0" err="1">
                <a:solidFill>
                  <a:srgbClr val="000000"/>
                </a:solidFill>
                <a:effectLst/>
                <a:latin typeface="Courier New" panose="02070309020205020404" pitchFamily="49" charset="0"/>
              </a:rPr>
              <a:t>;</a:t>
            </a:r>
            <a:r>
              <a:rPr lang="en-IN" sz="2000" dirty="0" err="1">
                <a:solidFill>
                  <a:srgbClr val="6A3E3E"/>
                </a:solidFill>
                <a:effectLst/>
                <a:latin typeface="Courier New" panose="02070309020205020404" pitchFamily="49" charset="0"/>
              </a:rPr>
              <a:t>j</a:t>
            </a:r>
            <a:r>
              <a:rPr lang="en-IN" sz="2000" dirty="0">
                <a:solidFill>
                  <a:srgbClr val="000000"/>
                </a:solidFill>
                <a:effectLst/>
                <a:latin typeface="Courier New" panose="02070309020205020404" pitchFamily="49" charset="0"/>
              </a:rPr>
              <a:t>++)</a:t>
            </a:r>
          </a:p>
          <a:p>
            <a:pPr marL="114300" marR="0" indent="-342900">
              <a:buFont typeface="+mj-lt"/>
              <a:buAutoNum type="arabicPeriod" startAt="17"/>
            </a:pPr>
            <a:r>
              <a:rPr lang="en-IN" sz="2000" dirty="0">
                <a:solidFill>
                  <a:srgbClr val="6A3E3E"/>
                </a:solidFill>
                <a:effectLst/>
                <a:latin typeface="Courier New" panose="02070309020205020404" pitchFamily="49" charset="0"/>
              </a:rPr>
              <a:t>b</a:t>
            </a:r>
            <a:r>
              <a:rPr lang="en-IN" sz="2000" dirty="0">
                <a:solidFill>
                  <a:srgbClr val="000000"/>
                </a:solidFill>
                <a:effectLst/>
                <a:latin typeface="Courier New" panose="02070309020205020404" pitchFamily="49" charset="0"/>
              </a:rPr>
              <a:t>[</a:t>
            </a:r>
            <a:r>
              <a:rPr lang="en-IN" sz="2000" dirty="0">
                <a:solidFill>
                  <a:srgbClr val="6A3E3E"/>
                </a:solidFill>
                <a:effectLst/>
                <a:latin typeface="Courier New" panose="02070309020205020404" pitchFamily="49" charset="0"/>
              </a:rPr>
              <a:t>j</a:t>
            </a:r>
            <a:r>
              <a:rPr lang="en-IN" sz="2000" dirty="0">
                <a:solidFill>
                  <a:srgbClr val="000000"/>
                </a:solidFill>
                <a:effectLst/>
                <a:latin typeface="Courier New" panose="02070309020205020404" pitchFamily="49" charset="0"/>
              </a:rPr>
              <a:t>]=</a:t>
            </a:r>
            <a:r>
              <a:rPr lang="en-IN" sz="2000" dirty="0" err="1">
                <a:solidFill>
                  <a:srgbClr val="6A3E3E"/>
                </a:solidFill>
                <a:effectLst/>
                <a:latin typeface="Courier New" panose="02070309020205020404" pitchFamily="49" charset="0"/>
              </a:rPr>
              <a:t>sc</a:t>
            </a:r>
            <a:r>
              <a:rPr lang="en-IN" sz="2000" dirty="0" err="1">
                <a:solidFill>
                  <a:srgbClr val="000000"/>
                </a:solidFill>
                <a:effectLst/>
                <a:latin typeface="Courier New" panose="02070309020205020404" pitchFamily="49" charset="0"/>
              </a:rPr>
              <a:t>.nextInt</a:t>
            </a:r>
            <a:r>
              <a:rPr lang="en-IN" sz="2000" dirty="0">
                <a:solidFill>
                  <a:srgbClr val="000000"/>
                </a:solidFill>
                <a:effectLst/>
                <a:latin typeface="Courier New" panose="02070309020205020404" pitchFamily="49" charset="0"/>
              </a:rPr>
              <a:t>();</a:t>
            </a:r>
          </a:p>
          <a:p>
            <a:pPr marL="114300" marR="0" indent="-342900">
              <a:buFont typeface="+mj-lt"/>
              <a:buAutoNum type="arabicPeriod" startAt="17"/>
            </a:pPr>
            <a:r>
              <a:rPr lang="en-IN" sz="2000" b="1" dirty="0">
                <a:solidFill>
                  <a:srgbClr val="7F0055"/>
                </a:solidFill>
                <a:effectLst/>
                <a:latin typeface="Courier New" panose="02070309020205020404" pitchFamily="49" charset="0"/>
              </a:rPr>
              <a:t>if</a:t>
            </a:r>
            <a:r>
              <a:rPr lang="en-IN" sz="2000" dirty="0">
                <a:solidFill>
                  <a:srgbClr val="000000"/>
                </a:solidFill>
                <a:effectLst/>
                <a:latin typeface="Courier New" panose="02070309020205020404" pitchFamily="49" charset="0"/>
              </a:rPr>
              <a:t>(</a:t>
            </a:r>
            <a:r>
              <a:rPr lang="en-IN" sz="2000" i="1" dirty="0">
                <a:solidFill>
                  <a:srgbClr val="000000"/>
                </a:solidFill>
                <a:effectLst/>
                <a:latin typeface="Courier New" panose="02070309020205020404" pitchFamily="49" charset="0"/>
              </a:rPr>
              <a:t>check</a:t>
            </a:r>
            <a:r>
              <a:rPr lang="en-IN" sz="2000" dirty="0">
                <a:solidFill>
                  <a:srgbClr val="000000"/>
                </a:solidFill>
                <a:effectLst/>
                <a:latin typeface="Courier New" panose="02070309020205020404" pitchFamily="49" charset="0"/>
              </a:rPr>
              <a:t>(</a:t>
            </a:r>
            <a:r>
              <a:rPr lang="en-IN" sz="2000" dirty="0" err="1">
                <a:solidFill>
                  <a:srgbClr val="6A3E3E"/>
                </a:solidFill>
                <a:effectLst/>
                <a:latin typeface="Courier New" panose="02070309020205020404" pitchFamily="49" charset="0"/>
              </a:rPr>
              <a:t>a</a:t>
            </a:r>
            <a:r>
              <a:rPr lang="en-IN" sz="2000" dirty="0" err="1">
                <a:solidFill>
                  <a:srgbClr val="000000"/>
                </a:solidFill>
                <a:effectLst/>
                <a:latin typeface="Courier New" panose="02070309020205020404" pitchFamily="49" charset="0"/>
              </a:rPr>
              <a:t>,</a:t>
            </a:r>
            <a:r>
              <a:rPr lang="en-IN" sz="2000" dirty="0" err="1">
                <a:solidFill>
                  <a:srgbClr val="6A3E3E"/>
                </a:solidFill>
                <a:effectLst/>
                <a:latin typeface="Courier New" panose="02070309020205020404" pitchFamily="49" charset="0"/>
              </a:rPr>
              <a:t>b</a:t>
            </a:r>
            <a:r>
              <a:rPr lang="en-IN" sz="2000" dirty="0" err="1">
                <a:solidFill>
                  <a:srgbClr val="000000"/>
                </a:solidFill>
                <a:effectLst/>
                <a:latin typeface="Courier New" panose="02070309020205020404" pitchFamily="49" charset="0"/>
              </a:rPr>
              <a:t>,</a:t>
            </a:r>
            <a:r>
              <a:rPr lang="en-IN" sz="2000" dirty="0" err="1">
                <a:solidFill>
                  <a:srgbClr val="6A3E3E"/>
                </a:solidFill>
                <a:effectLst/>
                <a:latin typeface="Courier New" panose="02070309020205020404" pitchFamily="49" charset="0"/>
              </a:rPr>
              <a:t>n</a:t>
            </a:r>
            <a:r>
              <a:rPr lang="en-IN" sz="2000" dirty="0">
                <a:solidFill>
                  <a:srgbClr val="000000"/>
                </a:solidFill>
                <a:effectLst/>
                <a:latin typeface="Courier New" panose="02070309020205020404" pitchFamily="49" charset="0"/>
              </a:rPr>
              <a:t>))</a:t>
            </a:r>
          </a:p>
          <a:p>
            <a:pPr marL="114300" marR="0" indent="-342900">
              <a:buFont typeface="+mj-lt"/>
              <a:buAutoNum type="arabicPeriod" startAt="17"/>
            </a:pPr>
            <a:r>
              <a:rPr lang="en-IN" sz="2000" dirty="0" err="1">
                <a:solidFill>
                  <a:srgbClr val="000000"/>
                </a:solidFill>
                <a:effectLst/>
                <a:latin typeface="Courier New" panose="02070309020205020404" pitchFamily="49" charset="0"/>
              </a:rPr>
              <a:t>System.</a:t>
            </a:r>
            <a:r>
              <a:rPr lang="en-IN" sz="2000" b="1" i="1" dirty="0" err="1">
                <a:solidFill>
                  <a:srgbClr val="0000C0"/>
                </a:solidFill>
                <a:effectLst/>
                <a:latin typeface="Courier New" panose="02070309020205020404" pitchFamily="49" charset="0"/>
              </a:rPr>
              <a:t>out</a:t>
            </a:r>
            <a:r>
              <a:rPr lang="en-IN" sz="2000" dirty="0" err="1">
                <a:solidFill>
                  <a:srgbClr val="000000"/>
                </a:solidFill>
                <a:effectLst/>
                <a:latin typeface="Courier New" panose="02070309020205020404" pitchFamily="49" charset="0"/>
              </a:rPr>
              <a:t>.println</a:t>
            </a:r>
            <a:r>
              <a:rPr lang="en-IN" sz="2000" dirty="0">
                <a:solidFill>
                  <a:srgbClr val="000000"/>
                </a:solidFill>
                <a:effectLst/>
                <a:latin typeface="Courier New" panose="02070309020205020404" pitchFamily="49" charset="0"/>
              </a:rPr>
              <a:t>(</a:t>
            </a:r>
            <a:r>
              <a:rPr lang="en-IN" sz="2000" dirty="0">
                <a:solidFill>
                  <a:srgbClr val="2A00FF"/>
                </a:solidFill>
                <a:effectLst/>
                <a:latin typeface="Courier New" panose="02070309020205020404" pitchFamily="49" charset="0"/>
              </a:rPr>
              <a:t>"Yes"</a:t>
            </a:r>
            <a:r>
              <a:rPr lang="en-IN" sz="2000" dirty="0">
                <a:solidFill>
                  <a:srgbClr val="000000"/>
                </a:solidFill>
                <a:effectLst/>
                <a:latin typeface="Courier New" panose="02070309020205020404" pitchFamily="49" charset="0"/>
              </a:rPr>
              <a:t>);</a:t>
            </a:r>
          </a:p>
          <a:p>
            <a:pPr marL="114300" marR="0" indent="-342900">
              <a:buFont typeface="+mj-lt"/>
              <a:buAutoNum type="arabicPeriod" startAt="17"/>
            </a:pPr>
            <a:r>
              <a:rPr lang="en-IN" sz="2000" b="1" dirty="0">
                <a:solidFill>
                  <a:srgbClr val="7F0055"/>
                </a:solidFill>
                <a:effectLst/>
                <a:latin typeface="Courier New" panose="02070309020205020404" pitchFamily="49" charset="0"/>
              </a:rPr>
              <a:t>else</a:t>
            </a:r>
            <a:endParaRPr lang="en-IN" sz="2000" dirty="0">
              <a:solidFill>
                <a:srgbClr val="000000"/>
              </a:solidFill>
              <a:effectLst/>
              <a:latin typeface="Courier New" panose="02070309020205020404" pitchFamily="49" charset="0"/>
            </a:endParaRPr>
          </a:p>
          <a:p>
            <a:pPr marL="114300" marR="0" indent="-342900">
              <a:buFont typeface="+mj-lt"/>
              <a:buAutoNum type="arabicPeriod" startAt="17"/>
            </a:pPr>
            <a:r>
              <a:rPr lang="en-IN" sz="2000" dirty="0" err="1">
                <a:solidFill>
                  <a:srgbClr val="000000"/>
                </a:solidFill>
                <a:effectLst/>
                <a:latin typeface="Courier New" panose="02070309020205020404" pitchFamily="49" charset="0"/>
              </a:rPr>
              <a:t>System.</a:t>
            </a:r>
            <a:r>
              <a:rPr lang="en-IN" sz="2000" b="1" i="1" dirty="0" err="1">
                <a:solidFill>
                  <a:srgbClr val="0000C0"/>
                </a:solidFill>
                <a:effectLst/>
                <a:latin typeface="Courier New" panose="02070309020205020404" pitchFamily="49" charset="0"/>
              </a:rPr>
              <a:t>out</a:t>
            </a:r>
            <a:r>
              <a:rPr lang="en-IN" sz="2000" dirty="0" err="1">
                <a:solidFill>
                  <a:srgbClr val="000000"/>
                </a:solidFill>
                <a:effectLst/>
                <a:latin typeface="Courier New" panose="02070309020205020404" pitchFamily="49" charset="0"/>
              </a:rPr>
              <a:t>.println</a:t>
            </a:r>
            <a:r>
              <a:rPr lang="en-IN" sz="2000" dirty="0">
                <a:solidFill>
                  <a:srgbClr val="000000"/>
                </a:solidFill>
                <a:effectLst/>
                <a:latin typeface="Courier New" panose="02070309020205020404" pitchFamily="49" charset="0"/>
              </a:rPr>
              <a:t>(</a:t>
            </a:r>
            <a:r>
              <a:rPr lang="en-IN" sz="2000" dirty="0">
                <a:solidFill>
                  <a:srgbClr val="2A00FF"/>
                </a:solidFill>
                <a:effectLst/>
                <a:latin typeface="Courier New" panose="02070309020205020404" pitchFamily="49" charset="0"/>
              </a:rPr>
              <a:t>"No"</a:t>
            </a:r>
            <a:r>
              <a:rPr lang="en-IN" sz="2000" dirty="0">
                <a:solidFill>
                  <a:srgbClr val="000000"/>
                </a:solidFill>
                <a:effectLst/>
                <a:latin typeface="Courier New" panose="02070309020205020404" pitchFamily="49" charset="0"/>
              </a:rPr>
              <a:t>);</a:t>
            </a:r>
          </a:p>
          <a:p>
            <a:pPr marL="114300" marR="0" indent="-342900">
              <a:buFont typeface="+mj-lt"/>
              <a:buAutoNum type="arabicPeriod" startAt="17"/>
            </a:pPr>
            <a:r>
              <a:rPr lang="en-IN" sz="2000" dirty="0">
                <a:solidFill>
                  <a:srgbClr val="000000"/>
                </a:solidFill>
                <a:effectLst/>
                <a:latin typeface="Courier New" panose="02070309020205020404" pitchFamily="49" charset="0"/>
              </a:rPr>
              <a:t>}}</a:t>
            </a:r>
          </a:p>
          <a:p>
            <a:pPr marL="514350" indent="-514350">
              <a:buFont typeface="+mj-lt"/>
              <a:buAutoNum type="arabicPeriod" startAt="17"/>
            </a:pPr>
            <a:endParaRPr lang="en-IN" sz="2000" dirty="0"/>
          </a:p>
        </p:txBody>
      </p:sp>
    </p:spTree>
    <p:extLst>
      <p:ext uri="{BB962C8B-B14F-4D97-AF65-F5344CB8AC3E}">
        <p14:creationId xmlns:p14="http://schemas.microsoft.com/office/powerpoint/2010/main" val="1819841639"/>
      </p:ext>
    </p:extLst>
  </p:cSld>
  <p:clrMapOvr>
    <a:masterClrMapping/>
  </p:clrMapOvr>
  <p:transition spd="slow">
    <p:push dir="u"/>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46523-5FF5-A0EE-A28F-E5CC25C64E41}"/>
              </a:ext>
            </a:extLst>
          </p:cNvPr>
          <p:cNvSpPr>
            <a:spLocks noGrp="1"/>
          </p:cNvSpPr>
          <p:nvPr>
            <p:ph type="title"/>
          </p:nvPr>
        </p:nvSpPr>
        <p:spPr/>
        <p:txBody>
          <a:bodyPr/>
          <a:lstStyle/>
          <a:p>
            <a:r>
              <a:rPr lang="en-IN" b="1" u="sng" dirty="0"/>
              <a:t>Queue</a:t>
            </a:r>
          </a:p>
        </p:txBody>
      </p:sp>
      <p:sp>
        <p:nvSpPr>
          <p:cNvPr id="3" name="Content Placeholder 2">
            <a:extLst>
              <a:ext uri="{FF2B5EF4-FFF2-40B4-BE49-F238E27FC236}">
                <a16:creationId xmlns:a16="http://schemas.microsoft.com/office/drawing/2014/main" id="{23A30063-CBC2-1995-325A-DDBCC2F27CC8}"/>
              </a:ext>
            </a:extLst>
          </p:cNvPr>
          <p:cNvSpPr>
            <a:spLocks noGrp="1"/>
          </p:cNvSpPr>
          <p:nvPr>
            <p:ph idx="1"/>
          </p:nvPr>
        </p:nvSpPr>
        <p:spPr/>
        <p:txBody>
          <a:bodyPr/>
          <a:lstStyle/>
          <a:p>
            <a:r>
              <a:rPr lang="en-US" b="0" i="0" dirty="0">
                <a:solidFill>
                  <a:srgbClr val="273239"/>
                </a:solidFill>
                <a:effectLst/>
                <a:latin typeface="Times New Roman" panose="02020603050405020304" pitchFamily="18" charset="0"/>
                <a:cs typeface="Times New Roman" panose="02020603050405020304" pitchFamily="18" charset="0"/>
              </a:rPr>
              <a:t>A </a:t>
            </a:r>
            <a:r>
              <a:rPr lang="en-US" b="1" i="0" dirty="0">
                <a:solidFill>
                  <a:srgbClr val="273239"/>
                </a:solidFill>
                <a:effectLst/>
                <a:latin typeface="Times New Roman" panose="02020603050405020304" pitchFamily="18" charset="0"/>
                <a:cs typeface="Times New Roman" panose="02020603050405020304" pitchFamily="18" charset="0"/>
              </a:rPr>
              <a:t>Queue Data Structure </a:t>
            </a:r>
            <a:r>
              <a:rPr lang="en-US" b="0" i="0" dirty="0">
                <a:solidFill>
                  <a:srgbClr val="273239"/>
                </a:solidFill>
                <a:effectLst/>
                <a:latin typeface="Times New Roman" panose="02020603050405020304" pitchFamily="18" charset="0"/>
                <a:cs typeface="Times New Roman" panose="02020603050405020304" pitchFamily="18" charset="0"/>
              </a:rPr>
              <a:t>is a fundamental concept in computer science used for storing and managing data in a specific order.</a:t>
            </a:r>
          </a:p>
          <a:p>
            <a:r>
              <a:rPr lang="en-US" b="0" i="0" dirty="0">
                <a:solidFill>
                  <a:srgbClr val="273239"/>
                </a:solidFill>
                <a:effectLst/>
                <a:latin typeface="Times New Roman" panose="02020603050405020304" pitchFamily="18" charset="0"/>
                <a:cs typeface="Times New Roman" panose="02020603050405020304" pitchFamily="18" charset="0"/>
              </a:rPr>
              <a:t> It follows the principle of "</a:t>
            </a:r>
            <a:r>
              <a:rPr lang="en-US" b="1" i="0" dirty="0">
                <a:solidFill>
                  <a:srgbClr val="273239"/>
                </a:solidFill>
                <a:effectLst/>
                <a:latin typeface="Times New Roman" panose="02020603050405020304" pitchFamily="18" charset="0"/>
                <a:cs typeface="Times New Roman" panose="02020603050405020304" pitchFamily="18" charset="0"/>
              </a:rPr>
              <a:t>First in, First out</a:t>
            </a:r>
            <a:r>
              <a:rPr lang="en-US" b="0" i="0" dirty="0">
                <a:solidFill>
                  <a:srgbClr val="273239"/>
                </a:solidFill>
                <a:effectLst/>
                <a:latin typeface="Times New Roman" panose="02020603050405020304" pitchFamily="18" charset="0"/>
                <a:cs typeface="Times New Roman" panose="02020603050405020304" pitchFamily="18" charset="0"/>
              </a:rPr>
              <a:t>" </a:t>
            </a:r>
            <a:r>
              <a:rPr lang="en-US" b="1" i="0" dirty="0">
                <a:solidFill>
                  <a:srgbClr val="273239"/>
                </a:solidFill>
                <a:effectLst/>
                <a:latin typeface="Times New Roman" panose="02020603050405020304" pitchFamily="18" charset="0"/>
                <a:cs typeface="Times New Roman" panose="02020603050405020304" pitchFamily="18" charset="0"/>
              </a:rPr>
              <a:t>(FIFO)</a:t>
            </a:r>
            <a:r>
              <a:rPr lang="en-US" b="0" i="0" dirty="0">
                <a:solidFill>
                  <a:srgbClr val="273239"/>
                </a:solidFill>
                <a:effectLst/>
                <a:latin typeface="Times New Roman" panose="02020603050405020304" pitchFamily="18" charset="0"/>
                <a:cs typeface="Times New Roman" panose="02020603050405020304" pitchFamily="18" charset="0"/>
              </a:rPr>
              <a:t>, where the first element added to the queue is the first one to be removed. </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59315903"/>
      </p:ext>
    </p:extLst>
  </p:cSld>
  <p:clrMapOvr>
    <a:masterClrMapping/>
  </p:clrMapOvr>
  <p:transition spd="slow">
    <p:push dir="u"/>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Queue in C# with Implementation - Learn Coding from Experts">
            <a:extLst>
              <a:ext uri="{FF2B5EF4-FFF2-40B4-BE49-F238E27FC236}">
                <a16:creationId xmlns:a16="http://schemas.microsoft.com/office/drawing/2014/main" id="{F81B468B-CF80-A05E-301C-C6ED9ED853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2955" y="207769"/>
            <a:ext cx="11179277" cy="64424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0399122"/>
      </p:ext>
    </p:extLst>
  </p:cSld>
  <p:clrMapOvr>
    <a:masterClrMapping/>
  </p:clrMapOvr>
  <p:transition spd="slow">
    <p:push dir="u"/>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E01EF-D64E-5AB3-78C5-830A9639586A}"/>
              </a:ext>
            </a:extLst>
          </p:cNvPr>
          <p:cNvSpPr>
            <a:spLocks noGrp="1"/>
          </p:cNvSpPr>
          <p:nvPr>
            <p:ph type="title"/>
          </p:nvPr>
        </p:nvSpPr>
        <p:spPr>
          <a:xfrm>
            <a:off x="838200" y="165509"/>
            <a:ext cx="10515600" cy="1031056"/>
          </a:xfrm>
        </p:spPr>
        <p:txBody>
          <a:bodyPr/>
          <a:lstStyle/>
          <a:p>
            <a:r>
              <a:rPr lang="en-IN" b="1" dirty="0"/>
              <a:t>Queue using Arrays</a:t>
            </a:r>
          </a:p>
        </p:txBody>
      </p:sp>
      <p:sp>
        <p:nvSpPr>
          <p:cNvPr id="3" name="Content Placeholder 2">
            <a:extLst>
              <a:ext uri="{FF2B5EF4-FFF2-40B4-BE49-F238E27FC236}">
                <a16:creationId xmlns:a16="http://schemas.microsoft.com/office/drawing/2014/main" id="{906B3865-359A-516D-ADA8-BC9B7031B78F}"/>
              </a:ext>
            </a:extLst>
          </p:cNvPr>
          <p:cNvSpPr>
            <a:spLocks noGrp="1"/>
          </p:cNvSpPr>
          <p:nvPr>
            <p:ph idx="1"/>
          </p:nvPr>
        </p:nvSpPr>
        <p:spPr>
          <a:xfrm>
            <a:off x="838200" y="1504335"/>
            <a:ext cx="10515600" cy="5188155"/>
          </a:xfrm>
        </p:spPr>
        <p:txBody>
          <a:bodyPr>
            <a:normAutofit/>
          </a:bodyPr>
          <a:lstStyle/>
          <a:p>
            <a:pPr marL="114300" marR="0" indent="-342900">
              <a:buFont typeface="+mj-lt"/>
              <a:buAutoNum type="arabicPeriod"/>
            </a:pPr>
            <a:r>
              <a:rPr lang="en-IN" sz="2000" b="1" dirty="0">
                <a:solidFill>
                  <a:srgbClr val="7F0055"/>
                </a:solidFill>
                <a:effectLst/>
                <a:latin typeface="Courier New" panose="02070309020205020404" pitchFamily="49" charset="0"/>
              </a:rPr>
              <a:t>public</a:t>
            </a:r>
            <a:r>
              <a:rPr lang="en-IN" sz="2000" dirty="0">
                <a:solidFill>
                  <a:srgbClr val="000000"/>
                </a:solidFill>
                <a:effectLst/>
                <a:latin typeface="Courier New" panose="02070309020205020404" pitchFamily="49" charset="0"/>
              </a:rPr>
              <a:t> </a:t>
            </a:r>
            <a:r>
              <a:rPr lang="en-IN" sz="2000" b="1" dirty="0">
                <a:solidFill>
                  <a:srgbClr val="7F0055"/>
                </a:solidFill>
                <a:effectLst/>
                <a:latin typeface="Courier New" panose="02070309020205020404" pitchFamily="49" charset="0"/>
              </a:rPr>
              <a:t>class</a:t>
            </a:r>
            <a:r>
              <a:rPr lang="en-IN" sz="2000" dirty="0">
                <a:solidFill>
                  <a:srgbClr val="000000"/>
                </a:solidFill>
                <a:effectLst/>
                <a:latin typeface="Courier New" panose="02070309020205020404" pitchFamily="49" charset="0"/>
              </a:rPr>
              <a:t> </a:t>
            </a:r>
            <a:r>
              <a:rPr lang="en-IN" sz="2000" dirty="0" err="1">
                <a:solidFill>
                  <a:srgbClr val="000000"/>
                </a:solidFill>
                <a:effectLst/>
                <a:latin typeface="Courier New" panose="02070309020205020404" pitchFamily="49" charset="0"/>
              </a:rPr>
              <a:t>Queue_Array</a:t>
            </a:r>
            <a:r>
              <a:rPr lang="en-IN" sz="2000" dirty="0">
                <a:solidFill>
                  <a:srgbClr val="000000"/>
                </a:solidFill>
                <a:effectLst/>
                <a:latin typeface="Courier New" panose="02070309020205020404" pitchFamily="49" charset="0"/>
              </a:rPr>
              <a:t> {</a:t>
            </a:r>
          </a:p>
          <a:p>
            <a:pPr marL="114300" marR="0" indent="-342900">
              <a:buFont typeface="+mj-lt"/>
              <a:buAutoNum type="arabicPeriod"/>
            </a:pPr>
            <a:r>
              <a:rPr lang="en-IN" sz="2000" b="1" dirty="0">
                <a:solidFill>
                  <a:srgbClr val="7F0055"/>
                </a:solidFill>
                <a:effectLst/>
                <a:latin typeface="Courier New" panose="02070309020205020404" pitchFamily="49" charset="0"/>
              </a:rPr>
              <a:t>static</a:t>
            </a:r>
            <a:r>
              <a:rPr lang="en-IN" sz="2000" dirty="0">
                <a:solidFill>
                  <a:srgbClr val="000000"/>
                </a:solidFill>
                <a:effectLst/>
                <a:latin typeface="Courier New" panose="02070309020205020404" pitchFamily="49" charset="0"/>
              </a:rPr>
              <a:t> </a:t>
            </a:r>
            <a:r>
              <a:rPr lang="en-IN" sz="2000" b="1" dirty="0">
                <a:solidFill>
                  <a:srgbClr val="7F0055"/>
                </a:solidFill>
                <a:effectLst/>
                <a:latin typeface="Courier New" panose="02070309020205020404" pitchFamily="49" charset="0"/>
              </a:rPr>
              <a:t>int</a:t>
            </a:r>
            <a:r>
              <a:rPr lang="en-IN" sz="2000" dirty="0">
                <a:solidFill>
                  <a:srgbClr val="000000"/>
                </a:solidFill>
                <a:effectLst/>
                <a:latin typeface="Courier New" panose="02070309020205020404" pitchFamily="49" charset="0"/>
              </a:rPr>
              <a:t> </a:t>
            </a:r>
            <a:r>
              <a:rPr lang="en-IN" sz="2000" i="1" dirty="0" err="1">
                <a:solidFill>
                  <a:srgbClr val="0000C0"/>
                </a:solidFill>
                <a:effectLst/>
                <a:latin typeface="Courier New" panose="02070309020205020404" pitchFamily="49" charset="0"/>
              </a:rPr>
              <a:t>maxcap</a:t>
            </a:r>
            <a:r>
              <a:rPr lang="en-IN" sz="2000" dirty="0">
                <a:solidFill>
                  <a:srgbClr val="000000"/>
                </a:solidFill>
                <a:effectLst/>
                <a:latin typeface="Courier New" panose="02070309020205020404" pitchFamily="49" charset="0"/>
              </a:rPr>
              <a:t> = 1000;</a:t>
            </a:r>
          </a:p>
          <a:p>
            <a:pPr marL="114300" marR="0" indent="-342900">
              <a:buFont typeface="+mj-lt"/>
              <a:buAutoNum type="arabicPeriod"/>
            </a:pPr>
            <a:r>
              <a:rPr lang="en-IN" sz="2000" b="1" dirty="0">
                <a:solidFill>
                  <a:srgbClr val="7F0055"/>
                </a:solidFill>
                <a:effectLst/>
                <a:latin typeface="Courier New" panose="02070309020205020404" pitchFamily="49" charset="0"/>
              </a:rPr>
              <a:t>static</a:t>
            </a:r>
            <a:r>
              <a:rPr lang="en-IN" sz="2000" dirty="0">
                <a:solidFill>
                  <a:srgbClr val="000000"/>
                </a:solidFill>
                <a:effectLst/>
                <a:latin typeface="Courier New" panose="02070309020205020404" pitchFamily="49" charset="0"/>
              </a:rPr>
              <a:t> </a:t>
            </a:r>
            <a:r>
              <a:rPr lang="en-IN" sz="2000" b="1" dirty="0">
                <a:solidFill>
                  <a:srgbClr val="7F0055"/>
                </a:solidFill>
                <a:effectLst/>
                <a:latin typeface="Courier New" panose="02070309020205020404" pitchFamily="49" charset="0"/>
              </a:rPr>
              <a:t>int</a:t>
            </a:r>
            <a:r>
              <a:rPr lang="en-IN" sz="2000" dirty="0">
                <a:solidFill>
                  <a:srgbClr val="000000"/>
                </a:solidFill>
                <a:effectLst/>
                <a:latin typeface="Courier New" panose="02070309020205020404" pitchFamily="49" charset="0"/>
              </a:rPr>
              <a:t>[] </a:t>
            </a:r>
            <a:r>
              <a:rPr lang="en-IN" sz="2000" i="1" dirty="0">
                <a:solidFill>
                  <a:srgbClr val="0000C0"/>
                </a:solidFill>
                <a:effectLst/>
                <a:latin typeface="Courier New" panose="02070309020205020404" pitchFamily="49" charset="0"/>
              </a:rPr>
              <a:t>a</a:t>
            </a:r>
            <a:r>
              <a:rPr lang="en-IN" sz="2000" dirty="0">
                <a:solidFill>
                  <a:srgbClr val="000000"/>
                </a:solidFill>
                <a:effectLst/>
                <a:latin typeface="Courier New" panose="02070309020205020404" pitchFamily="49" charset="0"/>
              </a:rPr>
              <a:t> = </a:t>
            </a:r>
            <a:r>
              <a:rPr lang="en-IN" sz="2000" b="1" dirty="0">
                <a:solidFill>
                  <a:srgbClr val="7F0055"/>
                </a:solidFill>
                <a:effectLst/>
                <a:latin typeface="Courier New" panose="02070309020205020404" pitchFamily="49" charset="0"/>
              </a:rPr>
              <a:t>new</a:t>
            </a:r>
            <a:r>
              <a:rPr lang="en-IN" sz="2000" dirty="0">
                <a:solidFill>
                  <a:srgbClr val="000000"/>
                </a:solidFill>
                <a:effectLst/>
                <a:latin typeface="Courier New" panose="02070309020205020404" pitchFamily="49" charset="0"/>
              </a:rPr>
              <a:t> </a:t>
            </a:r>
            <a:r>
              <a:rPr lang="en-IN" sz="2000" b="1" dirty="0">
                <a:solidFill>
                  <a:srgbClr val="7F0055"/>
                </a:solidFill>
                <a:effectLst/>
                <a:latin typeface="Courier New" panose="02070309020205020404" pitchFamily="49" charset="0"/>
              </a:rPr>
              <a:t>int</a:t>
            </a:r>
            <a:r>
              <a:rPr lang="en-IN" sz="2000" dirty="0">
                <a:solidFill>
                  <a:srgbClr val="000000"/>
                </a:solidFill>
                <a:effectLst/>
                <a:latin typeface="Courier New" panose="02070309020205020404" pitchFamily="49" charset="0"/>
              </a:rPr>
              <a:t>[</a:t>
            </a:r>
            <a:r>
              <a:rPr lang="en-IN" sz="2000" i="1" dirty="0" err="1">
                <a:solidFill>
                  <a:srgbClr val="0000C0"/>
                </a:solidFill>
                <a:effectLst/>
                <a:latin typeface="Courier New" panose="02070309020205020404" pitchFamily="49" charset="0"/>
              </a:rPr>
              <a:t>maxcap</a:t>
            </a:r>
            <a:r>
              <a:rPr lang="en-IN" sz="2000" dirty="0">
                <a:solidFill>
                  <a:srgbClr val="000000"/>
                </a:solidFill>
                <a:effectLst/>
                <a:latin typeface="Courier New" panose="02070309020205020404" pitchFamily="49" charset="0"/>
              </a:rPr>
              <a:t>];</a:t>
            </a:r>
          </a:p>
          <a:p>
            <a:pPr marL="114300" marR="0" indent="-342900">
              <a:buFont typeface="+mj-lt"/>
              <a:buAutoNum type="arabicPeriod"/>
            </a:pPr>
            <a:r>
              <a:rPr lang="en-IN" sz="2000" b="1" dirty="0">
                <a:solidFill>
                  <a:srgbClr val="7F0055"/>
                </a:solidFill>
                <a:effectLst/>
                <a:latin typeface="Courier New" panose="02070309020205020404" pitchFamily="49" charset="0"/>
              </a:rPr>
              <a:t>static</a:t>
            </a:r>
            <a:r>
              <a:rPr lang="en-IN" sz="2000" dirty="0">
                <a:solidFill>
                  <a:srgbClr val="000000"/>
                </a:solidFill>
                <a:effectLst/>
                <a:latin typeface="Courier New" panose="02070309020205020404" pitchFamily="49" charset="0"/>
              </a:rPr>
              <a:t> </a:t>
            </a:r>
            <a:r>
              <a:rPr lang="en-IN" sz="2000" b="1" dirty="0">
                <a:solidFill>
                  <a:srgbClr val="7F0055"/>
                </a:solidFill>
                <a:effectLst/>
                <a:latin typeface="Courier New" panose="02070309020205020404" pitchFamily="49" charset="0"/>
              </a:rPr>
              <a:t>int</a:t>
            </a:r>
            <a:r>
              <a:rPr lang="en-IN" sz="2000" dirty="0">
                <a:solidFill>
                  <a:srgbClr val="000000"/>
                </a:solidFill>
                <a:effectLst/>
                <a:latin typeface="Courier New" panose="02070309020205020404" pitchFamily="49" charset="0"/>
              </a:rPr>
              <a:t> </a:t>
            </a:r>
            <a:r>
              <a:rPr lang="en-IN" sz="2000" i="1" dirty="0">
                <a:solidFill>
                  <a:srgbClr val="0000C0"/>
                </a:solidFill>
                <a:effectLst/>
                <a:latin typeface="Courier New" panose="02070309020205020404" pitchFamily="49" charset="0"/>
              </a:rPr>
              <a:t>rear</a:t>
            </a:r>
            <a:r>
              <a:rPr lang="en-IN" sz="2000" dirty="0">
                <a:solidFill>
                  <a:srgbClr val="000000"/>
                </a:solidFill>
                <a:effectLst/>
                <a:latin typeface="Courier New" panose="02070309020205020404" pitchFamily="49" charset="0"/>
              </a:rPr>
              <a:t> = -1, </a:t>
            </a:r>
            <a:r>
              <a:rPr lang="en-IN" sz="2000" i="1" dirty="0">
                <a:solidFill>
                  <a:srgbClr val="0000C0"/>
                </a:solidFill>
                <a:effectLst/>
                <a:latin typeface="Courier New" panose="02070309020205020404" pitchFamily="49" charset="0"/>
              </a:rPr>
              <a:t>front</a:t>
            </a:r>
            <a:r>
              <a:rPr lang="en-IN" sz="2000" dirty="0">
                <a:solidFill>
                  <a:srgbClr val="000000"/>
                </a:solidFill>
                <a:effectLst/>
                <a:latin typeface="Courier New" panose="02070309020205020404" pitchFamily="49" charset="0"/>
              </a:rPr>
              <a:t> = -1;</a:t>
            </a:r>
            <a:br>
              <a:rPr lang="en-IN" sz="2000" dirty="0">
                <a:solidFill>
                  <a:srgbClr val="000000"/>
                </a:solidFill>
                <a:effectLst/>
                <a:latin typeface="Courier New" panose="02070309020205020404" pitchFamily="49" charset="0"/>
              </a:rPr>
            </a:br>
            <a:endParaRPr lang="en-IN" sz="2000" dirty="0">
              <a:solidFill>
                <a:srgbClr val="000000"/>
              </a:solidFill>
              <a:effectLst/>
              <a:latin typeface="Courier New" panose="02070309020205020404" pitchFamily="49" charset="0"/>
            </a:endParaRPr>
          </a:p>
          <a:p>
            <a:pPr marL="114300" marR="0" indent="-342900">
              <a:buFont typeface="+mj-lt"/>
              <a:buAutoNum type="arabicPeriod"/>
            </a:pPr>
            <a:r>
              <a:rPr lang="en-IN" sz="2000" b="1" dirty="0">
                <a:solidFill>
                  <a:srgbClr val="7F0055"/>
                </a:solidFill>
                <a:effectLst/>
                <a:latin typeface="Courier New" panose="02070309020205020404" pitchFamily="49" charset="0"/>
              </a:rPr>
              <a:t>public</a:t>
            </a:r>
            <a:r>
              <a:rPr lang="en-IN" sz="2000" dirty="0">
                <a:solidFill>
                  <a:srgbClr val="000000"/>
                </a:solidFill>
                <a:effectLst/>
                <a:latin typeface="Courier New" panose="02070309020205020404" pitchFamily="49" charset="0"/>
              </a:rPr>
              <a:t> </a:t>
            </a:r>
            <a:r>
              <a:rPr lang="en-IN" sz="2000" b="1" dirty="0">
                <a:solidFill>
                  <a:srgbClr val="7F0055"/>
                </a:solidFill>
                <a:effectLst/>
                <a:latin typeface="Courier New" panose="02070309020205020404" pitchFamily="49" charset="0"/>
              </a:rPr>
              <a:t>static</a:t>
            </a:r>
            <a:r>
              <a:rPr lang="en-IN" sz="2000" dirty="0">
                <a:solidFill>
                  <a:srgbClr val="000000"/>
                </a:solidFill>
                <a:effectLst/>
                <a:latin typeface="Courier New" panose="02070309020205020404" pitchFamily="49" charset="0"/>
              </a:rPr>
              <a:t> </a:t>
            </a:r>
            <a:r>
              <a:rPr lang="en-IN" sz="2000" b="1" dirty="0" err="1">
                <a:solidFill>
                  <a:srgbClr val="7F0055"/>
                </a:solidFill>
                <a:effectLst/>
                <a:latin typeface="Courier New" panose="02070309020205020404" pitchFamily="49" charset="0"/>
              </a:rPr>
              <a:t>boolean</a:t>
            </a:r>
            <a:r>
              <a:rPr lang="en-IN" sz="2000" dirty="0">
                <a:solidFill>
                  <a:srgbClr val="000000"/>
                </a:solidFill>
                <a:effectLst/>
                <a:latin typeface="Courier New" panose="02070309020205020404" pitchFamily="49" charset="0"/>
              </a:rPr>
              <a:t> </a:t>
            </a:r>
            <a:r>
              <a:rPr lang="en-IN" sz="2000" dirty="0" err="1">
                <a:solidFill>
                  <a:srgbClr val="000000"/>
                </a:solidFill>
                <a:effectLst/>
                <a:latin typeface="Courier New" panose="02070309020205020404" pitchFamily="49" charset="0"/>
              </a:rPr>
              <a:t>isempty</a:t>
            </a:r>
            <a:r>
              <a:rPr lang="en-IN" sz="2000" dirty="0">
                <a:solidFill>
                  <a:srgbClr val="000000"/>
                </a:solidFill>
                <a:effectLst/>
                <a:latin typeface="Courier New" panose="02070309020205020404" pitchFamily="49" charset="0"/>
              </a:rPr>
              <a:t>() {</a:t>
            </a:r>
          </a:p>
          <a:p>
            <a:pPr marL="114300" marR="0" indent="-342900">
              <a:buFont typeface="+mj-lt"/>
              <a:buAutoNum type="arabicPeriod"/>
            </a:pPr>
            <a:r>
              <a:rPr lang="en-IN" sz="2000" b="1" dirty="0">
                <a:solidFill>
                  <a:srgbClr val="7F0055"/>
                </a:solidFill>
                <a:effectLst/>
                <a:latin typeface="Courier New" panose="02070309020205020404" pitchFamily="49" charset="0"/>
              </a:rPr>
              <a:t>return</a:t>
            </a:r>
            <a:r>
              <a:rPr lang="en-IN" sz="2000" dirty="0">
                <a:solidFill>
                  <a:srgbClr val="000000"/>
                </a:solidFill>
                <a:effectLst/>
                <a:latin typeface="Courier New" panose="02070309020205020404" pitchFamily="49" charset="0"/>
              </a:rPr>
              <a:t> </a:t>
            </a:r>
            <a:r>
              <a:rPr lang="en-IN" sz="2000" i="1" dirty="0">
                <a:solidFill>
                  <a:srgbClr val="0000C0"/>
                </a:solidFill>
                <a:effectLst/>
                <a:latin typeface="Courier New" panose="02070309020205020404" pitchFamily="49" charset="0"/>
              </a:rPr>
              <a:t>front</a:t>
            </a:r>
            <a:r>
              <a:rPr lang="en-IN" sz="2000" dirty="0">
                <a:solidFill>
                  <a:srgbClr val="000000"/>
                </a:solidFill>
                <a:effectLst/>
                <a:latin typeface="Courier New" panose="02070309020205020404" pitchFamily="49" charset="0"/>
              </a:rPr>
              <a:t> == -1;</a:t>
            </a:r>
          </a:p>
          <a:p>
            <a:pPr marL="114300" marR="0" indent="-342900">
              <a:buFont typeface="+mj-lt"/>
              <a:buAutoNum type="arabicPeriod"/>
            </a:pPr>
            <a:r>
              <a:rPr lang="en-IN" sz="2000" dirty="0">
                <a:solidFill>
                  <a:srgbClr val="000000"/>
                </a:solidFill>
                <a:effectLst/>
                <a:latin typeface="Courier New" panose="02070309020205020404" pitchFamily="49" charset="0"/>
              </a:rPr>
              <a:t>}</a:t>
            </a:r>
          </a:p>
          <a:p>
            <a:pPr marL="342900" marR="0" indent="-342900">
              <a:buFont typeface="+mj-lt"/>
              <a:buAutoNum type="arabicPeriod"/>
            </a:pPr>
            <a:endParaRPr lang="en-IN" sz="2000" dirty="0">
              <a:solidFill>
                <a:srgbClr val="000000"/>
              </a:solidFill>
              <a:effectLst/>
              <a:latin typeface="Courier New" panose="02070309020205020404" pitchFamily="49" charset="0"/>
            </a:endParaRPr>
          </a:p>
          <a:p>
            <a:pPr marL="114300" marR="0" indent="-342900">
              <a:buFont typeface="+mj-lt"/>
              <a:buAutoNum type="arabicPeriod"/>
            </a:pPr>
            <a:r>
              <a:rPr lang="en-IN" sz="2000" b="1" dirty="0">
                <a:solidFill>
                  <a:srgbClr val="7F0055"/>
                </a:solidFill>
                <a:effectLst/>
                <a:latin typeface="Courier New" panose="02070309020205020404" pitchFamily="49" charset="0"/>
              </a:rPr>
              <a:t>public</a:t>
            </a:r>
            <a:r>
              <a:rPr lang="en-IN" sz="2000" dirty="0">
                <a:solidFill>
                  <a:srgbClr val="000000"/>
                </a:solidFill>
                <a:effectLst/>
                <a:latin typeface="Courier New" panose="02070309020205020404" pitchFamily="49" charset="0"/>
              </a:rPr>
              <a:t> </a:t>
            </a:r>
            <a:r>
              <a:rPr lang="en-IN" sz="2000" b="1" dirty="0">
                <a:solidFill>
                  <a:srgbClr val="7F0055"/>
                </a:solidFill>
                <a:effectLst/>
                <a:latin typeface="Courier New" panose="02070309020205020404" pitchFamily="49" charset="0"/>
              </a:rPr>
              <a:t>static</a:t>
            </a:r>
            <a:r>
              <a:rPr lang="en-IN" sz="2000" dirty="0">
                <a:solidFill>
                  <a:srgbClr val="000000"/>
                </a:solidFill>
                <a:effectLst/>
                <a:latin typeface="Courier New" panose="02070309020205020404" pitchFamily="49" charset="0"/>
              </a:rPr>
              <a:t> </a:t>
            </a:r>
            <a:r>
              <a:rPr lang="en-IN" sz="2000" b="1" dirty="0" err="1">
                <a:solidFill>
                  <a:srgbClr val="7F0055"/>
                </a:solidFill>
                <a:effectLst/>
                <a:latin typeface="Courier New" panose="02070309020205020404" pitchFamily="49" charset="0"/>
              </a:rPr>
              <a:t>boolean</a:t>
            </a:r>
            <a:r>
              <a:rPr lang="en-IN" sz="2000" dirty="0">
                <a:solidFill>
                  <a:srgbClr val="000000"/>
                </a:solidFill>
                <a:effectLst/>
                <a:latin typeface="Courier New" panose="02070309020205020404" pitchFamily="49" charset="0"/>
              </a:rPr>
              <a:t> </a:t>
            </a:r>
            <a:r>
              <a:rPr lang="en-IN" sz="2000" dirty="0" err="1">
                <a:solidFill>
                  <a:srgbClr val="000000"/>
                </a:solidFill>
                <a:effectLst/>
                <a:latin typeface="Courier New" panose="02070309020205020404" pitchFamily="49" charset="0"/>
              </a:rPr>
              <a:t>isfull</a:t>
            </a:r>
            <a:r>
              <a:rPr lang="en-IN" sz="2000" dirty="0">
                <a:solidFill>
                  <a:srgbClr val="000000"/>
                </a:solidFill>
                <a:effectLst/>
                <a:latin typeface="Courier New" panose="02070309020205020404" pitchFamily="49" charset="0"/>
              </a:rPr>
              <a:t>() {</a:t>
            </a:r>
          </a:p>
          <a:p>
            <a:pPr marL="114300" marR="0" indent="-342900">
              <a:buFont typeface="+mj-lt"/>
              <a:buAutoNum type="arabicPeriod"/>
            </a:pPr>
            <a:r>
              <a:rPr lang="en-IN" sz="2000" b="1" dirty="0">
                <a:solidFill>
                  <a:srgbClr val="7F0055"/>
                </a:solidFill>
                <a:effectLst/>
                <a:latin typeface="Courier New" panose="02070309020205020404" pitchFamily="49" charset="0"/>
              </a:rPr>
              <a:t>return</a:t>
            </a:r>
            <a:r>
              <a:rPr lang="en-IN" sz="2000" dirty="0">
                <a:solidFill>
                  <a:srgbClr val="000000"/>
                </a:solidFill>
                <a:effectLst/>
                <a:latin typeface="Courier New" panose="02070309020205020404" pitchFamily="49" charset="0"/>
              </a:rPr>
              <a:t> </a:t>
            </a:r>
            <a:r>
              <a:rPr lang="en-IN" sz="2000" i="1" dirty="0">
                <a:solidFill>
                  <a:srgbClr val="0000C0"/>
                </a:solidFill>
                <a:effectLst/>
                <a:latin typeface="Courier New" panose="02070309020205020404" pitchFamily="49" charset="0"/>
              </a:rPr>
              <a:t>rear</a:t>
            </a:r>
            <a:r>
              <a:rPr lang="en-IN" sz="2000" dirty="0">
                <a:solidFill>
                  <a:srgbClr val="000000"/>
                </a:solidFill>
                <a:effectLst/>
                <a:latin typeface="Courier New" panose="02070309020205020404" pitchFamily="49" charset="0"/>
              </a:rPr>
              <a:t> == </a:t>
            </a:r>
            <a:r>
              <a:rPr lang="en-IN" sz="2000" i="1" dirty="0" err="1">
                <a:solidFill>
                  <a:srgbClr val="0000C0"/>
                </a:solidFill>
                <a:effectLst/>
                <a:latin typeface="Courier New" panose="02070309020205020404" pitchFamily="49" charset="0"/>
              </a:rPr>
              <a:t>maxcap</a:t>
            </a:r>
            <a:r>
              <a:rPr lang="en-IN" sz="2000" dirty="0">
                <a:solidFill>
                  <a:srgbClr val="000000"/>
                </a:solidFill>
                <a:effectLst/>
                <a:latin typeface="Courier New" panose="02070309020205020404" pitchFamily="49" charset="0"/>
              </a:rPr>
              <a:t> - 1;</a:t>
            </a:r>
          </a:p>
          <a:p>
            <a:pPr marL="114300" marR="0" indent="-342900">
              <a:buFont typeface="+mj-lt"/>
              <a:buAutoNum type="arabicPeriod"/>
            </a:pPr>
            <a:r>
              <a:rPr lang="en-IN" sz="2000" dirty="0">
                <a:solidFill>
                  <a:srgbClr val="000000"/>
                </a:solidFill>
                <a:effectLst/>
                <a:latin typeface="Courier New" panose="02070309020205020404" pitchFamily="49" charset="0"/>
              </a:rPr>
              <a:t>}</a:t>
            </a:r>
          </a:p>
          <a:p>
            <a:pPr marL="514350" indent="-514350">
              <a:buFont typeface="+mj-lt"/>
              <a:buAutoNum type="arabicPeriod"/>
            </a:pPr>
            <a:endParaRPr lang="en-IN" sz="2000" dirty="0"/>
          </a:p>
        </p:txBody>
      </p:sp>
    </p:spTree>
    <p:extLst>
      <p:ext uri="{BB962C8B-B14F-4D97-AF65-F5344CB8AC3E}">
        <p14:creationId xmlns:p14="http://schemas.microsoft.com/office/powerpoint/2010/main" val="2285379823"/>
      </p:ext>
    </p:extLst>
  </p:cSld>
  <p:clrMapOvr>
    <a:masterClrMapping/>
  </p:clrMapOvr>
  <p:transition spd="slow">
    <p:push dir="u"/>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156DC93-7926-23BD-49A9-A6401BF18CCA}"/>
              </a:ext>
            </a:extLst>
          </p:cNvPr>
          <p:cNvSpPr>
            <a:spLocks noGrp="1"/>
          </p:cNvSpPr>
          <p:nvPr>
            <p:ph idx="1"/>
          </p:nvPr>
        </p:nvSpPr>
        <p:spPr>
          <a:xfrm>
            <a:off x="403123" y="1012722"/>
            <a:ext cx="10950677" cy="5692877"/>
          </a:xfrm>
        </p:spPr>
        <p:txBody>
          <a:bodyPr>
            <a:normAutofit/>
          </a:bodyPr>
          <a:lstStyle/>
          <a:p>
            <a:pPr marL="114300" marR="0" indent="-342900">
              <a:lnSpc>
                <a:spcPct val="150000"/>
              </a:lnSpc>
              <a:buFont typeface="+mj-lt"/>
              <a:buAutoNum type="arabicPeriod" startAt="11"/>
            </a:pPr>
            <a:r>
              <a:rPr lang="en-IN" sz="2000" b="1" dirty="0">
                <a:solidFill>
                  <a:srgbClr val="7F0055"/>
                </a:solidFill>
                <a:effectLst/>
                <a:latin typeface="Courier New" panose="02070309020205020404" pitchFamily="49" charset="0"/>
              </a:rPr>
              <a:t>public</a:t>
            </a:r>
            <a:r>
              <a:rPr lang="en-IN" sz="2000" dirty="0">
                <a:solidFill>
                  <a:srgbClr val="000000"/>
                </a:solidFill>
                <a:effectLst/>
                <a:latin typeface="Courier New" panose="02070309020205020404" pitchFamily="49" charset="0"/>
              </a:rPr>
              <a:t> </a:t>
            </a:r>
            <a:r>
              <a:rPr lang="en-IN" sz="2000" b="1" dirty="0">
                <a:solidFill>
                  <a:srgbClr val="7F0055"/>
                </a:solidFill>
                <a:effectLst/>
                <a:latin typeface="Courier New" panose="02070309020205020404" pitchFamily="49" charset="0"/>
              </a:rPr>
              <a:t>static</a:t>
            </a:r>
            <a:r>
              <a:rPr lang="en-IN" sz="2000" dirty="0">
                <a:solidFill>
                  <a:srgbClr val="000000"/>
                </a:solidFill>
                <a:effectLst/>
                <a:latin typeface="Courier New" panose="02070309020205020404" pitchFamily="49" charset="0"/>
              </a:rPr>
              <a:t> </a:t>
            </a:r>
            <a:r>
              <a:rPr lang="en-IN" sz="2000" b="1" dirty="0">
                <a:solidFill>
                  <a:srgbClr val="7F0055"/>
                </a:solidFill>
                <a:effectLst/>
                <a:latin typeface="Courier New" panose="02070309020205020404" pitchFamily="49" charset="0"/>
              </a:rPr>
              <a:t>void</a:t>
            </a:r>
            <a:r>
              <a:rPr lang="en-IN" sz="2000" dirty="0">
                <a:solidFill>
                  <a:srgbClr val="000000"/>
                </a:solidFill>
                <a:effectLst/>
                <a:latin typeface="Courier New" panose="02070309020205020404" pitchFamily="49" charset="0"/>
              </a:rPr>
              <a:t> enqueue(</a:t>
            </a:r>
            <a:r>
              <a:rPr lang="en-IN" sz="2000" b="1" dirty="0">
                <a:solidFill>
                  <a:srgbClr val="7F0055"/>
                </a:solidFill>
                <a:effectLst/>
                <a:latin typeface="Courier New" panose="02070309020205020404" pitchFamily="49" charset="0"/>
              </a:rPr>
              <a:t>int</a:t>
            </a:r>
            <a:r>
              <a:rPr lang="en-IN" sz="2000" dirty="0">
                <a:solidFill>
                  <a:srgbClr val="000000"/>
                </a:solidFill>
                <a:effectLst/>
                <a:latin typeface="Courier New" panose="02070309020205020404" pitchFamily="49" charset="0"/>
              </a:rPr>
              <a:t> </a:t>
            </a:r>
            <a:r>
              <a:rPr lang="en-IN" sz="2000" dirty="0">
                <a:solidFill>
                  <a:srgbClr val="6A3E3E"/>
                </a:solidFill>
                <a:effectLst/>
                <a:latin typeface="Courier New" panose="02070309020205020404" pitchFamily="49" charset="0"/>
              </a:rPr>
              <a:t>e</a:t>
            </a:r>
            <a:r>
              <a:rPr lang="en-IN" sz="2000" dirty="0">
                <a:solidFill>
                  <a:srgbClr val="000000"/>
                </a:solidFill>
                <a:effectLst/>
                <a:latin typeface="Courier New" panose="02070309020205020404" pitchFamily="49" charset="0"/>
              </a:rPr>
              <a:t>) {</a:t>
            </a:r>
          </a:p>
          <a:p>
            <a:pPr marL="114300" marR="0" indent="-342900">
              <a:lnSpc>
                <a:spcPct val="150000"/>
              </a:lnSpc>
              <a:buFont typeface="+mj-lt"/>
              <a:buAutoNum type="arabicPeriod" startAt="11"/>
            </a:pPr>
            <a:r>
              <a:rPr lang="en-IN" sz="2000" b="1" dirty="0">
                <a:solidFill>
                  <a:srgbClr val="7F0055"/>
                </a:solidFill>
                <a:effectLst/>
                <a:latin typeface="Courier New" panose="02070309020205020404" pitchFamily="49" charset="0"/>
              </a:rPr>
              <a:t>if</a:t>
            </a:r>
            <a:r>
              <a:rPr lang="en-IN" sz="2000" dirty="0">
                <a:solidFill>
                  <a:srgbClr val="000000"/>
                </a:solidFill>
                <a:effectLst/>
                <a:latin typeface="Courier New" panose="02070309020205020404" pitchFamily="49" charset="0"/>
              </a:rPr>
              <a:t> (</a:t>
            </a:r>
            <a:r>
              <a:rPr lang="en-IN" sz="2000" i="1" dirty="0" err="1">
                <a:solidFill>
                  <a:srgbClr val="000000"/>
                </a:solidFill>
                <a:effectLst/>
                <a:latin typeface="Courier New" panose="02070309020205020404" pitchFamily="49" charset="0"/>
              </a:rPr>
              <a:t>isfull</a:t>
            </a:r>
            <a:r>
              <a:rPr lang="en-IN" sz="2000" dirty="0">
                <a:solidFill>
                  <a:srgbClr val="000000"/>
                </a:solidFill>
                <a:effectLst/>
                <a:latin typeface="Courier New" panose="02070309020205020404" pitchFamily="49" charset="0"/>
              </a:rPr>
              <a:t>()) {</a:t>
            </a:r>
          </a:p>
          <a:p>
            <a:pPr marL="114300" marR="0" indent="-342900">
              <a:lnSpc>
                <a:spcPct val="150000"/>
              </a:lnSpc>
              <a:buFont typeface="+mj-lt"/>
              <a:buAutoNum type="arabicPeriod" startAt="11"/>
            </a:pPr>
            <a:r>
              <a:rPr lang="en-IN" sz="2000" dirty="0" err="1">
                <a:solidFill>
                  <a:srgbClr val="000000"/>
                </a:solidFill>
                <a:effectLst/>
                <a:latin typeface="Courier New" panose="02070309020205020404" pitchFamily="49" charset="0"/>
              </a:rPr>
              <a:t>System.</a:t>
            </a:r>
            <a:r>
              <a:rPr lang="en-IN" sz="2000" b="1" i="1" dirty="0" err="1">
                <a:solidFill>
                  <a:srgbClr val="0000C0"/>
                </a:solidFill>
                <a:effectLst/>
                <a:latin typeface="Courier New" panose="02070309020205020404" pitchFamily="49" charset="0"/>
              </a:rPr>
              <a:t>out</a:t>
            </a:r>
            <a:r>
              <a:rPr lang="en-IN" sz="2000" dirty="0" err="1">
                <a:solidFill>
                  <a:srgbClr val="000000"/>
                </a:solidFill>
                <a:effectLst/>
                <a:latin typeface="Courier New" panose="02070309020205020404" pitchFamily="49" charset="0"/>
              </a:rPr>
              <a:t>.println</a:t>
            </a:r>
            <a:r>
              <a:rPr lang="en-IN" sz="2000" dirty="0">
                <a:solidFill>
                  <a:srgbClr val="000000"/>
                </a:solidFill>
                <a:effectLst/>
                <a:latin typeface="Courier New" panose="02070309020205020404" pitchFamily="49" charset="0"/>
              </a:rPr>
              <a:t>(</a:t>
            </a:r>
            <a:r>
              <a:rPr lang="en-IN" sz="2000" dirty="0">
                <a:solidFill>
                  <a:srgbClr val="2A00FF"/>
                </a:solidFill>
                <a:effectLst/>
                <a:latin typeface="Courier New" panose="02070309020205020404" pitchFamily="49" charset="0"/>
              </a:rPr>
              <a:t>"Queue is full! Can't insert."</a:t>
            </a:r>
            <a:r>
              <a:rPr lang="en-IN" sz="2000" dirty="0">
                <a:solidFill>
                  <a:srgbClr val="000000"/>
                </a:solidFill>
                <a:effectLst/>
                <a:latin typeface="Courier New" panose="02070309020205020404" pitchFamily="49" charset="0"/>
              </a:rPr>
              <a:t>);</a:t>
            </a:r>
          </a:p>
          <a:p>
            <a:pPr marL="114300" marR="0" indent="-342900">
              <a:lnSpc>
                <a:spcPct val="150000"/>
              </a:lnSpc>
              <a:buFont typeface="+mj-lt"/>
              <a:buAutoNum type="arabicPeriod" startAt="11"/>
            </a:pPr>
            <a:r>
              <a:rPr lang="en-IN" sz="2000" dirty="0">
                <a:solidFill>
                  <a:srgbClr val="000000"/>
                </a:solidFill>
                <a:effectLst/>
                <a:latin typeface="Courier New" panose="02070309020205020404" pitchFamily="49" charset="0"/>
              </a:rPr>
              <a:t>} </a:t>
            </a:r>
            <a:r>
              <a:rPr lang="en-IN" sz="2000" b="1" dirty="0">
                <a:solidFill>
                  <a:srgbClr val="7F0055"/>
                </a:solidFill>
                <a:effectLst/>
                <a:latin typeface="Courier New" panose="02070309020205020404" pitchFamily="49" charset="0"/>
              </a:rPr>
              <a:t>else</a:t>
            </a:r>
            <a:r>
              <a:rPr lang="en-IN" sz="2000" dirty="0">
                <a:solidFill>
                  <a:srgbClr val="000000"/>
                </a:solidFill>
                <a:effectLst/>
                <a:latin typeface="Courier New" panose="02070309020205020404" pitchFamily="49" charset="0"/>
              </a:rPr>
              <a:t> {</a:t>
            </a:r>
          </a:p>
          <a:p>
            <a:pPr marL="114300" marR="0" indent="-342900">
              <a:lnSpc>
                <a:spcPct val="150000"/>
              </a:lnSpc>
              <a:buFont typeface="+mj-lt"/>
              <a:buAutoNum type="arabicPeriod" startAt="11"/>
            </a:pPr>
            <a:r>
              <a:rPr lang="en-IN" sz="2000" b="1" dirty="0">
                <a:solidFill>
                  <a:srgbClr val="7F0055"/>
                </a:solidFill>
                <a:effectLst/>
                <a:latin typeface="Courier New" panose="02070309020205020404" pitchFamily="49" charset="0"/>
              </a:rPr>
              <a:t>if</a:t>
            </a:r>
            <a:r>
              <a:rPr lang="en-IN" sz="2000" dirty="0">
                <a:solidFill>
                  <a:srgbClr val="000000"/>
                </a:solidFill>
                <a:effectLst/>
                <a:latin typeface="Courier New" panose="02070309020205020404" pitchFamily="49" charset="0"/>
              </a:rPr>
              <a:t> (</a:t>
            </a:r>
            <a:r>
              <a:rPr lang="en-IN" sz="2000" i="1" dirty="0">
                <a:solidFill>
                  <a:srgbClr val="0000C0"/>
                </a:solidFill>
                <a:effectLst/>
                <a:latin typeface="Courier New" panose="02070309020205020404" pitchFamily="49" charset="0"/>
              </a:rPr>
              <a:t>front</a:t>
            </a:r>
            <a:r>
              <a:rPr lang="en-IN" sz="2000" dirty="0">
                <a:solidFill>
                  <a:srgbClr val="000000"/>
                </a:solidFill>
                <a:effectLst/>
                <a:latin typeface="Courier New" panose="02070309020205020404" pitchFamily="49" charset="0"/>
              </a:rPr>
              <a:t> == -1) {</a:t>
            </a:r>
          </a:p>
          <a:p>
            <a:pPr marL="114300" marR="0" indent="-342900">
              <a:lnSpc>
                <a:spcPct val="150000"/>
              </a:lnSpc>
              <a:buFont typeface="+mj-lt"/>
              <a:buAutoNum type="arabicPeriod" startAt="11"/>
            </a:pPr>
            <a:r>
              <a:rPr lang="en-IN" sz="2000" i="1" dirty="0">
                <a:solidFill>
                  <a:srgbClr val="0000C0"/>
                </a:solidFill>
                <a:effectLst/>
                <a:latin typeface="Courier New" panose="02070309020205020404" pitchFamily="49" charset="0"/>
              </a:rPr>
              <a:t>front</a:t>
            </a:r>
            <a:r>
              <a:rPr lang="en-IN" sz="2000" dirty="0">
                <a:solidFill>
                  <a:srgbClr val="000000"/>
                </a:solidFill>
                <a:effectLst/>
                <a:latin typeface="Courier New" panose="02070309020205020404" pitchFamily="49" charset="0"/>
              </a:rPr>
              <a:t> = 0; </a:t>
            </a:r>
          </a:p>
          <a:p>
            <a:pPr marL="114300" marR="0" indent="-342900">
              <a:lnSpc>
                <a:spcPct val="150000"/>
              </a:lnSpc>
              <a:buFont typeface="+mj-lt"/>
              <a:buAutoNum type="arabicPeriod" startAt="11"/>
            </a:pPr>
            <a:r>
              <a:rPr lang="en-IN" sz="2000" dirty="0">
                <a:solidFill>
                  <a:srgbClr val="000000"/>
                </a:solidFill>
                <a:effectLst/>
                <a:latin typeface="Courier New" panose="02070309020205020404" pitchFamily="49" charset="0"/>
              </a:rPr>
              <a:t>}</a:t>
            </a:r>
          </a:p>
          <a:p>
            <a:pPr marL="114300" marR="0" indent="-342900">
              <a:lnSpc>
                <a:spcPct val="150000"/>
              </a:lnSpc>
              <a:buFont typeface="+mj-lt"/>
              <a:buAutoNum type="arabicPeriod" startAt="11"/>
            </a:pPr>
            <a:r>
              <a:rPr lang="en-IN" sz="2000" i="1" dirty="0">
                <a:solidFill>
                  <a:srgbClr val="0000C0"/>
                </a:solidFill>
                <a:effectLst/>
                <a:latin typeface="Courier New" panose="02070309020205020404" pitchFamily="49" charset="0"/>
              </a:rPr>
              <a:t>a</a:t>
            </a:r>
            <a:r>
              <a:rPr lang="en-IN" sz="2000" dirty="0">
                <a:solidFill>
                  <a:srgbClr val="000000"/>
                </a:solidFill>
                <a:effectLst/>
                <a:latin typeface="Courier New" panose="02070309020205020404" pitchFamily="49" charset="0"/>
              </a:rPr>
              <a:t>[++</a:t>
            </a:r>
            <a:r>
              <a:rPr lang="en-IN" sz="2000" i="1" dirty="0">
                <a:solidFill>
                  <a:srgbClr val="0000C0"/>
                </a:solidFill>
                <a:effectLst/>
                <a:latin typeface="Courier New" panose="02070309020205020404" pitchFamily="49" charset="0"/>
              </a:rPr>
              <a:t>rear</a:t>
            </a:r>
            <a:r>
              <a:rPr lang="en-IN" sz="2000" dirty="0">
                <a:solidFill>
                  <a:srgbClr val="000000"/>
                </a:solidFill>
                <a:effectLst/>
                <a:latin typeface="Courier New" panose="02070309020205020404" pitchFamily="49" charset="0"/>
              </a:rPr>
              <a:t>] = </a:t>
            </a:r>
            <a:r>
              <a:rPr lang="en-IN" sz="2000" dirty="0">
                <a:solidFill>
                  <a:srgbClr val="6A3E3E"/>
                </a:solidFill>
                <a:effectLst/>
                <a:latin typeface="Courier New" panose="02070309020205020404" pitchFamily="49" charset="0"/>
              </a:rPr>
              <a:t>e</a:t>
            </a:r>
            <a:r>
              <a:rPr lang="en-IN" sz="2000" dirty="0">
                <a:solidFill>
                  <a:srgbClr val="000000"/>
                </a:solidFill>
                <a:effectLst/>
                <a:latin typeface="Courier New" panose="02070309020205020404" pitchFamily="49" charset="0"/>
              </a:rPr>
              <a:t>;</a:t>
            </a:r>
          </a:p>
          <a:p>
            <a:pPr marL="114300" marR="0" indent="-342900">
              <a:lnSpc>
                <a:spcPct val="150000"/>
              </a:lnSpc>
              <a:buFont typeface="+mj-lt"/>
              <a:buAutoNum type="arabicPeriod" startAt="11"/>
            </a:pPr>
            <a:r>
              <a:rPr lang="en-IN" sz="2000" dirty="0">
                <a:solidFill>
                  <a:srgbClr val="000000"/>
                </a:solidFill>
                <a:effectLst/>
                <a:latin typeface="Courier New" panose="02070309020205020404" pitchFamily="49" charset="0"/>
              </a:rPr>
              <a:t>}}</a:t>
            </a:r>
            <a:br>
              <a:rPr lang="en-IN" sz="2000" dirty="0">
                <a:solidFill>
                  <a:srgbClr val="000000"/>
                </a:solidFill>
                <a:effectLst/>
                <a:latin typeface="Courier New" panose="02070309020205020404" pitchFamily="49" charset="0"/>
              </a:rPr>
            </a:br>
            <a:endParaRPr lang="en-IN" sz="2000" dirty="0">
              <a:solidFill>
                <a:srgbClr val="000000"/>
              </a:solidFill>
              <a:effectLst/>
              <a:latin typeface="Courier New" panose="02070309020205020404" pitchFamily="49" charset="0"/>
            </a:endParaRPr>
          </a:p>
          <a:p>
            <a:pPr marL="342900" marR="0" indent="-342900">
              <a:lnSpc>
                <a:spcPct val="150000"/>
              </a:lnSpc>
              <a:buFont typeface="+mj-lt"/>
              <a:buAutoNum type="arabicPeriod" startAt="11"/>
            </a:pPr>
            <a:endParaRPr lang="en-IN" sz="2000" dirty="0">
              <a:solidFill>
                <a:srgbClr val="000000"/>
              </a:solidFill>
              <a:effectLst/>
              <a:latin typeface="Courier New" panose="02070309020205020404" pitchFamily="49" charset="0"/>
            </a:endParaRPr>
          </a:p>
          <a:p>
            <a:pPr marL="514350" indent="-514350">
              <a:lnSpc>
                <a:spcPct val="150000"/>
              </a:lnSpc>
              <a:buFont typeface="+mj-lt"/>
              <a:buAutoNum type="arabicPeriod" startAt="11"/>
            </a:pPr>
            <a:endParaRPr lang="en-IN" sz="2000" dirty="0"/>
          </a:p>
        </p:txBody>
      </p:sp>
    </p:spTree>
    <p:extLst>
      <p:ext uri="{BB962C8B-B14F-4D97-AF65-F5344CB8AC3E}">
        <p14:creationId xmlns:p14="http://schemas.microsoft.com/office/powerpoint/2010/main" val="1874368114"/>
      </p:ext>
    </p:extLst>
  </p:cSld>
  <p:clrMapOvr>
    <a:masterClrMapping/>
  </p:clrMapOvr>
  <p:transition spd="slow">
    <p:push dir="u"/>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8B251FD-DC91-778A-FEE1-E65674C3D8C2}"/>
              </a:ext>
            </a:extLst>
          </p:cNvPr>
          <p:cNvSpPr>
            <a:spLocks noGrp="1"/>
          </p:cNvSpPr>
          <p:nvPr>
            <p:ph idx="1"/>
          </p:nvPr>
        </p:nvSpPr>
        <p:spPr>
          <a:xfrm>
            <a:off x="511277" y="393290"/>
            <a:ext cx="10842523" cy="5783673"/>
          </a:xfrm>
        </p:spPr>
        <p:txBody>
          <a:bodyPr>
            <a:normAutofit fontScale="85000" lnSpcReduction="20000"/>
          </a:bodyPr>
          <a:lstStyle/>
          <a:p>
            <a:pPr marL="114300" marR="0" indent="-342900">
              <a:buFont typeface="+mj-lt"/>
              <a:buAutoNum type="arabicPeriod" startAt="10"/>
            </a:pPr>
            <a:r>
              <a:rPr lang="en-IN" sz="2800" b="1" dirty="0">
                <a:solidFill>
                  <a:srgbClr val="7F0055"/>
                </a:solidFill>
                <a:effectLst/>
                <a:latin typeface="Courier New" panose="02070309020205020404" pitchFamily="49" charset="0"/>
              </a:rPr>
              <a:t>public</a:t>
            </a:r>
            <a:r>
              <a:rPr lang="en-IN" sz="2800" dirty="0">
                <a:solidFill>
                  <a:srgbClr val="000000"/>
                </a:solidFill>
                <a:effectLst/>
                <a:latin typeface="Courier New" panose="02070309020205020404" pitchFamily="49" charset="0"/>
              </a:rPr>
              <a:t> </a:t>
            </a:r>
            <a:r>
              <a:rPr lang="en-IN" sz="2800" b="1" dirty="0">
                <a:solidFill>
                  <a:srgbClr val="7F0055"/>
                </a:solidFill>
                <a:effectLst/>
                <a:latin typeface="Courier New" panose="02070309020205020404" pitchFamily="49" charset="0"/>
              </a:rPr>
              <a:t>static</a:t>
            </a:r>
            <a:r>
              <a:rPr lang="en-IN" sz="2800" dirty="0">
                <a:solidFill>
                  <a:srgbClr val="000000"/>
                </a:solidFill>
                <a:effectLst/>
                <a:latin typeface="Courier New" panose="02070309020205020404" pitchFamily="49" charset="0"/>
              </a:rPr>
              <a:t> </a:t>
            </a:r>
            <a:r>
              <a:rPr lang="en-IN" sz="2800" b="1" dirty="0">
                <a:solidFill>
                  <a:srgbClr val="7F0055"/>
                </a:solidFill>
                <a:effectLst/>
                <a:latin typeface="Courier New" panose="02070309020205020404" pitchFamily="49" charset="0"/>
              </a:rPr>
              <a:t>void</a:t>
            </a:r>
            <a:r>
              <a:rPr lang="en-IN" sz="2800" dirty="0">
                <a:solidFill>
                  <a:srgbClr val="000000"/>
                </a:solidFill>
                <a:effectLst/>
                <a:latin typeface="Courier New" panose="02070309020205020404" pitchFamily="49" charset="0"/>
              </a:rPr>
              <a:t> dequeue()</a:t>
            </a:r>
          </a:p>
          <a:p>
            <a:pPr marL="114300" marR="0" indent="-342900">
              <a:buFont typeface="+mj-lt"/>
              <a:buAutoNum type="arabicPeriod" startAt="10"/>
            </a:pPr>
            <a:r>
              <a:rPr lang="en-IN" sz="2800" dirty="0">
                <a:solidFill>
                  <a:srgbClr val="000000"/>
                </a:solidFill>
                <a:effectLst/>
                <a:latin typeface="Courier New" panose="02070309020205020404" pitchFamily="49" charset="0"/>
              </a:rPr>
              <a:t> {</a:t>
            </a:r>
          </a:p>
          <a:p>
            <a:pPr marL="114300" marR="0" indent="-342900">
              <a:buFont typeface="+mj-lt"/>
              <a:buAutoNum type="arabicPeriod" startAt="10"/>
            </a:pPr>
            <a:r>
              <a:rPr lang="en-IN" sz="2800" b="1" dirty="0">
                <a:solidFill>
                  <a:srgbClr val="7F0055"/>
                </a:solidFill>
                <a:effectLst/>
                <a:latin typeface="Courier New" panose="02070309020205020404" pitchFamily="49" charset="0"/>
              </a:rPr>
              <a:t>if</a:t>
            </a:r>
            <a:r>
              <a:rPr lang="en-IN" sz="2800" dirty="0">
                <a:solidFill>
                  <a:srgbClr val="000000"/>
                </a:solidFill>
                <a:effectLst/>
                <a:latin typeface="Courier New" panose="02070309020205020404" pitchFamily="49" charset="0"/>
              </a:rPr>
              <a:t> (</a:t>
            </a:r>
            <a:r>
              <a:rPr lang="en-IN" sz="2800" i="1" dirty="0" err="1">
                <a:solidFill>
                  <a:srgbClr val="000000"/>
                </a:solidFill>
                <a:effectLst/>
                <a:latin typeface="Courier New" panose="02070309020205020404" pitchFamily="49" charset="0"/>
              </a:rPr>
              <a:t>isempty</a:t>
            </a:r>
            <a:r>
              <a:rPr lang="en-IN" sz="2800" dirty="0">
                <a:solidFill>
                  <a:srgbClr val="000000"/>
                </a:solidFill>
                <a:effectLst/>
                <a:latin typeface="Courier New" panose="02070309020205020404" pitchFamily="49" charset="0"/>
              </a:rPr>
              <a:t>())</a:t>
            </a:r>
          </a:p>
          <a:p>
            <a:pPr marL="114300" marR="0" indent="-342900">
              <a:buFont typeface="+mj-lt"/>
              <a:buAutoNum type="arabicPeriod" startAt="10"/>
            </a:pPr>
            <a:r>
              <a:rPr lang="en-IN" sz="2800" dirty="0">
                <a:solidFill>
                  <a:srgbClr val="000000"/>
                </a:solidFill>
                <a:effectLst/>
                <a:latin typeface="Courier New" panose="02070309020205020404" pitchFamily="49" charset="0"/>
              </a:rPr>
              <a:t> {</a:t>
            </a:r>
          </a:p>
          <a:p>
            <a:pPr marL="114300" marR="0" indent="-342900">
              <a:buFont typeface="+mj-lt"/>
              <a:buAutoNum type="arabicPeriod" startAt="10"/>
            </a:pPr>
            <a:r>
              <a:rPr lang="en-IN" sz="2800" dirty="0" err="1">
                <a:solidFill>
                  <a:srgbClr val="000000"/>
                </a:solidFill>
                <a:effectLst/>
                <a:latin typeface="Courier New" panose="02070309020205020404" pitchFamily="49" charset="0"/>
              </a:rPr>
              <a:t>System.</a:t>
            </a:r>
            <a:r>
              <a:rPr lang="en-IN" sz="2800" b="1" i="1" dirty="0" err="1">
                <a:solidFill>
                  <a:srgbClr val="0000C0"/>
                </a:solidFill>
                <a:effectLst/>
                <a:latin typeface="Courier New" panose="02070309020205020404" pitchFamily="49" charset="0"/>
              </a:rPr>
              <a:t>out</a:t>
            </a:r>
            <a:r>
              <a:rPr lang="en-IN" sz="2800" dirty="0" err="1">
                <a:solidFill>
                  <a:srgbClr val="000000"/>
                </a:solidFill>
                <a:effectLst/>
                <a:latin typeface="Courier New" panose="02070309020205020404" pitchFamily="49" charset="0"/>
              </a:rPr>
              <a:t>.println</a:t>
            </a:r>
            <a:r>
              <a:rPr lang="en-IN" sz="2800" dirty="0">
                <a:solidFill>
                  <a:srgbClr val="000000"/>
                </a:solidFill>
                <a:effectLst/>
                <a:latin typeface="Courier New" panose="02070309020205020404" pitchFamily="49" charset="0"/>
              </a:rPr>
              <a:t>(</a:t>
            </a:r>
            <a:r>
              <a:rPr lang="en-IN" sz="2800" dirty="0">
                <a:solidFill>
                  <a:srgbClr val="2A00FF"/>
                </a:solidFill>
                <a:effectLst/>
                <a:latin typeface="Courier New" panose="02070309020205020404" pitchFamily="49" charset="0"/>
              </a:rPr>
              <a:t>"Queue is empty! Can't delete."</a:t>
            </a:r>
            <a:r>
              <a:rPr lang="en-IN" sz="2800" dirty="0">
                <a:solidFill>
                  <a:srgbClr val="000000"/>
                </a:solidFill>
                <a:effectLst/>
                <a:latin typeface="Courier New" panose="02070309020205020404" pitchFamily="49" charset="0"/>
              </a:rPr>
              <a:t>);</a:t>
            </a:r>
          </a:p>
          <a:p>
            <a:pPr marL="114300" marR="0" indent="-342900">
              <a:buFont typeface="+mj-lt"/>
              <a:buAutoNum type="arabicPeriod" startAt="10"/>
            </a:pPr>
            <a:r>
              <a:rPr lang="en-IN" sz="2800" dirty="0">
                <a:solidFill>
                  <a:srgbClr val="000000"/>
                </a:solidFill>
                <a:effectLst/>
                <a:latin typeface="Courier New" panose="02070309020205020404" pitchFamily="49" charset="0"/>
              </a:rPr>
              <a:t>} </a:t>
            </a:r>
          </a:p>
          <a:p>
            <a:pPr marL="114300" marR="0" indent="-342900">
              <a:buFont typeface="+mj-lt"/>
              <a:buAutoNum type="arabicPeriod" startAt="10"/>
            </a:pPr>
            <a:r>
              <a:rPr lang="en-IN" sz="2800" b="1" dirty="0">
                <a:solidFill>
                  <a:srgbClr val="7F0055"/>
                </a:solidFill>
                <a:effectLst/>
                <a:latin typeface="Courier New" panose="02070309020205020404" pitchFamily="49" charset="0"/>
              </a:rPr>
              <a:t>else</a:t>
            </a:r>
            <a:r>
              <a:rPr lang="en-IN" sz="2800" dirty="0">
                <a:solidFill>
                  <a:srgbClr val="000000"/>
                </a:solidFill>
                <a:effectLst/>
                <a:latin typeface="Courier New" panose="02070309020205020404" pitchFamily="49" charset="0"/>
              </a:rPr>
              <a:t> </a:t>
            </a:r>
          </a:p>
          <a:p>
            <a:pPr marL="114300" marR="0" indent="-342900">
              <a:buFont typeface="+mj-lt"/>
              <a:buAutoNum type="arabicPeriod" startAt="10"/>
            </a:pPr>
            <a:r>
              <a:rPr lang="en-IN" sz="2800" dirty="0">
                <a:solidFill>
                  <a:srgbClr val="000000"/>
                </a:solidFill>
                <a:effectLst/>
                <a:latin typeface="Courier New" panose="02070309020205020404" pitchFamily="49" charset="0"/>
              </a:rPr>
              <a:t>{</a:t>
            </a:r>
          </a:p>
          <a:p>
            <a:pPr marL="114300" marR="0" indent="-342900">
              <a:buFont typeface="+mj-lt"/>
              <a:buAutoNum type="arabicPeriod" startAt="10"/>
            </a:pPr>
            <a:r>
              <a:rPr lang="en-IN" sz="2800" dirty="0" err="1">
                <a:solidFill>
                  <a:srgbClr val="000000"/>
                </a:solidFill>
                <a:effectLst/>
                <a:latin typeface="Courier New" panose="02070309020205020404" pitchFamily="49" charset="0"/>
              </a:rPr>
              <a:t>System.</a:t>
            </a:r>
            <a:r>
              <a:rPr lang="en-IN" sz="2800" b="1" i="1" dirty="0" err="1">
                <a:solidFill>
                  <a:srgbClr val="0000C0"/>
                </a:solidFill>
                <a:effectLst/>
                <a:latin typeface="Courier New" panose="02070309020205020404" pitchFamily="49" charset="0"/>
              </a:rPr>
              <a:t>out</a:t>
            </a:r>
            <a:r>
              <a:rPr lang="en-IN" sz="2800" dirty="0" err="1">
                <a:solidFill>
                  <a:srgbClr val="000000"/>
                </a:solidFill>
                <a:effectLst/>
                <a:latin typeface="Courier New" panose="02070309020205020404" pitchFamily="49" charset="0"/>
              </a:rPr>
              <a:t>.println</a:t>
            </a:r>
            <a:r>
              <a:rPr lang="en-IN" sz="2800" dirty="0">
                <a:solidFill>
                  <a:srgbClr val="000000"/>
                </a:solidFill>
                <a:effectLst/>
                <a:latin typeface="Courier New" panose="02070309020205020404" pitchFamily="49" charset="0"/>
              </a:rPr>
              <a:t>(</a:t>
            </a:r>
            <a:r>
              <a:rPr lang="en-IN" sz="2800" dirty="0">
                <a:solidFill>
                  <a:srgbClr val="2A00FF"/>
                </a:solidFill>
                <a:effectLst/>
                <a:latin typeface="Courier New" panose="02070309020205020404" pitchFamily="49" charset="0"/>
              </a:rPr>
              <a:t>"Dequeued: "</a:t>
            </a:r>
            <a:r>
              <a:rPr lang="en-IN" sz="2800" dirty="0">
                <a:solidFill>
                  <a:srgbClr val="000000"/>
                </a:solidFill>
                <a:effectLst/>
                <a:latin typeface="Courier New" panose="02070309020205020404" pitchFamily="49" charset="0"/>
              </a:rPr>
              <a:t> + </a:t>
            </a:r>
            <a:r>
              <a:rPr lang="en-IN" sz="2800" i="1" dirty="0">
                <a:solidFill>
                  <a:srgbClr val="0000C0"/>
                </a:solidFill>
                <a:effectLst/>
                <a:latin typeface="Courier New" panose="02070309020205020404" pitchFamily="49" charset="0"/>
              </a:rPr>
              <a:t>a</a:t>
            </a:r>
            <a:r>
              <a:rPr lang="en-IN" sz="2800" dirty="0">
                <a:solidFill>
                  <a:srgbClr val="000000"/>
                </a:solidFill>
                <a:effectLst/>
                <a:latin typeface="Courier New" panose="02070309020205020404" pitchFamily="49" charset="0"/>
              </a:rPr>
              <a:t>[</a:t>
            </a:r>
            <a:r>
              <a:rPr lang="en-IN" sz="2800" i="1" dirty="0">
                <a:solidFill>
                  <a:srgbClr val="0000C0"/>
                </a:solidFill>
                <a:effectLst/>
                <a:latin typeface="Courier New" panose="02070309020205020404" pitchFamily="49" charset="0"/>
              </a:rPr>
              <a:t>front</a:t>
            </a:r>
            <a:r>
              <a:rPr lang="en-IN" sz="2800" dirty="0">
                <a:solidFill>
                  <a:srgbClr val="000000"/>
                </a:solidFill>
                <a:effectLst/>
                <a:latin typeface="Courier New" panose="02070309020205020404" pitchFamily="49" charset="0"/>
              </a:rPr>
              <a:t>]);</a:t>
            </a:r>
          </a:p>
          <a:p>
            <a:pPr marL="114300" marR="0" indent="-342900">
              <a:buFont typeface="+mj-lt"/>
              <a:buAutoNum type="arabicPeriod" startAt="10"/>
            </a:pPr>
            <a:r>
              <a:rPr lang="en-IN" sz="2800" i="1" dirty="0">
                <a:solidFill>
                  <a:srgbClr val="0000C0"/>
                </a:solidFill>
                <a:effectLst/>
                <a:latin typeface="Courier New" panose="02070309020205020404" pitchFamily="49" charset="0"/>
              </a:rPr>
              <a:t>front</a:t>
            </a:r>
            <a:r>
              <a:rPr lang="en-IN" sz="2800" dirty="0">
                <a:solidFill>
                  <a:srgbClr val="000000"/>
                </a:solidFill>
                <a:effectLst/>
                <a:latin typeface="Courier New" panose="02070309020205020404" pitchFamily="49" charset="0"/>
              </a:rPr>
              <a:t>++;</a:t>
            </a:r>
          </a:p>
          <a:p>
            <a:pPr marL="114300" marR="0" indent="-342900">
              <a:buFont typeface="+mj-lt"/>
              <a:buAutoNum type="arabicPeriod" startAt="10"/>
            </a:pPr>
            <a:r>
              <a:rPr lang="en-IN" sz="2800" b="1" dirty="0">
                <a:solidFill>
                  <a:srgbClr val="7F0055"/>
                </a:solidFill>
                <a:effectLst/>
                <a:latin typeface="Courier New" panose="02070309020205020404" pitchFamily="49" charset="0"/>
              </a:rPr>
              <a:t>if</a:t>
            </a:r>
            <a:r>
              <a:rPr lang="en-IN" sz="2800" dirty="0">
                <a:solidFill>
                  <a:srgbClr val="000000"/>
                </a:solidFill>
                <a:effectLst/>
                <a:latin typeface="Courier New" panose="02070309020205020404" pitchFamily="49" charset="0"/>
              </a:rPr>
              <a:t> (</a:t>
            </a:r>
            <a:r>
              <a:rPr lang="en-IN" sz="2800" i="1" dirty="0">
                <a:solidFill>
                  <a:srgbClr val="0000C0"/>
                </a:solidFill>
                <a:effectLst/>
                <a:latin typeface="Courier New" panose="02070309020205020404" pitchFamily="49" charset="0"/>
              </a:rPr>
              <a:t>front</a:t>
            </a:r>
            <a:r>
              <a:rPr lang="en-IN" sz="2800" dirty="0">
                <a:solidFill>
                  <a:srgbClr val="000000"/>
                </a:solidFill>
                <a:effectLst/>
                <a:latin typeface="Courier New" panose="02070309020205020404" pitchFamily="49" charset="0"/>
              </a:rPr>
              <a:t> &gt; </a:t>
            </a:r>
            <a:r>
              <a:rPr lang="en-IN" sz="2800" i="1" dirty="0">
                <a:solidFill>
                  <a:srgbClr val="0000C0"/>
                </a:solidFill>
                <a:effectLst/>
                <a:latin typeface="Courier New" panose="02070309020205020404" pitchFamily="49" charset="0"/>
              </a:rPr>
              <a:t>rear</a:t>
            </a:r>
            <a:r>
              <a:rPr lang="en-IN" sz="2800" dirty="0">
                <a:solidFill>
                  <a:srgbClr val="000000"/>
                </a:solidFill>
                <a:effectLst/>
                <a:latin typeface="Courier New" panose="02070309020205020404" pitchFamily="49" charset="0"/>
              </a:rPr>
              <a:t>) { </a:t>
            </a:r>
          </a:p>
          <a:p>
            <a:pPr marL="114300" marR="0" indent="-342900">
              <a:buFont typeface="+mj-lt"/>
              <a:buAutoNum type="arabicPeriod" startAt="10"/>
            </a:pPr>
            <a:r>
              <a:rPr lang="en-IN" sz="2800" i="1" dirty="0">
                <a:solidFill>
                  <a:srgbClr val="0000C0"/>
                </a:solidFill>
                <a:effectLst/>
                <a:latin typeface="Courier New" panose="02070309020205020404" pitchFamily="49" charset="0"/>
              </a:rPr>
              <a:t>front</a:t>
            </a:r>
            <a:r>
              <a:rPr lang="en-IN" sz="2800" dirty="0">
                <a:solidFill>
                  <a:srgbClr val="000000"/>
                </a:solidFill>
                <a:effectLst/>
                <a:latin typeface="Courier New" panose="02070309020205020404" pitchFamily="49" charset="0"/>
              </a:rPr>
              <a:t> = -1;</a:t>
            </a:r>
          </a:p>
          <a:p>
            <a:pPr marL="114300" marR="0" indent="-342900">
              <a:buFont typeface="+mj-lt"/>
              <a:buAutoNum type="arabicPeriod" startAt="10"/>
            </a:pPr>
            <a:r>
              <a:rPr lang="en-IN" sz="2800" i="1" dirty="0">
                <a:solidFill>
                  <a:srgbClr val="0000C0"/>
                </a:solidFill>
                <a:effectLst/>
                <a:latin typeface="Courier New" panose="02070309020205020404" pitchFamily="49" charset="0"/>
              </a:rPr>
              <a:t>rear</a:t>
            </a:r>
            <a:r>
              <a:rPr lang="en-IN" sz="2800" dirty="0">
                <a:solidFill>
                  <a:srgbClr val="000000"/>
                </a:solidFill>
                <a:effectLst/>
                <a:latin typeface="Courier New" panose="02070309020205020404" pitchFamily="49" charset="0"/>
              </a:rPr>
              <a:t> = -1;</a:t>
            </a:r>
          </a:p>
          <a:p>
            <a:pPr marL="114300" marR="0" indent="-342900">
              <a:buFont typeface="+mj-lt"/>
              <a:buAutoNum type="arabicPeriod" startAt="10"/>
            </a:pPr>
            <a:r>
              <a:rPr lang="en-IN" sz="2800" dirty="0">
                <a:solidFill>
                  <a:srgbClr val="000000"/>
                </a:solidFill>
                <a:effectLst/>
                <a:latin typeface="Courier New" panose="02070309020205020404" pitchFamily="49" charset="0"/>
              </a:rPr>
              <a:t>}}}</a:t>
            </a:r>
          </a:p>
          <a:p>
            <a:endParaRPr lang="en-IN" dirty="0"/>
          </a:p>
        </p:txBody>
      </p:sp>
    </p:spTree>
    <p:extLst>
      <p:ext uri="{BB962C8B-B14F-4D97-AF65-F5344CB8AC3E}">
        <p14:creationId xmlns:p14="http://schemas.microsoft.com/office/powerpoint/2010/main" val="1158620003"/>
      </p:ext>
    </p:extLst>
  </p:cSld>
  <p:clrMapOvr>
    <a:masterClrMapping/>
  </p:clrMapOvr>
  <p:transition spd="slow">
    <p:push dir="u"/>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EDFF15F-844A-F7DF-ED7B-EA6352F22617}"/>
              </a:ext>
            </a:extLst>
          </p:cNvPr>
          <p:cNvSpPr>
            <a:spLocks noGrp="1"/>
          </p:cNvSpPr>
          <p:nvPr>
            <p:ph idx="1"/>
          </p:nvPr>
        </p:nvSpPr>
        <p:spPr>
          <a:xfrm>
            <a:off x="838200" y="570272"/>
            <a:ext cx="10515600" cy="6145160"/>
          </a:xfrm>
        </p:spPr>
        <p:txBody>
          <a:bodyPr>
            <a:normAutofit/>
          </a:bodyPr>
          <a:lstStyle/>
          <a:p>
            <a:pPr marR="0" indent="-457200">
              <a:buFont typeface="+mj-lt"/>
              <a:buAutoNum type="arabicPeriod" startAt="24"/>
            </a:pPr>
            <a:r>
              <a:rPr lang="en-IN" sz="2200" b="1" dirty="0">
                <a:solidFill>
                  <a:srgbClr val="7F0055"/>
                </a:solidFill>
                <a:effectLst/>
                <a:latin typeface="Courier New" panose="02070309020205020404" pitchFamily="49" charset="0"/>
              </a:rPr>
              <a:t>public</a:t>
            </a:r>
            <a:r>
              <a:rPr lang="en-IN" sz="2200" dirty="0">
                <a:solidFill>
                  <a:srgbClr val="000000"/>
                </a:solidFill>
                <a:effectLst/>
                <a:latin typeface="Courier New" panose="02070309020205020404" pitchFamily="49" charset="0"/>
              </a:rPr>
              <a:t> </a:t>
            </a:r>
            <a:r>
              <a:rPr lang="en-IN" sz="2200" b="1" dirty="0">
                <a:solidFill>
                  <a:srgbClr val="7F0055"/>
                </a:solidFill>
                <a:effectLst/>
                <a:latin typeface="Courier New" panose="02070309020205020404" pitchFamily="49" charset="0"/>
              </a:rPr>
              <a:t>static</a:t>
            </a:r>
            <a:r>
              <a:rPr lang="en-IN" sz="2200" dirty="0">
                <a:solidFill>
                  <a:srgbClr val="000000"/>
                </a:solidFill>
                <a:effectLst/>
                <a:latin typeface="Courier New" panose="02070309020205020404" pitchFamily="49" charset="0"/>
              </a:rPr>
              <a:t> </a:t>
            </a:r>
            <a:r>
              <a:rPr lang="en-IN" sz="2200" b="1" dirty="0">
                <a:solidFill>
                  <a:srgbClr val="7F0055"/>
                </a:solidFill>
                <a:effectLst/>
                <a:latin typeface="Courier New" panose="02070309020205020404" pitchFamily="49" charset="0"/>
              </a:rPr>
              <a:t>void</a:t>
            </a:r>
            <a:r>
              <a:rPr lang="en-IN" sz="2200" dirty="0">
                <a:solidFill>
                  <a:srgbClr val="000000"/>
                </a:solidFill>
                <a:effectLst/>
                <a:latin typeface="Courier New" panose="02070309020205020404" pitchFamily="49" charset="0"/>
              </a:rPr>
              <a:t> display() </a:t>
            </a:r>
          </a:p>
          <a:p>
            <a:pPr marR="0" indent="-457200">
              <a:buFont typeface="+mj-lt"/>
              <a:buAutoNum type="arabicPeriod" startAt="24"/>
            </a:pPr>
            <a:r>
              <a:rPr lang="en-IN" sz="2200" dirty="0">
                <a:solidFill>
                  <a:srgbClr val="000000"/>
                </a:solidFill>
                <a:effectLst/>
                <a:latin typeface="Courier New" panose="02070309020205020404" pitchFamily="49" charset="0"/>
              </a:rPr>
              <a:t>{</a:t>
            </a:r>
          </a:p>
          <a:p>
            <a:pPr marR="0" indent="-457200">
              <a:buFont typeface="+mj-lt"/>
              <a:buAutoNum type="arabicPeriod" startAt="24"/>
            </a:pPr>
            <a:r>
              <a:rPr lang="en-IN" sz="2200" b="1" dirty="0">
                <a:solidFill>
                  <a:srgbClr val="7F0055"/>
                </a:solidFill>
                <a:effectLst/>
                <a:latin typeface="Courier New" panose="02070309020205020404" pitchFamily="49" charset="0"/>
              </a:rPr>
              <a:t>if</a:t>
            </a:r>
            <a:r>
              <a:rPr lang="en-IN" sz="2200" dirty="0">
                <a:solidFill>
                  <a:srgbClr val="000000"/>
                </a:solidFill>
                <a:effectLst/>
                <a:latin typeface="Courier New" panose="02070309020205020404" pitchFamily="49" charset="0"/>
              </a:rPr>
              <a:t> (</a:t>
            </a:r>
            <a:r>
              <a:rPr lang="en-IN" sz="2200" i="1" dirty="0" err="1">
                <a:solidFill>
                  <a:srgbClr val="000000"/>
                </a:solidFill>
                <a:effectLst/>
                <a:latin typeface="Courier New" panose="02070309020205020404" pitchFamily="49" charset="0"/>
              </a:rPr>
              <a:t>isempty</a:t>
            </a:r>
            <a:r>
              <a:rPr lang="en-IN" sz="2200" dirty="0">
                <a:solidFill>
                  <a:srgbClr val="000000"/>
                </a:solidFill>
                <a:effectLst/>
                <a:latin typeface="Courier New" panose="02070309020205020404" pitchFamily="49" charset="0"/>
              </a:rPr>
              <a:t>()) {</a:t>
            </a:r>
          </a:p>
          <a:p>
            <a:pPr marR="0" indent="-457200">
              <a:buFont typeface="+mj-lt"/>
              <a:buAutoNum type="arabicPeriod" startAt="24"/>
            </a:pPr>
            <a:r>
              <a:rPr lang="en-IN" sz="2200" dirty="0" err="1">
                <a:solidFill>
                  <a:srgbClr val="000000"/>
                </a:solidFill>
                <a:effectLst/>
                <a:latin typeface="Courier New" panose="02070309020205020404" pitchFamily="49" charset="0"/>
              </a:rPr>
              <a:t>System.</a:t>
            </a:r>
            <a:r>
              <a:rPr lang="en-IN" sz="2200" b="1" i="1" dirty="0" err="1">
                <a:solidFill>
                  <a:srgbClr val="0000C0"/>
                </a:solidFill>
                <a:effectLst/>
                <a:latin typeface="Courier New" panose="02070309020205020404" pitchFamily="49" charset="0"/>
              </a:rPr>
              <a:t>out</a:t>
            </a:r>
            <a:r>
              <a:rPr lang="en-IN" sz="2200" dirty="0" err="1">
                <a:solidFill>
                  <a:srgbClr val="000000"/>
                </a:solidFill>
                <a:effectLst/>
                <a:latin typeface="Courier New" panose="02070309020205020404" pitchFamily="49" charset="0"/>
              </a:rPr>
              <a:t>.println</a:t>
            </a:r>
            <a:r>
              <a:rPr lang="en-IN" sz="2200" dirty="0">
                <a:solidFill>
                  <a:srgbClr val="000000"/>
                </a:solidFill>
                <a:effectLst/>
                <a:latin typeface="Courier New" panose="02070309020205020404" pitchFamily="49" charset="0"/>
              </a:rPr>
              <a:t>(</a:t>
            </a:r>
            <a:r>
              <a:rPr lang="en-IN" sz="2200" dirty="0">
                <a:solidFill>
                  <a:srgbClr val="2A00FF"/>
                </a:solidFill>
                <a:effectLst/>
                <a:latin typeface="Courier New" panose="02070309020205020404" pitchFamily="49" charset="0"/>
              </a:rPr>
              <a:t>"No elements to display!"</a:t>
            </a:r>
            <a:r>
              <a:rPr lang="en-IN" sz="2200" dirty="0">
                <a:solidFill>
                  <a:srgbClr val="000000"/>
                </a:solidFill>
                <a:effectLst/>
                <a:latin typeface="Courier New" panose="02070309020205020404" pitchFamily="49" charset="0"/>
              </a:rPr>
              <a:t>);</a:t>
            </a:r>
          </a:p>
          <a:p>
            <a:pPr marR="0" indent="-457200">
              <a:buFont typeface="+mj-lt"/>
              <a:buAutoNum type="arabicPeriod" startAt="24"/>
            </a:pPr>
            <a:r>
              <a:rPr lang="en-IN" sz="2200" dirty="0">
                <a:solidFill>
                  <a:srgbClr val="000000"/>
                </a:solidFill>
                <a:effectLst/>
                <a:latin typeface="Courier New" panose="02070309020205020404" pitchFamily="49" charset="0"/>
              </a:rPr>
              <a:t>} </a:t>
            </a:r>
          </a:p>
          <a:p>
            <a:pPr marR="0" indent="-457200">
              <a:buFont typeface="+mj-lt"/>
              <a:buAutoNum type="arabicPeriod" startAt="24"/>
            </a:pPr>
            <a:r>
              <a:rPr lang="en-IN" sz="2200" b="1" dirty="0">
                <a:solidFill>
                  <a:srgbClr val="7F0055"/>
                </a:solidFill>
                <a:effectLst/>
                <a:latin typeface="Courier New" panose="02070309020205020404" pitchFamily="49" charset="0"/>
              </a:rPr>
              <a:t>else</a:t>
            </a:r>
            <a:r>
              <a:rPr lang="en-IN" sz="2200" dirty="0">
                <a:solidFill>
                  <a:srgbClr val="000000"/>
                </a:solidFill>
                <a:effectLst/>
                <a:latin typeface="Courier New" panose="02070309020205020404" pitchFamily="49" charset="0"/>
              </a:rPr>
              <a:t> </a:t>
            </a:r>
          </a:p>
          <a:p>
            <a:pPr marR="0" indent="-457200">
              <a:buFont typeface="+mj-lt"/>
              <a:buAutoNum type="arabicPeriod" startAt="24"/>
            </a:pPr>
            <a:r>
              <a:rPr lang="en-IN" sz="2200" dirty="0">
                <a:solidFill>
                  <a:srgbClr val="000000"/>
                </a:solidFill>
                <a:effectLst/>
                <a:latin typeface="Courier New" panose="02070309020205020404" pitchFamily="49" charset="0"/>
              </a:rPr>
              <a:t>{</a:t>
            </a:r>
          </a:p>
          <a:p>
            <a:pPr marR="0" indent="-457200">
              <a:buFont typeface="+mj-lt"/>
              <a:buAutoNum type="arabicPeriod" startAt="24"/>
            </a:pPr>
            <a:r>
              <a:rPr lang="en-IN" sz="2200" dirty="0" err="1">
                <a:solidFill>
                  <a:srgbClr val="000000"/>
                </a:solidFill>
                <a:effectLst/>
                <a:latin typeface="Courier New" panose="02070309020205020404" pitchFamily="49" charset="0"/>
              </a:rPr>
              <a:t>System.</a:t>
            </a:r>
            <a:r>
              <a:rPr lang="en-IN" sz="2200" b="1" i="1" dirty="0" err="1">
                <a:solidFill>
                  <a:srgbClr val="0000C0"/>
                </a:solidFill>
                <a:effectLst/>
                <a:latin typeface="Courier New" panose="02070309020205020404" pitchFamily="49" charset="0"/>
              </a:rPr>
              <a:t>out</a:t>
            </a:r>
            <a:r>
              <a:rPr lang="en-IN" sz="2200" dirty="0" err="1">
                <a:solidFill>
                  <a:srgbClr val="000000"/>
                </a:solidFill>
                <a:effectLst/>
                <a:latin typeface="Courier New" panose="02070309020205020404" pitchFamily="49" charset="0"/>
              </a:rPr>
              <a:t>.print</a:t>
            </a:r>
            <a:r>
              <a:rPr lang="en-IN" sz="2200" dirty="0">
                <a:solidFill>
                  <a:srgbClr val="000000"/>
                </a:solidFill>
                <a:effectLst/>
                <a:latin typeface="Courier New" panose="02070309020205020404" pitchFamily="49" charset="0"/>
              </a:rPr>
              <a:t>(</a:t>
            </a:r>
            <a:r>
              <a:rPr lang="en-IN" sz="2200" dirty="0">
                <a:solidFill>
                  <a:srgbClr val="2A00FF"/>
                </a:solidFill>
                <a:effectLst/>
                <a:latin typeface="Courier New" panose="02070309020205020404" pitchFamily="49" charset="0"/>
              </a:rPr>
              <a:t>"Queue elements: "</a:t>
            </a:r>
            <a:r>
              <a:rPr lang="en-IN" sz="2200" dirty="0">
                <a:solidFill>
                  <a:srgbClr val="000000"/>
                </a:solidFill>
                <a:effectLst/>
                <a:latin typeface="Courier New" panose="02070309020205020404" pitchFamily="49" charset="0"/>
              </a:rPr>
              <a:t>);</a:t>
            </a:r>
          </a:p>
          <a:p>
            <a:pPr marR="0" indent="-457200">
              <a:buFont typeface="+mj-lt"/>
              <a:buAutoNum type="arabicPeriod" startAt="24"/>
            </a:pPr>
            <a:r>
              <a:rPr lang="en-IN" sz="2200" b="1" dirty="0">
                <a:solidFill>
                  <a:srgbClr val="7F0055"/>
                </a:solidFill>
                <a:effectLst/>
                <a:latin typeface="Courier New" panose="02070309020205020404" pitchFamily="49" charset="0"/>
              </a:rPr>
              <a:t>for</a:t>
            </a:r>
            <a:r>
              <a:rPr lang="en-IN" sz="2200" dirty="0">
                <a:solidFill>
                  <a:srgbClr val="000000"/>
                </a:solidFill>
                <a:effectLst/>
                <a:latin typeface="Courier New" panose="02070309020205020404" pitchFamily="49" charset="0"/>
              </a:rPr>
              <a:t> (</a:t>
            </a:r>
            <a:r>
              <a:rPr lang="en-IN" sz="2200" b="1" dirty="0">
                <a:solidFill>
                  <a:srgbClr val="7F0055"/>
                </a:solidFill>
                <a:effectLst/>
                <a:latin typeface="Courier New" panose="02070309020205020404" pitchFamily="49" charset="0"/>
              </a:rPr>
              <a:t>int</a:t>
            </a:r>
            <a:r>
              <a:rPr lang="en-IN" sz="2200" dirty="0">
                <a:solidFill>
                  <a:srgbClr val="000000"/>
                </a:solidFill>
                <a:effectLst/>
                <a:latin typeface="Courier New" panose="02070309020205020404" pitchFamily="49" charset="0"/>
              </a:rPr>
              <a:t> </a:t>
            </a:r>
            <a:r>
              <a:rPr lang="en-IN" sz="2200" dirty="0" err="1">
                <a:solidFill>
                  <a:srgbClr val="6A3E3E"/>
                </a:solidFill>
                <a:effectLst/>
                <a:latin typeface="Courier New" panose="02070309020205020404" pitchFamily="49" charset="0"/>
              </a:rPr>
              <a:t>i</a:t>
            </a:r>
            <a:r>
              <a:rPr lang="en-IN" sz="2200" dirty="0">
                <a:solidFill>
                  <a:srgbClr val="000000"/>
                </a:solidFill>
                <a:effectLst/>
                <a:latin typeface="Courier New" panose="02070309020205020404" pitchFamily="49" charset="0"/>
              </a:rPr>
              <a:t> = </a:t>
            </a:r>
            <a:r>
              <a:rPr lang="en-IN" sz="2200" i="1" dirty="0">
                <a:solidFill>
                  <a:srgbClr val="0000C0"/>
                </a:solidFill>
                <a:effectLst/>
                <a:latin typeface="Courier New" panose="02070309020205020404" pitchFamily="49" charset="0"/>
              </a:rPr>
              <a:t>front</a:t>
            </a:r>
            <a:r>
              <a:rPr lang="en-IN" sz="2200" dirty="0">
                <a:solidFill>
                  <a:srgbClr val="000000"/>
                </a:solidFill>
                <a:effectLst/>
                <a:latin typeface="Courier New" panose="02070309020205020404" pitchFamily="49" charset="0"/>
              </a:rPr>
              <a:t>; </a:t>
            </a:r>
            <a:r>
              <a:rPr lang="en-IN" sz="2200" dirty="0" err="1">
                <a:solidFill>
                  <a:srgbClr val="6A3E3E"/>
                </a:solidFill>
                <a:effectLst/>
                <a:latin typeface="Courier New" panose="02070309020205020404" pitchFamily="49" charset="0"/>
              </a:rPr>
              <a:t>i</a:t>
            </a:r>
            <a:r>
              <a:rPr lang="en-IN" sz="2200" dirty="0">
                <a:solidFill>
                  <a:srgbClr val="000000"/>
                </a:solidFill>
                <a:effectLst/>
                <a:latin typeface="Courier New" panose="02070309020205020404" pitchFamily="49" charset="0"/>
              </a:rPr>
              <a:t> &lt;= </a:t>
            </a:r>
            <a:r>
              <a:rPr lang="en-IN" sz="2200" i="1" dirty="0">
                <a:solidFill>
                  <a:srgbClr val="0000C0"/>
                </a:solidFill>
                <a:effectLst/>
                <a:latin typeface="Courier New" panose="02070309020205020404" pitchFamily="49" charset="0"/>
              </a:rPr>
              <a:t>rear</a:t>
            </a:r>
            <a:r>
              <a:rPr lang="en-IN" sz="2200" dirty="0">
                <a:solidFill>
                  <a:srgbClr val="000000"/>
                </a:solidFill>
                <a:effectLst/>
                <a:latin typeface="Courier New" panose="02070309020205020404" pitchFamily="49" charset="0"/>
              </a:rPr>
              <a:t>; </a:t>
            </a:r>
            <a:r>
              <a:rPr lang="en-IN" sz="2200" dirty="0" err="1">
                <a:solidFill>
                  <a:srgbClr val="6A3E3E"/>
                </a:solidFill>
                <a:effectLst/>
                <a:latin typeface="Courier New" panose="02070309020205020404" pitchFamily="49" charset="0"/>
              </a:rPr>
              <a:t>i</a:t>
            </a:r>
            <a:r>
              <a:rPr lang="en-IN" sz="2200" dirty="0">
                <a:solidFill>
                  <a:srgbClr val="000000"/>
                </a:solidFill>
                <a:effectLst/>
                <a:latin typeface="Courier New" panose="02070309020205020404" pitchFamily="49" charset="0"/>
              </a:rPr>
              <a:t>++) {</a:t>
            </a:r>
          </a:p>
          <a:p>
            <a:pPr marR="0" indent="-457200">
              <a:buFont typeface="+mj-lt"/>
              <a:buAutoNum type="arabicPeriod" startAt="24"/>
            </a:pPr>
            <a:r>
              <a:rPr lang="en-IN" sz="2200" dirty="0" err="1">
                <a:solidFill>
                  <a:srgbClr val="000000"/>
                </a:solidFill>
                <a:effectLst/>
                <a:latin typeface="Courier New" panose="02070309020205020404" pitchFamily="49" charset="0"/>
              </a:rPr>
              <a:t>System.</a:t>
            </a:r>
            <a:r>
              <a:rPr lang="en-IN" sz="2200" b="1" i="1" dirty="0" err="1">
                <a:solidFill>
                  <a:srgbClr val="0000C0"/>
                </a:solidFill>
                <a:effectLst/>
                <a:latin typeface="Courier New" panose="02070309020205020404" pitchFamily="49" charset="0"/>
              </a:rPr>
              <a:t>out</a:t>
            </a:r>
            <a:r>
              <a:rPr lang="en-IN" sz="2200" dirty="0" err="1">
                <a:solidFill>
                  <a:srgbClr val="000000"/>
                </a:solidFill>
                <a:effectLst/>
                <a:latin typeface="Courier New" panose="02070309020205020404" pitchFamily="49" charset="0"/>
              </a:rPr>
              <a:t>.print</a:t>
            </a:r>
            <a:r>
              <a:rPr lang="en-IN" sz="2200" dirty="0">
                <a:solidFill>
                  <a:srgbClr val="000000"/>
                </a:solidFill>
                <a:effectLst/>
                <a:latin typeface="Courier New" panose="02070309020205020404" pitchFamily="49" charset="0"/>
              </a:rPr>
              <a:t>(</a:t>
            </a:r>
            <a:r>
              <a:rPr lang="en-IN" sz="2200" i="1" dirty="0">
                <a:solidFill>
                  <a:srgbClr val="0000C0"/>
                </a:solidFill>
                <a:effectLst/>
                <a:latin typeface="Courier New" panose="02070309020205020404" pitchFamily="49" charset="0"/>
              </a:rPr>
              <a:t>a</a:t>
            </a:r>
            <a:r>
              <a:rPr lang="en-IN" sz="2200" dirty="0">
                <a:solidFill>
                  <a:srgbClr val="000000"/>
                </a:solidFill>
                <a:effectLst/>
                <a:latin typeface="Courier New" panose="02070309020205020404" pitchFamily="49" charset="0"/>
              </a:rPr>
              <a:t>[</a:t>
            </a:r>
            <a:r>
              <a:rPr lang="en-IN" sz="2200" dirty="0" err="1">
                <a:solidFill>
                  <a:srgbClr val="6A3E3E"/>
                </a:solidFill>
                <a:effectLst/>
                <a:latin typeface="Courier New" panose="02070309020205020404" pitchFamily="49" charset="0"/>
              </a:rPr>
              <a:t>i</a:t>
            </a:r>
            <a:r>
              <a:rPr lang="en-IN" sz="2200" dirty="0">
                <a:solidFill>
                  <a:srgbClr val="000000"/>
                </a:solidFill>
                <a:effectLst/>
                <a:latin typeface="Courier New" panose="02070309020205020404" pitchFamily="49" charset="0"/>
              </a:rPr>
              <a:t>] + </a:t>
            </a:r>
            <a:r>
              <a:rPr lang="en-IN" sz="2200" dirty="0">
                <a:solidFill>
                  <a:srgbClr val="2A00FF"/>
                </a:solidFill>
                <a:effectLst/>
                <a:latin typeface="Courier New" panose="02070309020205020404" pitchFamily="49" charset="0"/>
              </a:rPr>
              <a:t>" "</a:t>
            </a:r>
            <a:r>
              <a:rPr lang="en-IN" sz="2200" dirty="0">
                <a:solidFill>
                  <a:srgbClr val="000000"/>
                </a:solidFill>
                <a:effectLst/>
                <a:latin typeface="Courier New" panose="02070309020205020404" pitchFamily="49" charset="0"/>
              </a:rPr>
              <a:t>);</a:t>
            </a:r>
          </a:p>
          <a:p>
            <a:pPr marR="0" indent="-457200">
              <a:buFont typeface="+mj-lt"/>
              <a:buAutoNum type="arabicPeriod" startAt="24"/>
            </a:pPr>
            <a:r>
              <a:rPr lang="en-IN" sz="2200" dirty="0">
                <a:solidFill>
                  <a:srgbClr val="000000"/>
                </a:solidFill>
                <a:effectLst/>
                <a:latin typeface="Courier New" panose="02070309020205020404" pitchFamily="49" charset="0"/>
              </a:rPr>
              <a:t>}</a:t>
            </a:r>
          </a:p>
          <a:p>
            <a:pPr marR="0" indent="-457200">
              <a:buFont typeface="+mj-lt"/>
              <a:buAutoNum type="arabicPeriod" startAt="24"/>
            </a:pPr>
            <a:r>
              <a:rPr lang="en-IN" sz="2200" dirty="0">
                <a:solidFill>
                  <a:srgbClr val="000000"/>
                </a:solidFill>
                <a:effectLst/>
                <a:latin typeface="Courier New" panose="02070309020205020404" pitchFamily="49" charset="0"/>
              </a:rPr>
              <a:t>}</a:t>
            </a:r>
          </a:p>
          <a:p>
            <a:pPr marR="0" indent="-457200">
              <a:buFont typeface="+mj-lt"/>
              <a:buAutoNum type="arabicPeriod" startAt="24"/>
            </a:pPr>
            <a:r>
              <a:rPr lang="en-IN" sz="2200" dirty="0">
                <a:solidFill>
                  <a:srgbClr val="000000"/>
                </a:solidFill>
                <a:effectLst/>
                <a:latin typeface="Courier New" panose="02070309020205020404" pitchFamily="49" charset="0"/>
              </a:rPr>
              <a:t>}</a:t>
            </a:r>
            <a:br>
              <a:rPr lang="en-IN" sz="2200" dirty="0">
                <a:solidFill>
                  <a:srgbClr val="000000"/>
                </a:solidFill>
                <a:effectLst/>
                <a:latin typeface="Courier New" panose="02070309020205020404" pitchFamily="49" charset="0"/>
              </a:rPr>
            </a:br>
            <a:endParaRPr lang="en-IN" sz="2200" dirty="0">
              <a:solidFill>
                <a:srgbClr val="000000"/>
              </a:solidFill>
              <a:effectLst/>
              <a:latin typeface="Courier New" panose="02070309020205020404" pitchFamily="49" charset="0"/>
            </a:endParaRPr>
          </a:p>
        </p:txBody>
      </p:sp>
    </p:spTree>
    <p:extLst>
      <p:ext uri="{BB962C8B-B14F-4D97-AF65-F5344CB8AC3E}">
        <p14:creationId xmlns:p14="http://schemas.microsoft.com/office/powerpoint/2010/main" val="1304508740"/>
      </p:ext>
    </p:extLst>
  </p:cSld>
  <p:clrMapOvr>
    <a:masterClrMapping/>
  </p:clrMapOvr>
  <p:transition spd="slow">
    <p:push dir="u"/>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F3190EE-8982-9B77-58F8-08038E78BBE4}"/>
              </a:ext>
            </a:extLst>
          </p:cNvPr>
          <p:cNvSpPr>
            <a:spLocks noGrp="1"/>
          </p:cNvSpPr>
          <p:nvPr>
            <p:ph idx="1"/>
          </p:nvPr>
        </p:nvSpPr>
        <p:spPr>
          <a:xfrm>
            <a:off x="491613" y="540774"/>
            <a:ext cx="11159613" cy="6204155"/>
          </a:xfrm>
        </p:spPr>
        <p:txBody>
          <a:bodyPr>
            <a:normAutofit/>
          </a:bodyPr>
          <a:lstStyle/>
          <a:p>
            <a:pPr marL="285750" marR="0" indent="-514350">
              <a:buFont typeface="+mj-lt"/>
              <a:buAutoNum type="arabicPeriod" startAt="37"/>
            </a:pPr>
            <a:r>
              <a:rPr lang="en-IN" sz="2200" b="1" dirty="0">
                <a:solidFill>
                  <a:srgbClr val="7F0055"/>
                </a:solidFill>
                <a:effectLst/>
                <a:latin typeface="Courier New" panose="02070309020205020404" pitchFamily="49" charset="0"/>
              </a:rPr>
              <a:t>public</a:t>
            </a:r>
            <a:r>
              <a:rPr lang="en-IN" sz="2200" dirty="0">
                <a:solidFill>
                  <a:srgbClr val="000000"/>
                </a:solidFill>
                <a:effectLst/>
                <a:latin typeface="Courier New" panose="02070309020205020404" pitchFamily="49" charset="0"/>
              </a:rPr>
              <a:t> </a:t>
            </a:r>
            <a:r>
              <a:rPr lang="en-IN" sz="2200" b="1" dirty="0">
                <a:solidFill>
                  <a:srgbClr val="7F0055"/>
                </a:solidFill>
                <a:effectLst/>
                <a:latin typeface="Courier New" panose="02070309020205020404" pitchFamily="49" charset="0"/>
              </a:rPr>
              <a:t>static</a:t>
            </a:r>
            <a:r>
              <a:rPr lang="en-IN" sz="2200" dirty="0">
                <a:solidFill>
                  <a:srgbClr val="000000"/>
                </a:solidFill>
                <a:effectLst/>
                <a:latin typeface="Courier New" panose="02070309020205020404" pitchFamily="49" charset="0"/>
              </a:rPr>
              <a:t> </a:t>
            </a:r>
            <a:r>
              <a:rPr lang="en-IN" sz="2200" b="1" dirty="0">
                <a:solidFill>
                  <a:srgbClr val="7F0055"/>
                </a:solidFill>
                <a:effectLst/>
                <a:latin typeface="Courier New" panose="02070309020205020404" pitchFamily="49" charset="0"/>
              </a:rPr>
              <a:t>void</a:t>
            </a:r>
            <a:r>
              <a:rPr lang="en-IN" sz="2200" dirty="0">
                <a:solidFill>
                  <a:srgbClr val="000000"/>
                </a:solidFill>
                <a:effectLst/>
                <a:latin typeface="Courier New" panose="02070309020205020404" pitchFamily="49" charset="0"/>
              </a:rPr>
              <a:t> main(String[] </a:t>
            </a:r>
            <a:r>
              <a:rPr lang="en-IN" sz="2200" dirty="0" err="1">
                <a:solidFill>
                  <a:srgbClr val="6A3E3E"/>
                </a:solidFill>
                <a:effectLst/>
                <a:latin typeface="Courier New" panose="02070309020205020404" pitchFamily="49" charset="0"/>
              </a:rPr>
              <a:t>args</a:t>
            </a:r>
            <a:r>
              <a:rPr lang="en-IN" sz="2200" dirty="0">
                <a:solidFill>
                  <a:srgbClr val="000000"/>
                </a:solidFill>
                <a:effectLst/>
                <a:latin typeface="Courier New" panose="02070309020205020404" pitchFamily="49" charset="0"/>
              </a:rPr>
              <a:t>) {</a:t>
            </a:r>
          </a:p>
          <a:p>
            <a:pPr marL="285750" marR="0" indent="-514350">
              <a:buFont typeface="+mj-lt"/>
              <a:buAutoNum type="arabicPeriod" startAt="37"/>
            </a:pPr>
            <a:r>
              <a:rPr lang="en-IN" sz="2200" dirty="0">
                <a:solidFill>
                  <a:srgbClr val="000000"/>
                </a:solidFill>
                <a:effectLst/>
                <a:latin typeface="Courier New" panose="02070309020205020404" pitchFamily="49" charset="0"/>
              </a:rPr>
              <a:t>Scanner </a:t>
            </a:r>
            <a:r>
              <a:rPr lang="en-IN" sz="2200" u="sng" dirty="0" err="1">
                <a:solidFill>
                  <a:srgbClr val="6A3E3E"/>
                </a:solidFill>
                <a:effectLst/>
                <a:latin typeface="Courier New" panose="02070309020205020404" pitchFamily="49" charset="0"/>
              </a:rPr>
              <a:t>sc</a:t>
            </a:r>
            <a:r>
              <a:rPr lang="en-IN" sz="2200" dirty="0">
                <a:solidFill>
                  <a:srgbClr val="000000"/>
                </a:solidFill>
                <a:effectLst/>
                <a:latin typeface="Courier New" panose="02070309020205020404" pitchFamily="49" charset="0"/>
              </a:rPr>
              <a:t> = </a:t>
            </a:r>
            <a:r>
              <a:rPr lang="en-IN" sz="2200" b="1" dirty="0">
                <a:solidFill>
                  <a:srgbClr val="7F0055"/>
                </a:solidFill>
                <a:effectLst/>
                <a:latin typeface="Courier New" panose="02070309020205020404" pitchFamily="49" charset="0"/>
              </a:rPr>
              <a:t>new</a:t>
            </a:r>
            <a:r>
              <a:rPr lang="en-IN" sz="2200" dirty="0">
                <a:solidFill>
                  <a:srgbClr val="000000"/>
                </a:solidFill>
                <a:effectLst/>
                <a:latin typeface="Courier New" panose="02070309020205020404" pitchFamily="49" charset="0"/>
              </a:rPr>
              <a:t> Scanner(System.</a:t>
            </a:r>
            <a:r>
              <a:rPr lang="en-IN" sz="2200" b="1" i="1" dirty="0">
                <a:solidFill>
                  <a:srgbClr val="0000C0"/>
                </a:solidFill>
                <a:effectLst/>
                <a:latin typeface="Courier New" panose="02070309020205020404" pitchFamily="49" charset="0"/>
              </a:rPr>
              <a:t>in</a:t>
            </a:r>
            <a:r>
              <a:rPr lang="en-IN" sz="2200" dirty="0">
                <a:solidFill>
                  <a:srgbClr val="000000"/>
                </a:solidFill>
                <a:effectLst/>
                <a:latin typeface="Courier New" panose="02070309020205020404" pitchFamily="49" charset="0"/>
              </a:rPr>
              <a:t>);</a:t>
            </a:r>
          </a:p>
          <a:p>
            <a:pPr marL="285750" marR="0" indent="-514350">
              <a:buFont typeface="+mj-lt"/>
              <a:buAutoNum type="arabicPeriod" startAt="37"/>
            </a:pPr>
            <a:r>
              <a:rPr lang="en-IN" sz="2200" dirty="0" err="1">
                <a:solidFill>
                  <a:srgbClr val="000000"/>
                </a:solidFill>
                <a:effectLst/>
                <a:latin typeface="Courier New" panose="02070309020205020404" pitchFamily="49" charset="0"/>
              </a:rPr>
              <a:t>System.</a:t>
            </a:r>
            <a:r>
              <a:rPr lang="en-IN" sz="2200" b="1" i="1" dirty="0" err="1">
                <a:solidFill>
                  <a:srgbClr val="0000C0"/>
                </a:solidFill>
                <a:effectLst/>
                <a:latin typeface="Courier New" panose="02070309020205020404" pitchFamily="49" charset="0"/>
              </a:rPr>
              <a:t>out</a:t>
            </a:r>
            <a:r>
              <a:rPr lang="en-IN" sz="2200" dirty="0" err="1">
                <a:solidFill>
                  <a:srgbClr val="000000"/>
                </a:solidFill>
                <a:effectLst/>
                <a:latin typeface="Courier New" panose="02070309020205020404" pitchFamily="49" charset="0"/>
              </a:rPr>
              <a:t>.print</a:t>
            </a:r>
            <a:r>
              <a:rPr lang="en-IN" sz="2200" dirty="0">
                <a:solidFill>
                  <a:srgbClr val="000000"/>
                </a:solidFill>
                <a:effectLst/>
                <a:latin typeface="Courier New" panose="02070309020205020404" pitchFamily="49" charset="0"/>
              </a:rPr>
              <a:t>(</a:t>
            </a:r>
            <a:r>
              <a:rPr lang="en-IN" sz="2200" dirty="0">
                <a:solidFill>
                  <a:srgbClr val="2A00FF"/>
                </a:solidFill>
                <a:effectLst/>
                <a:latin typeface="Courier New" panose="02070309020205020404" pitchFamily="49" charset="0"/>
              </a:rPr>
              <a:t>"Enter the number of elements to enqueue: "</a:t>
            </a:r>
            <a:r>
              <a:rPr lang="en-IN" sz="2200" dirty="0">
                <a:solidFill>
                  <a:srgbClr val="000000"/>
                </a:solidFill>
                <a:effectLst/>
                <a:latin typeface="Courier New" panose="02070309020205020404" pitchFamily="49" charset="0"/>
              </a:rPr>
              <a:t>);</a:t>
            </a:r>
          </a:p>
          <a:p>
            <a:pPr marL="285750" marR="0" indent="-514350">
              <a:buFont typeface="+mj-lt"/>
              <a:buAutoNum type="arabicPeriod" startAt="37"/>
            </a:pPr>
            <a:r>
              <a:rPr lang="en-IN" sz="2200" b="1" dirty="0">
                <a:solidFill>
                  <a:srgbClr val="7F0055"/>
                </a:solidFill>
                <a:effectLst/>
                <a:latin typeface="Courier New" panose="02070309020205020404" pitchFamily="49" charset="0"/>
              </a:rPr>
              <a:t>int</a:t>
            </a:r>
            <a:r>
              <a:rPr lang="en-IN" sz="2200" dirty="0">
                <a:solidFill>
                  <a:srgbClr val="000000"/>
                </a:solidFill>
                <a:effectLst/>
                <a:latin typeface="Courier New" panose="02070309020205020404" pitchFamily="49" charset="0"/>
              </a:rPr>
              <a:t> </a:t>
            </a:r>
            <a:r>
              <a:rPr lang="en-IN" sz="2200" dirty="0">
                <a:solidFill>
                  <a:srgbClr val="6A3E3E"/>
                </a:solidFill>
                <a:effectLst/>
                <a:latin typeface="Courier New" panose="02070309020205020404" pitchFamily="49" charset="0"/>
              </a:rPr>
              <a:t>n</a:t>
            </a:r>
            <a:r>
              <a:rPr lang="en-IN" sz="2200" dirty="0">
                <a:solidFill>
                  <a:srgbClr val="000000"/>
                </a:solidFill>
                <a:effectLst/>
                <a:latin typeface="Courier New" panose="02070309020205020404" pitchFamily="49" charset="0"/>
              </a:rPr>
              <a:t> = </a:t>
            </a:r>
            <a:r>
              <a:rPr lang="en-IN" sz="2200" dirty="0" err="1">
                <a:solidFill>
                  <a:srgbClr val="6A3E3E"/>
                </a:solidFill>
                <a:effectLst/>
                <a:latin typeface="Courier New" panose="02070309020205020404" pitchFamily="49" charset="0"/>
              </a:rPr>
              <a:t>sc</a:t>
            </a:r>
            <a:r>
              <a:rPr lang="en-IN" sz="2200" dirty="0" err="1">
                <a:solidFill>
                  <a:srgbClr val="000000"/>
                </a:solidFill>
                <a:effectLst/>
                <a:latin typeface="Courier New" panose="02070309020205020404" pitchFamily="49" charset="0"/>
              </a:rPr>
              <a:t>.nextInt</a:t>
            </a:r>
            <a:r>
              <a:rPr lang="en-IN" sz="2200" dirty="0">
                <a:solidFill>
                  <a:srgbClr val="000000"/>
                </a:solidFill>
                <a:effectLst/>
                <a:latin typeface="Courier New" panose="02070309020205020404" pitchFamily="49" charset="0"/>
              </a:rPr>
              <a:t>();</a:t>
            </a:r>
          </a:p>
          <a:p>
            <a:pPr marL="285750" marR="0" indent="-514350">
              <a:buFont typeface="+mj-lt"/>
              <a:buAutoNum type="arabicPeriod" startAt="37"/>
            </a:pPr>
            <a:r>
              <a:rPr lang="en-IN" sz="2200" dirty="0" err="1">
                <a:solidFill>
                  <a:srgbClr val="000000"/>
                </a:solidFill>
                <a:effectLst/>
                <a:latin typeface="Courier New" panose="02070309020205020404" pitchFamily="49" charset="0"/>
              </a:rPr>
              <a:t>System.</a:t>
            </a:r>
            <a:r>
              <a:rPr lang="en-IN" sz="2200" b="1" i="1" dirty="0" err="1">
                <a:solidFill>
                  <a:srgbClr val="0000C0"/>
                </a:solidFill>
                <a:effectLst/>
                <a:latin typeface="Courier New" panose="02070309020205020404" pitchFamily="49" charset="0"/>
              </a:rPr>
              <a:t>out</a:t>
            </a:r>
            <a:r>
              <a:rPr lang="en-IN" sz="2200" dirty="0" err="1">
                <a:solidFill>
                  <a:srgbClr val="000000"/>
                </a:solidFill>
                <a:effectLst/>
                <a:latin typeface="Courier New" panose="02070309020205020404" pitchFamily="49" charset="0"/>
              </a:rPr>
              <a:t>.println</a:t>
            </a:r>
            <a:r>
              <a:rPr lang="en-IN" sz="2200" dirty="0">
                <a:solidFill>
                  <a:srgbClr val="000000"/>
                </a:solidFill>
                <a:effectLst/>
                <a:latin typeface="Courier New" panose="02070309020205020404" pitchFamily="49" charset="0"/>
              </a:rPr>
              <a:t>(</a:t>
            </a:r>
            <a:r>
              <a:rPr lang="en-IN" sz="2200" dirty="0">
                <a:solidFill>
                  <a:srgbClr val="2A00FF"/>
                </a:solidFill>
                <a:effectLst/>
                <a:latin typeface="Courier New" panose="02070309020205020404" pitchFamily="49" charset="0"/>
              </a:rPr>
              <a:t>"Enter the elements:"</a:t>
            </a:r>
            <a:r>
              <a:rPr lang="en-IN" sz="2200" dirty="0">
                <a:solidFill>
                  <a:srgbClr val="000000"/>
                </a:solidFill>
                <a:effectLst/>
                <a:latin typeface="Courier New" panose="02070309020205020404" pitchFamily="49" charset="0"/>
              </a:rPr>
              <a:t>);</a:t>
            </a:r>
          </a:p>
          <a:p>
            <a:pPr marL="285750" marR="0" indent="-514350">
              <a:buFont typeface="+mj-lt"/>
              <a:buAutoNum type="arabicPeriod" startAt="37"/>
            </a:pPr>
            <a:r>
              <a:rPr lang="en-IN" sz="2200" b="1" dirty="0">
                <a:solidFill>
                  <a:srgbClr val="7F0055"/>
                </a:solidFill>
                <a:effectLst/>
                <a:latin typeface="Courier New" panose="02070309020205020404" pitchFamily="49" charset="0"/>
              </a:rPr>
              <a:t>for</a:t>
            </a:r>
            <a:r>
              <a:rPr lang="en-IN" sz="2200" dirty="0">
                <a:solidFill>
                  <a:srgbClr val="000000"/>
                </a:solidFill>
                <a:effectLst/>
                <a:latin typeface="Courier New" panose="02070309020205020404" pitchFamily="49" charset="0"/>
              </a:rPr>
              <a:t> (</a:t>
            </a:r>
            <a:r>
              <a:rPr lang="en-IN" sz="2200" b="1" dirty="0">
                <a:solidFill>
                  <a:srgbClr val="7F0055"/>
                </a:solidFill>
                <a:effectLst/>
                <a:latin typeface="Courier New" panose="02070309020205020404" pitchFamily="49" charset="0"/>
              </a:rPr>
              <a:t>int</a:t>
            </a:r>
            <a:r>
              <a:rPr lang="en-IN" sz="2200" dirty="0">
                <a:solidFill>
                  <a:srgbClr val="000000"/>
                </a:solidFill>
                <a:effectLst/>
                <a:latin typeface="Courier New" panose="02070309020205020404" pitchFamily="49" charset="0"/>
              </a:rPr>
              <a:t> </a:t>
            </a:r>
            <a:r>
              <a:rPr lang="en-IN" sz="2200" dirty="0" err="1">
                <a:solidFill>
                  <a:srgbClr val="6A3E3E"/>
                </a:solidFill>
                <a:effectLst/>
                <a:latin typeface="Courier New" panose="02070309020205020404" pitchFamily="49" charset="0"/>
              </a:rPr>
              <a:t>i</a:t>
            </a:r>
            <a:r>
              <a:rPr lang="en-IN" sz="2200" dirty="0">
                <a:solidFill>
                  <a:srgbClr val="000000"/>
                </a:solidFill>
                <a:effectLst/>
                <a:latin typeface="Courier New" panose="02070309020205020404" pitchFamily="49" charset="0"/>
              </a:rPr>
              <a:t> = 0; </a:t>
            </a:r>
            <a:r>
              <a:rPr lang="en-IN" sz="2200" dirty="0" err="1">
                <a:solidFill>
                  <a:srgbClr val="6A3E3E"/>
                </a:solidFill>
                <a:effectLst/>
                <a:latin typeface="Courier New" panose="02070309020205020404" pitchFamily="49" charset="0"/>
              </a:rPr>
              <a:t>i</a:t>
            </a:r>
            <a:r>
              <a:rPr lang="en-IN" sz="2200" dirty="0">
                <a:solidFill>
                  <a:srgbClr val="000000"/>
                </a:solidFill>
                <a:effectLst/>
                <a:latin typeface="Courier New" panose="02070309020205020404" pitchFamily="49" charset="0"/>
              </a:rPr>
              <a:t> &lt; </a:t>
            </a:r>
            <a:r>
              <a:rPr lang="en-IN" sz="2200" dirty="0">
                <a:solidFill>
                  <a:srgbClr val="6A3E3E"/>
                </a:solidFill>
                <a:effectLst/>
                <a:latin typeface="Courier New" panose="02070309020205020404" pitchFamily="49" charset="0"/>
              </a:rPr>
              <a:t>n</a:t>
            </a:r>
            <a:r>
              <a:rPr lang="en-IN" sz="2200" dirty="0">
                <a:solidFill>
                  <a:srgbClr val="000000"/>
                </a:solidFill>
                <a:effectLst/>
                <a:latin typeface="Courier New" panose="02070309020205020404" pitchFamily="49" charset="0"/>
              </a:rPr>
              <a:t>; </a:t>
            </a:r>
            <a:r>
              <a:rPr lang="en-IN" sz="2200" dirty="0" err="1">
                <a:solidFill>
                  <a:srgbClr val="6A3E3E"/>
                </a:solidFill>
                <a:effectLst/>
                <a:latin typeface="Courier New" panose="02070309020205020404" pitchFamily="49" charset="0"/>
              </a:rPr>
              <a:t>i</a:t>
            </a:r>
            <a:r>
              <a:rPr lang="en-IN" sz="2200" dirty="0">
                <a:solidFill>
                  <a:srgbClr val="000000"/>
                </a:solidFill>
                <a:effectLst/>
                <a:latin typeface="Courier New" panose="02070309020205020404" pitchFamily="49" charset="0"/>
              </a:rPr>
              <a:t>++) {</a:t>
            </a:r>
          </a:p>
          <a:p>
            <a:pPr marL="285750" marR="0" indent="-514350">
              <a:buFont typeface="+mj-lt"/>
              <a:buAutoNum type="arabicPeriod" startAt="37"/>
            </a:pPr>
            <a:r>
              <a:rPr lang="en-IN" sz="2200" b="1" dirty="0">
                <a:solidFill>
                  <a:srgbClr val="7F0055"/>
                </a:solidFill>
                <a:effectLst/>
                <a:latin typeface="Courier New" panose="02070309020205020404" pitchFamily="49" charset="0"/>
              </a:rPr>
              <a:t>int</a:t>
            </a:r>
            <a:r>
              <a:rPr lang="en-IN" sz="2200" dirty="0">
                <a:solidFill>
                  <a:srgbClr val="000000"/>
                </a:solidFill>
                <a:effectLst/>
                <a:latin typeface="Courier New" panose="02070309020205020404" pitchFamily="49" charset="0"/>
              </a:rPr>
              <a:t> </a:t>
            </a:r>
            <a:r>
              <a:rPr lang="en-IN" sz="2200" dirty="0">
                <a:solidFill>
                  <a:srgbClr val="6A3E3E"/>
                </a:solidFill>
                <a:effectLst/>
                <a:latin typeface="Courier New" panose="02070309020205020404" pitchFamily="49" charset="0"/>
              </a:rPr>
              <a:t>m</a:t>
            </a:r>
            <a:r>
              <a:rPr lang="en-IN" sz="2200" dirty="0">
                <a:solidFill>
                  <a:srgbClr val="000000"/>
                </a:solidFill>
                <a:effectLst/>
                <a:latin typeface="Courier New" panose="02070309020205020404" pitchFamily="49" charset="0"/>
              </a:rPr>
              <a:t> = </a:t>
            </a:r>
            <a:r>
              <a:rPr lang="en-IN" sz="2200" dirty="0" err="1">
                <a:solidFill>
                  <a:srgbClr val="6A3E3E"/>
                </a:solidFill>
                <a:effectLst/>
                <a:latin typeface="Courier New" panose="02070309020205020404" pitchFamily="49" charset="0"/>
              </a:rPr>
              <a:t>sc</a:t>
            </a:r>
            <a:r>
              <a:rPr lang="en-IN" sz="2200" dirty="0" err="1">
                <a:solidFill>
                  <a:srgbClr val="000000"/>
                </a:solidFill>
                <a:effectLst/>
                <a:latin typeface="Courier New" panose="02070309020205020404" pitchFamily="49" charset="0"/>
              </a:rPr>
              <a:t>.nextInt</a:t>
            </a:r>
            <a:r>
              <a:rPr lang="en-IN" sz="2200" dirty="0">
                <a:solidFill>
                  <a:srgbClr val="000000"/>
                </a:solidFill>
                <a:effectLst/>
                <a:latin typeface="Courier New" panose="02070309020205020404" pitchFamily="49" charset="0"/>
              </a:rPr>
              <a:t>();</a:t>
            </a:r>
          </a:p>
          <a:p>
            <a:pPr marL="285750" marR="0" indent="-514350">
              <a:buFont typeface="+mj-lt"/>
              <a:buAutoNum type="arabicPeriod" startAt="37"/>
            </a:pPr>
            <a:r>
              <a:rPr lang="en-IN" sz="2200" i="1" dirty="0">
                <a:solidFill>
                  <a:srgbClr val="000000"/>
                </a:solidFill>
                <a:effectLst/>
                <a:latin typeface="Courier New" panose="02070309020205020404" pitchFamily="49" charset="0"/>
              </a:rPr>
              <a:t>enqueue</a:t>
            </a:r>
            <a:r>
              <a:rPr lang="en-IN" sz="2200" dirty="0">
                <a:solidFill>
                  <a:srgbClr val="000000"/>
                </a:solidFill>
                <a:effectLst/>
                <a:latin typeface="Courier New" panose="02070309020205020404" pitchFamily="49" charset="0"/>
              </a:rPr>
              <a:t>(</a:t>
            </a:r>
            <a:r>
              <a:rPr lang="en-IN" sz="2200" dirty="0">
                <a:solidFill>
                  <a:srgbClr val="6A3E3E"/>
                </a:solidFill>
                <a:effectLst/>
                <a:latin typeface="Courier New" panose="02070309020205020404" pitchFamily="49" charset="0"/>
              </a:rPr>
              <a:t>m</a:t>
            </a:r>
            <a:r>
              <a:rPr lang="en-IN" sz="2200" dirty="0">
                <a:solidFill>
                  <a:srgbClr val="000000"/>
                </a:solidFill>
                <a:effectLst/>
                <a:latin typeface="Courier New" panose="02070309020205020404" pitchFamily="49" charset="0"/>
              </a:rPr>
              <a:t>);</a:t>
            </a:r>
          </a:p>
          <a:p>
            <a:pPr marL="285750" marR="0" indent="-514350">
              <a:buFont typeface="+mj-lt"/>
              <a:buAutoNum type="arabicPeriod" startAt="37"/>
            </a:pPr>
            <a:r>
              <a:rPr lang="en-IN" sz="2200" dirty="0">
                <a:solidFill>
                  <a:srgbClr val="000000"/>
                </a:solidFill>
                <a:effectLst/>
                <a:latin typeface="Courier New" panose="02070309020205020404" pitchFamily="49" charset="0"/>
              </a:rPr>
              <a:t>}</a:t>
            </a:r>
          </a:p>
          <a:p>
            <a:pPr marL="285750" marR="0" indent="-514350">
              <a:buFont typeface="+mj-lt"/>
              <a:buAutoNum type="arabicPeriod" startAt="37"/>
            </a:pPr>
            <a:r>
              <a:rPr lang="en-IN" sz="2200" i="1" dirty="0">
                <a:solidFill>
                  <a:srgbClr val="000000"/>
                </a:solidFill>
                <a:effectLst/>
                <a:latin typeface="Courier New" panose="02070309020205020404" pitchFamily="49" charset="0"/>
              </a:rPr>
              <a:t>display</a:t>
            </a:r>
            <a:r>
              <a:rPr lang="en-IN" sz="2200" dirty="0">
                <a:solidFill>
                  <a:srgbClr val="000000"/>
                </a:solidFill>
                <a:effectLst/>
                <a:latin typeface="Courier New" panose="02070309020205020404" pitchFamily="49" charset="0"/>
              </a:rPr>
              <a:t>();</a:t>
            </a:r>
          </a:p>
          <a:p>
            <a:pPr marL="285750" marR="0" indent="-514350">
              <a:buFont typeface="+mj-lt"/>
              <a:buAutoNum type="arabicPeriod" startAt="37"/>
            </a:pPr>
            <a:r>
              <a:rPr lang="en-IN" sz="2200" dirty="0" err="1">
                <a:solidFill>
                  <a:srgbClr val="000000"/>
                </a:solidFill>
                <a:effectLst/>
                <a:latin typeface="Courier New" panose="02070309020205020404" pitchFamily="49" charset="0"/>
              </a:rPr>
              <a:t>System.</a:t>
            </a:r>
            <a:r>
              <a:rPr lang="en-IN" sz="2200" b="1" i="1" dirty="0" err="1">
                <a:solidFill>
                  <a:srgbClr val="0000C0"/>
                </a:solidFill>
                <a:effectLst/>
                <a:latin typeface="Courier New" panose="02070309020205020404" pitchFamily="49" charset="0"/>
              </a:rPr>
              <a:t>out</a:t>
            </a:r>
            <a:r>
              <a:rPr lang="en-IN" sz="2200" dirty="0" err="1">
                <a:solidFill>
                  <a:srgbClr val="000000"/>
                </a:solidFill>
                <a:effectLst/>
                <a:latin typeface="Courier New" panose="02070309020205020404" pitchFamily="49" charset="0"/>
              </a:rPr>
              <a:t>.println</a:t>
            </a:r>
            <a:r>
              <a:rPr lang="en-IN" sz="2200" dirty="0">
                <a:solidFill>
                  <a:srgbClr val="000000"/>
                </a:solidFill>
                <a:effectLst/>
                <a:latin typeface="Courier New" panose="02070309020205020404" pitchFamily="49" charset="0"/>
              </a:rPr>
              <a:t>(</a:t>
            </a:r>
            <a:r>
              <a:rPr lang="en-IN" sz="2200" dirty="0">
                <a:solidFill>
                  <a:srgbClr val="2A00FF"/>
                </a:solidFill>
                <a:effectLst/>
                <a:latin typeface="Courier New" panose="02070309020205020404" pitchFamily="49" charset="0"/>
              </a:rPr>
              <a:t>"Performing two dequeue operations..."</a:t>
            </a:r>
            <a:r>
              <a:rPr lang="en-IN" sz="2200" dirty="0">
                <a:solidFill>
                  <a:srgbClr val="000000"/>
                </a:solidFill>
                <a:effectLst/>
                <a:latin typeface="Courier New" panose="02070309020205020404" pitchFamily="49" charset="0"/>
              </a:rPr>
              <a:t>);</a:t>
            </a:r>
          </a:p>
          <a:p>
            <a:pPr marL="285750" marR="0" indent="-514350">
              <a:buFont typeface="+mj-lt"/>
              <a:buAutoNum type="arabicPeriod" startAt="37"/>
            </a:pPr>
            <a:r>
              <a:rPr lang="en-IN" sz="2200" i="1" dirty="0">
                <a:solidFill>
                  <a:srgbClr val="000000"/>
                </a:solidFill>
                <a:effectLst/>
                <a:latin typeface="Courier New" panose="02070309020205020404" pitchFamily="49" charset="0"/>
              </a:rPr>
              <a:t>dequeue</a:t>
            </a:r>
            <a:r>
              <a:rPr lang="en-IN" sz="2200" dirty="0">
                <a:solidFill>
                  <a:srgbClr val="000000"/>
                </a:solidFill>
                <a:effectLst/>
                <a:latin typeface="Courier New" panose="02070309020205020404" pitchFamily="49" charset="0"/>
              </a:rPr>
              <a:t>();</a:t>
            </a:r>
          </a:p>
          <a:p>
            <a:pPr marL="285750" marR="0" indent="-514350">
              <a:buFont typeface="+mj-lt"/>
              <a:buAutoNum type="arabicPeriod" startAt="37"/>
            </a:pPr>
            <a:r>
              <a:rPr lang="en-IN" sz="2200" dirty="0">
                <a:solidFill>
                  <a:srgbClr val="000000"/>
                </a:solidFill>
                <a:effectLst/>
                <a:latin typeface="Courier New" panose="02070309020205020404" pitchFamily="49" charset="0"/>
              </a:rPr>
              <a:t> </a:t>
            </a:r>
            <a:r>
              <a:rPr lang="en-IN" sz="2200" i="1" dirty="0">
                <a:solidFill>
                  <a:srgbClr val="000000"/>
                </a:solidFill>
                <a:effectLst/>
                <a:latin typeface="Courier New" panose="02070309020205020404" pitchFamily="49" charset="0"/>
              </a:rPr>
              <a:t>display</a:t>
            </a:r>
            <a:r>
              <a:rPr lang="en-IN" sz="2200" dirty="0">
                <a:solidFill>
                  <a:srgbClr val="000000"/>
                </a:solidFill>
                <a:effectLst/>
                <a:latin typeface="Courier New" panose="02070309020205020404" pitchFamily="49" charset="0"/>
              </a:rPr>
              <a:t>();</a:t>
            </a:r>
          </a:p>
          <a:p>
            <a:pPr marL="285750" marR="0" indent="-514350">
              <a:buFont typeface="+mj-lt"/>
              <a:buAutoNum type="arabicPeriod" startAt="37"/>
            </a:pPr>
            <a:r>
              <a:rPr lang="en-IN" sz="2200" dirty="0">
                <a:solidFill>
                  <a:srgbClr val="000000"/>
                </a:solidFill>
                <a:effectLst/>
                <a:latin typeface="Courier New" panose="02070309020205020404" pitchFamily="49" charset="0"/>
              </a:rPr>
              <a:t>}}</a:t>
            </a:r>
          </a:p>
          <a:p>
            <a:pPr marL="514350" indent="-514350">
              <a:buFont typeface="+mj-lt"/>
              <a:buAutoNum type="arabicPeriod" startAt="37"/>
            </a:pPr>
            <a:endParaRPr lang="en-IN" sz="2200" dirty="0"/>
          </a:p>
        </p:txBody>
      </p:sp>
    </p:spTree>
    <p:extLst>
      <p:ext uri="{BB962C8B-B14F-4D97-AF65-F5344CB8AC3E}">
        <p14:creationId xmlns:p14="http://schemas.microsoft.com/office/powerpoint/2010/main" val="3930093181"/>
      </p:ext>
    </p:extLst>
  </p:cSld>
  <p:clrMapOvr>
    <a:masterClrMapping/>
  </p:clrMapOvr>
  <p:transition spd="slow">
    <p:push dir="u"/>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4C730-ADB4-5B42-3F59-B5533859933D}"/>
              </a:ext>
            </a:extLst>
          </p:cNvPr>
          <p:cNvSpPr>
            <a:spLocks noGrp="1"/>
          </p:cNvSpPr>
          <p:nvPr>
            <p:ph type="title"/>
          </p:nvPr>
        </p:nvSpPr>
        <p:spPr/>
        <p:txBody>
          <a:bodyPr/>
          <a:lstStyle/>
          <a:p>
            <a:r>
              <a:rPr lang="en-IN" b="1" dirty="0"/>
              <a:t>Queue using LinkedList</a:t>
            </a:r>
          </a:p>
        </p:txBody>
      </p:sp>
      <p:sp>
        <p:nvSpPr>
          <p:cNvPr id="3" name="Content Placeholder 2">
            <a:extLst>
              <a:ext uri="{FF2B5EF4-FFF2-40B4-BE49-F238E27FC236}">
                <a16:creationId xmlns:a16="http://schemas.microsoft.com/office/drawing/2014/main" id="{94806084-022C-6494-675E-3F49B406839C}"/>
              </a:ext>
            </a:extLst>
          </p:cNvPr>
          <p:cNvSpPr>
            <a:spLocks noGrp="1"/>
          </p:cNvSpPr>
          <p:nvPr>
            <p:ph idx="1"/>
          </p:nvPr>
        </p:nvSpPr>
        <p:spPr/>
        <p:txBody>
          <a:bodyPr>
            <a:normAutofit/>
          </a:bodyPr>
          <a:lstStyle/>
          <a:p>
            <a:pPr marR="0" indent="-457200">
              <a:buFont typeface="+mj-lt"/>
              <a:buAutoNum type="arabicPeriod"/>
            </a:pPr>
            <a:r>
              <a:rPr lang="en-IN" sz="2500" b="1" dirty="0">
                <a:solidFill>
                  <a:srgbClr val="7F0055"/>
                </a:solidFill>
                <a:effectLst/>
                <a:latin typeface="Courier New" panose="02070309020205020404" pitchFamily="49" charset="0"/>
              </a:rPr>
              <a:t>class</a:t>
            </a:r>
            <a:r>
              <a:rPr lang="en-IN" sz="2500" dirty="0">
                <a:solidFill>
                  <a:srgbClr val="000000"/>
                </a:solidFill>
                <a:effectLst/>
                <a:latin typeface="Courier New" panose="02070309020205020404" pitchFamily="49" charset="0"/>
              </a:rPr>
              <a:t> Node{</a:t>
            </a:r>
          </a:p>
          <a:p>
            <a:pPr marR="0" indent="-457200">
              <a:buFont typeface="+mj-lt"/>
              <a:buAutoNum type="arabicPeriod"/>
            </a:pPr>
            <a:r>
              <a:rPr lang="en-IN" sz="2500" b="1" dirty="0">
                <a:solidFill>
                  <a:srgbClr val="7F0055"/>
                </a:solidFill>
                <a:effectLst/>
                <a:latin typeface="Courier New" panose="02070309020205020404" pitchFamily="49" charset="0"/>
              </a:rPr>
              <a:t>int</a:t>
            </a:r>
            <a:r>
              <a:rPr lang="en-IN" sz="2500" dirty="0">
                <a:solidFill>
                  <a:srgbClr val="000000"/>
                </a:solidFill>
                <a:effectLst/>
                <a:latin typeface="Courier New" panose="02070309020205020404" pitchFamily="49" charset="0"/>
              </a:rPr>
              <a:t> </a:t>
            </a:r>
            <a:r>
              <a:rPr lang="en-IN" sz="2500" dirty="0">
                <a:solidFill>
                  <a:srgbClr val="0000C0"/>
                </a:solidFill>
                <a:effectLst/>
                <a:latin typeface="Courier New" panose="02070309020205020404" pitchFamily="49" charset="0"/>
              </a:rPr>
              <a:t>data</a:t>
            </a:r>
            <a:r>
              <a:rPr lang="en-IN" sz="2500" dirty="0">
                <a:solidFill>
                  <a:srgbClr val="000000"/>
                </a:solidFill>
                <a:effectLst/>
                <a:latin typeface="Courier New" panose="02070309020205020404" pitchFamily="49" charset="0"/>
              </a:rPr>
              <a:t>;</a:t>
            </a:r>
          </a:p>
          <a:p>
            <a:pPr marR="0" indent="-457200">
              <a:buFont typeface="+mj-lt"/>
              <a:buAutoNum type="arabicPeriod"/>
            </a:pPr>
            <a:r>
              <a:rPr lang="en-IN" sz="2500" dirty="0">
                <a:solidFill>
                  <a:srgbClr val="000000"/>
                </a:solidFill>
                <a:effectLst/>
                <a:latin typeface="Courier New" panose="02070309020205020404" pitchFamily="49" charset="0"/>
              </a:rPr>
              <a:t>Node </a:t>
            </a:r>
            <a:r>
              <a:rPr lang="en-IN" sz="2500" dirty="0">
                <a:solidFill>
                  <a:srgbClr val="0000C0"/>
                </a:solidFill>
                <a:effectLst/>
                <a:latin typeface="Courier New" panose="02070309020205020404" pitchFamily="49" charset="0"/>
              </a:rPr>
              <a:t>next</a:t>
            </a:r>
            <a:r>
              <a:rPr lang="en-IN" sz="2500" dirty="0">
                <a:solidFill>
                  <a:srgbClr val="000000"/>
                </a:solidFill>
                <a:effectLst/>
                <a:latin typeface="Courier New" panose="02070309020205020404" pitchFamily="49" charset="0"/>
              </a:rPr>
              <a:t>;</a:t>
            </a:r>
          </a:p>
          <a:p>
            <a:pPr marR="0" indent="-457200">
              <a:buFont typeface="+mj-lt"/>
              <a:buAutoNum type="arabicPeriod"/>
            </a:pPr>
            <a:r>
              <a:rPr lang="en-IN" sz="2500" dirty="0">
                <a:solidFill>
                  <a:srgbClr val="000000"/>
                </a:solidFill>
                <a:effectLst/>
                <a:latin typeface="Courier New" panose="02070309020205020404" pitchFamily="49" charset="0"/>
              </a:rPr>
              <a:t>Node(</a:t>
            </a:r>
            <a:r>
              <a:rPr lang="en-IN" sz="2500" b="1" dirty="0">
                <a:solidFill>
                  <a:srgbClr val="7F0055"/>
                </a:solidFill>
                <a:effectLst/>
                <a:latin typeface="Courier New" panose="02070309020205020404" pitchFamily="49" charset="0"/>
              </a:rPr>
              <a:t>int</a:t>
            </a:r>
            <a:r>
              <a:rPr lang="en-IN" sz="2500" dirty="0">
                <a:solidFill>
                  <a:srgbClr val="000000"/>
                </a:solidFill>
                <a:effectLst/>
                <a:latin typeface="Courier New" panose="02070309020205020404" pitchFamily="49" charset="0"/>
              </a:rPr>
              <a:t> </a:t>
            </a:r>
            <a:r>
              <a:rPr lang="en-IN" sz="2500" dirty="0">
                <a:solidFill>
                  <a:srgbClr val="6A3E3E"/>
                </a:solidFill>
                <a:effectLst/>
                <a:latin typeface="Courier New" panose="02070309020205020404" pitchFamily="49" charset="0"/>
              </a:rPr>
              <a:t>v</a:t>
            </a:r>
            <a:r>
              <a:rPr lang="en-IN" sz="2500" dirty="0">
                <a:solidFill>
                  <a:srgbClr val="000000"/>
                </a:solidFill>
                <a:effectLst/>
                <a:latin typeface="Courier New" panose="02070309020205020404" pitchFamily="49" charset="0"/>
              </a:rPr>
              <a:t>)</a:t>
            </a:r>
          </a:p>
          <a:p>
            <a:pPr marR="0" indent="-457200">
              <a:buFont typeface="+mj-lt"/>
              <a:buAutoNum type="arabicPeriod"/>
            </a:pPr>
            <a:r>
              <a:rPr lang="en-IN" sz="2500" dirty="0">
                <a:solidFill>
                  <a:srgbClr val="000000"/>
                </a:solidFill>
                <a:effectLst/>
                <a:latin typeface="Courier New" panose="02070309020205020404" pitchFamily="49" charset="0"/>
              </a:rPr>
              <a:t>{</a:t>
            </a:r>
          </a:p>
          <a:p>
            <a:pPr marR="0" indent="-457200">
              <a:buFont typeface="+mj-lt"/>
              <a:buAutoNum type="arabicPeriod"/>
            </a:pPr>
            <a:r>
              <a:rPr lang="en-IN" sz="2500" dirty="0">
                <a:solidFill>
                  <a:srgbClr val="0000C0"/>
                </a:solidFill>
                <a:effectLst/>
                <a:latin typeface="Courier New" panose="02070309020205020404" pitchFamily="49" charset="0"/>
              </a:rPr>
              <a:t>        data</a:t>
            </a:r>
            <a:r>
              <a:rPr lang="en-IN" sz="2500" dirty="0">
                <a:solidFill>
                  <a:srgbClr val="000000"/>
                </a:solidFill>
                <a:effectLst/>
                <a:latin typeface="Courier New" panose="02070309020205020404" pitchFamily="49" charset="0"/>
              </a:rPr>
              <a:t>=</a:t>
            </a:r>
            <a:r>
              <a:rPr lang="en-IN" sz="2500" dirty="0">
                <a:solidFill>
                  <a:srgbClr val="6A3E3E"/>
                </a:solidFill>
                <a:effectLst/>
                <a:latin typeface="Courier New" panose="02070309020205020404" pitchFamily="49" charset="0"/>
              </a:rPr>
              <a:t>v</a:t>
            </a:r>
            <a:r>
              <a:rPr lang="en-IN" sz="2500" dirty="0">
                <a:solidFill>
                  <a:srgbClr val="000000"/>
                </a:solidFill>
                <a:effectLst/>
                <a:latin typeface="Courier New" panose="02070309020205020404" pitchFamily="49" charset="0"/>
              </a:rPr>
              <a:t>;</a:t>
            </a:r>
          </a:p>
          <a:p>
            <a:pPr marR="0" indent="-457200">
              <a:buFont typeface="+mj-lt"/>
              <a:buAutoNum type="arabicPeriod"/>
            </a:pPr>
            <a:r>
              <a:rPr lang="en-IN" sz="2500" dirty="0">
                <a:solidFill>
                  <a:srgbClr val="0000C0"/>
                </a:solidFill>
                <a:effectLst/>
                <a:latin typeface="Courier New" panose="02070309020205020404" pitchFamily="49" charset="0"/>
              </a:rPr>
              <a:t>       next</a:t>
            </a:r>
            <a:r>
              <a:rPr lang="en-IN" sz="2500" dirty="0">
                <a:solidFill>
                  <a:srgbClr val="000000"/>
                </a:solidFill>
                <a:effectLst/>
                <a:latin typeface="Courier New" panose="02070309020205020404" pitchFamily="49" charset="0"/>
              </a:rPr>
              <a:t>=</a:t>
            </a:r>
            <a:r>
              <a:rPr lang="en-IN" sz="2500" b="1" dirty="0">
                <a:solidFill>
                  <a:srgbClr val="7F0055"/>
                </a:solidFill>
                <a:effectLst/>
                <a:latin typeface="Courier New" panose="02070309020205020404" pitchFamily="49" charset="0"/>
              </a:rPr>
              <a:t>null</a:t>
            </a:r>
            <a:r>
              <a:rPr lang="en-IN" sz="2500" dirty="0">
                <a:solidFill>
                  <a:srgbClr val="000000"/>
                </a:solidFill>
                <a:effectLst/>
                <a:latin typeface="Courier New" panose="02070309020205020404" pitchFamily="49" charset="0"/>
              </a:rPr>
              <a:t>;</a:t>
            </a:r>
          </a:p>
          <a:p>
            <a:pPr marR="0" indent="-457200">
              <a:buFont typeface="+mj-lt"/>
              <a:buAutoNum type="arabicPeriod"/>
            </a:pPr>
            <a:r>
              <a:rPr lang="en-IN" sz="2500" dirty="0">
                <a:solidFill>
                  <a:srgbClr val="000000"/>
                </a:solidFill>
                <a:effectLst/>
                <a:latin typeface="Courier New" panose="02070309020205020404" pitchFamily="49" charset="0"/>
              </a:rPr>
              <a:t>}</a:t>
            </a:r>
          </a:p>
          <a:p>
            <a:pPr marR="0" indent="-457200">
              <a:buFont typeface="+mj-lt"/>
              <a:buAutoNum type="arabicPeriod"/>
            </a:pPr>
            <a:r>
              <a:rPr lang="en-IN" sz="2500" dirty="0">
                <a:solidFill>
                  <a:srgbClr val="000000"/>
                </a:solidFill>
                <a:effectLst/>
                <a:latin typeface="Courier New" panose="02070309020205020404" pitchFamily="49" charset="0"/>
              </a:rPr>
              <a:t>}</a:t>
            </a:r>
          </a:p>
        </p:txBody>
      </p:sp>
    </p:spTree>
    <p:extLst>
      <p:ext uri="{BB962C8B-B14F-4D97-AF65-F5344CB8AC3E}">
        <p14:creationId xmlns:p14="http://schemas.microsoft.com/office/powerpoint/2010/main" val="399647550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922501E-4DD2-E7C9-8B42-3593E918639D}"/>
              </a:ext>
            </a:extLst>
          </p:cNvPr>
          <p:cNvSpPr>
            <a:spLocks noGrp="1"/>
          </p:cNvSpPr>
          <p:nvPr>
            <p:ph idx="1"/>
          </p:nvPr>
        </p:nvSpPr>
        <p:spPr>
          <a:xfrm>
            <a:off x="511277" y="373626"/>
            <a:ext cx="10842523" cy="6484374"/>
          </a:xfrm>
        </p:spPr>
        <p:txBody>
          <a:bodyPr>
            <a:normAutofit/>
          </a:bodyPr>
          <a:lstStyle/>
          <a:p>
            <a:pPr marL="114300" marR="0" indent="-342900">
              <a:buFont typeface="+mj-lt"/>
              <a:buAutoNum type="arabicPeriod" startAt="10"/>
            </a:pPr>
            <a:r>
              <a:rPr lang="en-IN" sz="2000" b="1" dirty="0">
                <a:solidFill>
                  <a:srgbClr val="7F0055"/>
                </a:solidFill>
                <a:effectLst/>
                <a:latin typeface="Courier New" panose="02070309020205020404" pitchFamily="49" charset="0"/>
              </a:rPr>
              <a:t>public</a:t>
            </a:r>
            <a:r>
              <a:rPr lang="en-IN" sz="2000" dirty="0">
                <a:solidFill>
                  <a:srgbClr val="000000"/>
                </a:solidFill>
                <a:effectLst/>
                <a:latin typeface="Courier New" panose="02070309020205020404" pitchFamily="49" charset="0"/>
              </a:rPr>
              <a:t> </a:t>
            </a:r>
            <a:r>
              <a:rPr lang="en-IN" sz="2000" b="1" dirty="0">
                <a:solidFill>
                  <a:srgbClr val="7F0055"/>
                </a:solidFill>
                <a:effectLst/>
                <a:latin typeface="Courier New" panose="02070309020205020404" pitchFamily="49" charset="0"/>
              </a:rPr>
              <a:t>class</a:t>
            </a:r>
            <a:r>
              <a:rPr lang="en-IN" sz="2000" dirty="0">
                <a:solidFill>
                  <a:srgbClr val="000000"/>
                </a:solidFill>
                <a:effectLst/>
                <a:latin typeface="Courier New" panose="02070309020205020404" pitchFamily="49" charset="0"/>
              </a:rPr>
              <a:t> </a:t>
            </a:r>
            <a:r>
              <a:rPr lang="en-IN" sz="2000" dirty="0" err="1">
                <a:solidFill>
                  <a:srgbClr val="000000"/>
                </a:solidFill>
                <a:effectLst/>
                <a:latin typeface="Courier New" panose="02070309020205020404" pitchFamily="49" charset="0"/>
              </a:rPr>
              <a:t>Queue_LinkedList</a:t>
            </a:r>
            <a:r>
              <a:rPr lang="en-IN" sz="2000" dirty="0">
                <a:solidFill>
                  <a:srgbClr val="000000"/>
                </a:solidFill>
                <a:effectLst/>
                <a:latin typeface="Courier New" panose="02070309020205020404" pitchFamily="49" charset="0"/>
              </a:rPr>
              <a:t> {</a:t>
            </a:r>
          </a:p>
          <a:p>
            <a:pPr marL="114300" marR="0" indent="-342900">
              <a:buFont typeface="+mj-lt"/>
              <a:buAutoNum type="arabicPeriod" startAt="10"/>
            </a:pPr>
            <a:r>
              <a:rPr lang="en-IN" sz="2000" b="1" dirty="0">
                <a:solidFill>
                  <a:srgbClr val="7F0055"/>
                </a:solidFill>
                <a:effectLst/>
                <a:latin typeface="Courier New" panose="02070309020205020404" pitchFamily="49" charset="0"/>
              </a:rPr>
              <a:t>static</a:t>
            </a:r>
            <a:r>
              <a:rPr lang="en-IN" sz="2000" dirty="0">
                <a:solidFill>
                  <a:srgbClr val="000000"/>
                </a:solidFill>
                <a:effectLst/>
                <a:latin typeface="Courier New" panose="02070309020205020404" pitchFamily="49" charset="0"/>
              </a:rPr>
              <a:t> Node </a:t>
            </a:r>
            <a:r>
              <a:rPr lang="en-IN" sz="2000" i="1" dirty="0" err="1">
                <a:solidFill>
                  <a:srgbClr val="0000C0"/>
                </a:solidFill>
                <a:effectLst/>
                <a:latin typeface="Courier New" panose="02070309020205020404" pitchFamily="49" charset="0"/>
              </a:rPr>
              <a:t>rear</a:t>
            </a:r>
            <a:r>
              <a:rPr lang="en-IN" sz="2000" dirty="0" err="1">
                <a:solidFill>
                  <a:srgbClr val="000000"/>
                </a:solidFill>
                <a:effectLst/>
                <a:latin typeface="Courier New" panose="02070309020205020404" pitchFamily="49" charset="0"/>
              </a:rPr>
              <a:t>,</a:t>
            </a:r>
            <a:r>
              <a:rPr lang="en-IN" sz="2000" i="1" dirty="0" err="1">
                <a:solidFill>
                  <a:srgbClr val="0000C0"/>
                </a:solidFill>
                <a:effectLst/>
                <a:latin typeface="Courier New" panose="02070309020205020404" pitchFamily="49" charset="0"/>
              </a:rPr>
              <a:t>front</a:t>
            </a:r>
            <a:r>
              <a:rPr lang="en-IN" sz="2000" dirty="0">
                <a:solidFill>
                  <a:srgbClr val="000000"/>
                </a:solidFill>
                <a:effectLst/>
                <a:latin typeface="Courier New" panose="02070309020205020404" pitchFamily="49" charset="0"/>
              </a:rPr>
              <a:t>;</a:t>
            </a:r>
          </a:p>
          <a:p>
            <a:pPr marL="114300" marR="0" indent="-342900">
              <a:buFont typeface="+mj-lt"/>
              <a:buAutoNum type="arabicPeriod" startAt="10"/>
            </a:pPr>
            <a:endParaRPr lang="en-IN" sz="2000" dirty="0">
              <a:solidFill>
                <a:srgbClr val="000000"/>
              </a:solidFill>
              <a:effectLst/>
              <a:latin typeface="Courier New" panose="02070309020205020404" pitchFamily="49" charset="0"/>
            </a:endParaRPr>
          </a:p>
          <a:p>
            <a:pPr marL="114300" marR="0" indent="-342900">
              <a:buFont typeface="+mj-lt"/>
              <a:buAutoNum type="arabicPeriod" startAt="10"/>
            </a:pPr>
            <a:r>
              <a:rPr lang="en-IN" sz="2000" b="1" dirty="0">
                <a:solidFill>
                  <a:srgbClr val="7F0055"/>
                </a:solidFill>
                <a:effectLst/>
                <a:latin typeface="Courier New" panose="02070309020205020404" pitchFamily="49" charset="0"/>
              </a:rPr>
              <a:t>public</a:t>
            </a:r>
            <a:r>
              <a:rPr lang="en-IN" sz="2000" dirty="0">
                <a:solidFill>
                  <a:srgbClr val="000000"/>
                </a:solidFill>
                <a:effectLst/>
                <a:latin typeface="Courier New" panose="02070309020205020404" pitchFamily="49" charset="0"/>
              </a:rPr>
              <a:t> </a:t>
            </a:r>
            <a:r>
              <a:rPr lang="en-IN" sz="2000" b="1" dirty="0">
                <a:solidFill>
                  <a:srgbClr val="7F0055"/>
                </a:solidFill>
                <a:effectLst/>
                <a:latin typeface="Courier New" panose="02070309020205020404" pitchFamily="49" charset="0"/>
              </a:rPr>
              <a:t>static</a:t>
            </a:r>
            <a:r>
              <a:rPr lang="en-IN" sz="2000" dirty="0">
                <a:solidFill>
                  <a:srgbClr val="000000"/>
                </a:solidFill>
                <a:effectLst/>
                <a:latin typeface="Courier New" panose="02070309020205020404" pitchFamily="49" charset="0"/>
              </a:rPr>
              <a:t> </a:t>
            </a:r>
            <a:r>
              <a:rPr lang="en-IN" sz="2000" b="1" dirty="0" err="1">
                <a:solidFill>
                  <a:srgbClr val="7F0055"/>
                </a:solidFill>
                <a:effectLst/>
                <a:latin typeface="Courier New" panose="02070309020205020404" pitchFamily="49" charset="0"/>
              </a:rPr>
              <a:t>boolean</a:t>
            </a:r>
            <a:r>
              <a:rPr lang="en-IN" sz="2000" dirty="0">
                <a:solidFill>
                  <a:srgbClr val="000000"/>
                </a:solidFill>
                <a:effectLst/>
                <a:latin typeface="Courier New" panose="02070309020205020404" pitchFamily="49" charset="0"/>
              </a:rPr>
              <a:t> </a:t>
            </a:r>
            <a:r>
              <a:rPr lang="en-IN" sz="2000" dirty="0" err="1">
                <a:solidFill>
                  <a:srgbClr val="000000"/>
                </a:solidFill>
                <a:effectLst/>
                <a:latin typeface="Courier New" panose="02070309020205020404" pitchFamily="49" charset="0"/>
              </a:rPr>
              <a:t>isempty</a:t>
            </a:r>
            <a:r>
              <a:rPr lang="en-IN" sz="2000" dirty="0">
                <a:solidFill>
                  <a:srgbClr val="000000"/>
                </a:solidFill>
                <a:effectLst/>
                <a:latin typeface="Courier New" panose="02070309020205020404" pitchFamily="49" charset="0"/>
              </a:rPr>
              <a:t>(){</a:t>
            </a:r>
          </a:p>
          <a:p>
            <a:pPr marL="114300" marR="0" indent="-342900">
              <a:buFont typeface="+mj-lt"/>
              <a:buAutoNum type="arabicPeriod" startAt="10"/>
            </a:pPr>
            <a:r>
              <a:rPr lang="en-IN" sz="2000" b="1" dirty="0">
                <a:solidFill>
                  <a:srgbClr val="7F0055"/>
                </a:solidFill>
                <a:effectLst/>
                <a:latin typeface="Courier New" panose="02070309020205020404" pitchFamily="49" charset="0"/>
              </a:rPr>
              <a:t>return</a:t>
            </a:r>
            <a:r>
              <a:rPr lang="en-IN" sz="2000" dirty="0">
                <a:solidFill>
                  <a:srgbClr val="000000"/>
                </a:solidFill>
                <a:effectLst/>
                <a:latin typeface="Courier New" panose="02070309020205020404" pitchFamily="49" charset="0"/>
              </a:rPr>
              <a:t> </a:t>
            </a:r>
            <a:r>
              <a:rPr lang="en-IN" sz="2000" i="1" dirty="0">
                <a:solidFill>
                  <a:srgbClr val="0000C0"/>
                </a:solidFill>
                <a:effectLst/>
                <a:latin typeface="Courier New" panose="02070309020205020404" pitchFamily="49" charset="0"/>
              </a:rPr>
              <a:t>rear</a:t>
            </a:r>
            <a:r>
              <a:rPr lang="en-IN" sz="2000" dirty="0">
                <a:solidFill>
                  <a:srgbClr val="000000"/>
                </a:solidFill>
                <a:effectLst/>
                <a:latin typeface="Courier New" panose="02070309020205020404" pitchFamily="49" charset="0"/>
              </a:rPr>
              <a:t>==</a:t>
            </a:r>
            <a:r>
              <a:rPr lang="en-IN" sz="2000" b="1" dirty="0">
                <a:solidFill>
                  <a:srgbClr val="7F0055"/>
                </a:solidFill>
                <a:effectLst/>
                <a:latin typeface="Courier New" panose="02070309020205020404" pitchFamily="49" charset="0"/>
              </a:rPr>
              <a:t>null</a:t>
            </a:r>
            <a:r>
              <a:rPr lang="en-IN" sz="2000" dirty="0">
                <a:solidFill>
                  <a:srgbClr val="000000"/>
                </a:solidFill>
                <a:effectLst/>
                <a:latin typeface="Courier New" panose="02070309020205020404" pitchFamily="49" charset="0"/>
              </a:rPr>
              <a:t>;</a:t>
            </a:r>
          </a:p>
          <a:p>
            <a:pPr marL="114300" marR="0" indent="-342900">
              <a:buFont typeface="+mj-lt"/>
              <a:buAutoNum type="arabicPeriod" startAt="10"/>
            </a:pPr>
            <a:r>
              <a:rPr lang="en-IN" sz="2000" dirty="0">
                <a:solidFill>
                  <a:srgbClr val="000000"/>
                </a:solidFill>
                <a:effectLst/>
                <a:latin typeface="Courier New" panose="02070309020205020404" pitchFamily="49" charset="0"/>
              </a:rPr>
              <a:t>}</a:t>
            </a:r>
          </a:p>
          <a:p>
            <a:pPr marL="114300" marR="0" indent="-342900">
              <a:buFont typeface="+mj-lt"/>
              <a:buAutoNum type="arabicPeriod" startAt="10"/>
            </a:pPr>
            <a:endParaRPr lang="en-IN" sz="2000" dirty="0">
              <a:solidFill>
                <a:srgbClr val="000000"/>
              </a:solidFill>
              <a:effectLst/>
              <a:latin typeface="Courier New" panose="02070309020205020404" pitchFamily="49" charset="0"/>
            </a:endParaRPr>
          </a:p>
          <a:p>
            <a:pPr marL="114300" marR="0" indent="-342900">
              <a:buFont typeface="+mj-lt"/>
              <a:buAutoNum type="arabicPeriod" startAt="10"/>
            </a:pPr>
            <a:r>
              <a:rPr lang="en-IN" sz="2000" b="1" dirty="0">
                <a:solidFill>
                  <a:srgbClr val="7F0055"/>
                </a:solidFill>
                <a:effectLst/>
                <a:latin typeface="Courier New" panose="02070309020205020404" pitchFamily="49" charset="0"/>
              </a:rPr>
              <a:t>public</a:t>
            </a:r>
            <a:r>
              <a:rPr lang="en-IN" sz="2000" dirty="0">
                <a:solidFill>
                  <a:srgbClr val="000000"/>
                </a:solidFill>
                <a:effectLst/>
                <a:latin typeface="Courier New" panose="02070309020205020404" pitchFamily="49" charset="0"/>
              </a:rPr>
              <a:t> </a:t>
            </a:r>
            <a:r>
              <a:rPr lang="en-IN" sz="2000" b="1" dirty="0">
                <a:solidFill>
                  <a:srgbClr val="7F0055"/>
                </a:solidFill>
                <a:effectLst/>
                <a:latin typeface="Courier New" panose="02070309020205020404" pitchFamily="49" charset="0"/>
              </a:rPr>
              <a:t>static</a:t>
            </a:r>
            <a:r>
              <a:rPr lang="en-IN" sz="2000" dirty="0">
                <a:solidFill>
                  <a:srgbClr val="000000"/>
                </a:solidFill>
                <a:effectLst/>
                <a:latin typeface="Courier New" panose="02070309020205020404" pitchFamily="49" charset="0"/>
              </a:rPr>
              <a:t> </a:t>
            </a:r>
            <a:r>
              <a:rPr lang="en-IN" sz="2000" b="1" dirty="0">
                <a:solidFill>
                  <a:srgbClr val="7F0055"/>
                </a:solidFill>
                <a:effectLst/>
                <a:latin typeface="Courier New" panose="02070309020205020404" pitchFamily="49" charset="0"/>
              </a:rPr>
              <a:t>void</a:t>
            </a:r>
            <a:r>
              <a:rPr lang="en-IN" sz="2000" dirty="0">
                <a:solidFill>
                  <a:srgbClr val="000000"/>
                </a:solidFill>
                <a:effectLst/>
                <a:latin typeface="Courier New" panose="02070309020205020404" pitchFamily="49" charset="0"/>
              </a:rPr>
              <a:t> enqueue(</a:t>
            </a:r>
            <a:r>
              <a:rPr lang="en-IN" sz="2000" b="1" dirty="0">
                <a:solidFill>
                  <a:srgbClr val="7F0055"/>
                </a:solidFill>
                <a:effectLst/>
                <a:latin typeface="Courier New" panose="02070309020205020404" pitchFamily="49" charset="0"/>
              </a:rPr>
              <a:t>int</a:t>
            </a:r>
            <a:r>
              <a:rPr lang="en-IN" sz="2000" dirty="0">
                <a:solidFill>
                  <a:srgbClr val="000000"/>
                </a:solidFill>
                <a:effectLst/>
                <a:latin typeface="Courier New" panose="02070309020205020404" pitchFamily="49" charset="0"/>
              </a:rPr>
              <a:t> </a:t>
            </a:r>
            <a:r>
              <a:rPr lang="en-IN" sz="2000" dirty="0" err="1">
                <a:solidFill>
                  <a:srgbClr val="6A3E3E"/>
                </a:solidFill>
                <a:effectLst/>
                <a:latin typeface="Courier New" panose="02070309020205020404" pitchFamily="49" charset="0"/>
              </a:rPr>
              <a:t>ele</a:t>
            </a:r>
            <a:r>
              <a:rPr lang="en-IN" sz="2000" dirty="0">
                <a:solidFill>
                  <a:srgbClr val="000000"/>
                </a:solidFill>
                <a:effectLst/>
                <a:latin typeface="Courier New" panose="02070309020205020404" pitchFamily="49" charset="0"/>
              </a:rPr>
              <a:t>){</a:t>
            </a:r>
          </a:p>
          <a:p>
            <a:pPr marL="114300" marR="0" indent="-342900">
              <a:buFont typeface="+mj-lt"/>
              <a:buAutoNum type="arabicPeriod" startAt="10"/>
            </a:pPr>
            <a:r>
              <a:rPr lang="en-IN" sz="2000" dirty="0">
                <a:solidFill>
                  <a:srgbClr val="000000"/>
                </a:solidFill>
                <a:effectLst/>
                <a:latin typeface="Courier New" panose="02070309020205020404" pitchFamily="49" charset="0"/>
              </a:rPr>
              <a:t>Node </a:t>
            </a:r>
            <a:r>
              <a:rPr lang="en-IN" sz="2000" dirty="0" err="1">
                <a:solidFill>
                  <a:srgbClr val="6A3E3E"/>
                </a:solidFill>
                <a:effectLst/>
                <a:latin typeface="Courier New" panose="02070309020205020404" pitchFamily="49" charset="0"/>
              </a:rPr>
              <a:t>newnode</a:t>
            </a:r>
            <a:r>
              <a:rPr lang="en-IN" sz="2000" dirty="0">
                <a:solidFill>
                  <a:srgbClr val="000000"/>
                </a:solidFill>
                <a:effectLst/>
                <a:latin typeface="Courier New" panose="02070309020205020404" pitchFamily="49" charset="0"/>
              </a:rPr>
              <a:t>=</a:t>
            </a:r>
            <a:r>
              <a:rPr lang="en-IN" sz="2000" b="1" dirty="0">
                <a:solidFill>
                  <a:srgbClr val="7F0055"/>
                </a:solidFill>
                <a:effectLst/>
                <a:latin typeface="Courier New" panose="02070309020205020404" pitchFamily="49" charset="0"/>
              </a:rPr>
              <a:t>new</a:t>
            </a:r>
            <a:r>
              <a:rPr lang="en-IN" sz="2000" dirty="0">
                <a:solidFill>
                  <a:srgbClr val="000000"/>
                </a:solidFill>
                <a:effectLst/>
                <a:latin typeface="Courier New" panose="02070309020205020404" pitchFamily="49" charset="0"/>
              </a:rPr>
              <a:t> Node(</a:t>
            </a:r>
            <a:r>
              <a:rPr lang="en-IN" sz="2000" dirty="0" err="1">
                <a:solidFill>
                  <a:srgbClr val="6A3E3E"/>
                </a:solidFill>
                <a:effectLst/>
                <a:latin typeface="Courier New" panose="02070309020205020404" pitchFamily="49" charset="0"/>
              </a:rPr>
              <a:t>ele</a:t>
            </a:r>
            <a:r>
              <a:rPr lang="en-IN" sz="2000" dirty="0">
                <a:solidFill>
                  <a:srgbClr val="000000"/>
                </a:solidFill>
                <a:effectLst/>
                <a:latin typeface="Courier New" panose="02070309020205020404" pitchFamily="49" charset="0"/>
              </a:rPr>
              <a:t>);</a:t>
            </a:r>
          </a:p>
          <a:p>
            <a:pPr marL="114300" marR="0" indent="-342900">
              <a:buFont typeface="+mj-lt"/>
              <a:buAutoNum type="arabicPeriod" startAt="10"/>
            </a:pPr>
            <a:r>
              <a:rPr lang="en-IN" sz="2000" b="1" dirty="0">
                <a:solidFill>
                  <a:srgbClr val="7F0055"/>
                </a:solidFill>
                <a:effectLst/>
                <a:latin typeface="Courier New" panose="02070309020205020404" pitchFamily="49" charset="0"/>
              </a:rPr>
              <a:t>if</a:t>
            </a:r>
            <a:r>
              <a:rPr lang="en-IN" sz="2000" dirty="0">
                <a:solidFill>
                  <a:srgbClr val="000000"/>
                </a:solidFill>
                <a:effectLst/>
                <a:latin typeface="Courier New" panose="02070309020205020404" pitchFamily="49" charset="0"/>
              </a:rPr>
              <a:t>(</a:t>
            </a:r>
            <a:r>
              <a:rPr lang="en-IN" sz="2000" i="1" dirty="0">
                <a:solidFill>
                  <a:srgbClr val="0000C0"/>
                </a:solidFill>
                <a:effectLst/>
                <a:latin typeface="Courier New" panose="02070309020205020404" pitchFamily="49" charset="0"/>
              </a:rPr>
              <a:t>rear</a:t>
            </a:r>
            <a:r>
              <a:rPr lang="en-IN" sz="2000" dirty="0">
                <a:solidFill>
                  <a:srgbClr val="000000"/>
                </a:solidFill>
                <a:effectLst/>
                <a:latin typeface="Courier New" panose="02070309020205020404" pitchFamily="49" charset="0"/>
              </a:rPr>
              <a:t>==</a:t>
            </a:r>
            <a:r>
              <a:rPr lang="en-IN" sz="2000" b="1" dirty="0">
                <a:solidFill>
                  <a:srgbClr val="7F0055"/>
                </a:solidFill>
                <a:effectLst/>
                <a:latin typeface="Courier New" panose="02070309020205020404" pitchFamily="49" charset="0"/>
              </a:rPr>
              <a:t>null</a:t>
            </a:r>
            <a:r>
              <a:rPr lang="en-IN" sz="2000" dirty="0">
                <a:solidFill>
                  <a:srgbClr val="000000"/>
                </a:solidFill>
                <a:effectLst/>
                <a:latin typeface="Courier New" panose="02070309020205020404" pitchFamily="49" charset="0"/>
              </a:rPr>
              <a:t>) </a:t>
            </a:r>
          </a:p>
          <a:p>
            <a:pPr marL="114300" marR="0" indent="-342900">
              <a:buFont typeface="+mj-lt"/>
              <a:buAutoNum type="arabicPeriod" startAt="10"/>
            </a:pPr>
            <a:r>
              <a:rPr lang="en-IN" sz="2000" i="1" dirty="0">
                <a:solidFill>
                  <a:srgbClr val="0000C0"/>
                </a:solidFill>
                <a:effectLst/>
                <a:latin typeface="Courier New" panose="02070309020205020404" pitchFamily="49" charset="0"/>
              </a:rPr>
              <a:t>            front</a:t>
            </a:r>
            <a:r>
              <a:rPr lang="en-IN" sz="2000" dirty="0">
                <a:solidFill>
                  <a:srgbClr val="000000"/>
                </a:solidFill>
                <a:effectLst/>
                <a:latin typeface="Courier New" panose="02070309020205020404" pitchFamily="49" charset="0"/>
              </a:rPr>
              <a:t>=</a:t>
            </a:r>
            <a:r>
              <a:rPr lang="en-IN" sz="2000" i="1" dirty="0">
                <a:solidFill>
                  <a:srgbClr val="0000C0"/>
                </a:solidFill>
                <a:effectLst/>
                <a:latin typeface="Courier New" panose="02070309020205020404" pitchFamily="49" charset="0"/>
              </a:rPr>
              <a:t>rear</a:t>
            </a:r>
            <a:r>
              <a:rPr lang="en-IN" sz="2000" dirty="0">
                <a:solidFill>
                  <a:srgbClr val="000000"/>
                </a:solidFill>
                <a:effectLst/>
                <a:latin typeface="Courier New" panose="02070309020205020404" pitchFamily="49" charset="0"/>
              </a:rPr>
              <a:t>=</a:t>
            </a:r>
            <a:r>
              <a:rPr lang="en-IN" sz="2000" dirty="0" err="1">
                <a:solidFill>
                  <a:srgbClr val="6A3E3E"/>
                </a:solidFill>
                <a:effectLst/>
                <a:latin typeface="Courier New" panose="02070309020205020404" pitchFamily="49" charset="0"/>
              </a:rPr>
              <a:t>newnode</a:t>
            </a:r>
            <a:r>
              <a:rPr lang="en-IN" sz="2000" dirty="0">
                <a:solidFill>
                  <a:srgbClr val="000000"/>
                </a:solidFill>
                <a:effectLst/>
                <a:latin typeface="Courier New" panose="02070309020205020404" pitchFamily="49" charset="0"/>
              </a:rPr>
              <a:t>;</a:t>
            </a:r>
          </a:p>
          <a:p>
            <a:pPr marL="114300" marR="0" indent="-342900">
              <a:buFont typeface="+mj-lt"/>
              <a:buAutoNum type="arabicPeriod" startAt="10"/>
            </a:pPr>
            <a:r>
              <a:rPr lang="en-IN" sz="2000" b="1" dirty="0">
                <a:solidFill>
                  <a:srgbClr val="7F0055"/>
                </a:solidFill>
                <a:effectLst/>
                <a:latin typeface="Courier New" panose="02070309020205020404" pitchFamily="49" charset="0"/>
              </a:rPr>
              <a:t>else</a:t>
            </a:r>
            <a:endParaRPr lang="en-IN" sz="2000" dirty="0">
              <a:solidFill>
                <a:srgbClr val="000000"/>
              </a:solidFill>
              <a:effectLst/>
              <a:latin typeface="Courier New" panose="02070309020205020404" pitchFamily="49" charset="0"/>
            </a:endParaRPr>
          </a:p>
          <a:p>
            <a:pPr marL="114300" marR="0" indent="-342900">
              <a:buFont typeface="+mj-lt"/>
              <a:buAutoNum type="arabicPeriod" startAt="10"/>
            </a:pPr>
            <a:r>
              <a:rPr lang="en-IN" sz="2000" dirty="0">
                <a:solidFill>
                  <a:srgbClr val="000000"/>
                </a:solidFill>
                <a:effectLst/>
                <a:latin typeface="Courier New" panose="02070309020205020404" pitchFamily="49" charset="0"/>
              </a:rPr>
              <a:t>{</a:t>
            </a:r>
          </a:p>
          <a:p>
            <a:pPr marL="114300" marR="0" indent="-342900">
              <a:buFont typeface="+mj-lt"/>
              <a:buAutoNum type="arabicPeriod" startAt="10"/>
            </a:pPr>
            <a:r>
              <a:rPr lang="en-IN" sz="2000" i="1" dirty="0">
                <a:solidFill>
                  <a:srgbClr val="0000C0"/>
                </a:solidFill>
                <a:effectLst/>
                <a:latin typeface="Courier New" panose="02070309020205020404" pitchFamily="49" charset="0"/>
              </a:rPr>
              <a:t>      </a:t>
            </a:r>
            <a:r>
              <a:rPr lang="en-IN" sz="2000" i="1" dirty="0" err="1">
                <a:solidFill>
                  <a:srgbClr val="0000C0"/>
                </a:solidFill>
                <a:effectLst/>
                <a:latin typeface="Courier New" panose="02070309020205020404" pitchFamily="49" charset="0"/>
              </a:rPr>
              <a:t>rear</a:t>
            </a:r>
            <a:r>
              <a:rPr lang="en-IN" sz="2000" dirty="0" err="1">
                <a:solidFill>
                  <a:srgbClr val="000000"/>
                </a:solidFill>
                <a:effectLst/>
                <a:latin typeface="Courier New" panose="02070309020205020404" pitchFamily="49" charset="0"/>
              </a:rPr>
              <a:t>.</a:t>
            </a:r>
            <a:r>
              <a:rPr lang="en-IN" sz="2000" dirty="0" err="1">
                <a:solidFill>
                  <a:srgbClr val="0000C0"/>
                </a:solidFill>
                <a:effectLst/>
                <a:latin typeface="Courier New" panose="02070309020205020404" pitchFamily="49" charset="0"/>
              </a:rPr>
              <a:t>next</a:t>
            </a:r>
            <a:r>
              <a:rPr lang="en-IN" sz="2000" dirty="0">
                <a:solidFill>
                  <a:srgbClr val="000000"/>
                </a:solidFill>
                <a:effectLst/>
                <a:latin typeface="Courier New" panose="02070309020205020404" pitchFamily="49" charset="0"/>
              </a:rPr>
              <a:t>=</a:t>
            </a:r>
            <a:r>
              <a:rPr lang="en-IN" sz="2000" dirty="0" err="1">
                <a:solidFill>
                  <a:srgbClr val="6A3E3E"/>
                </a:solidFill>
                <a:effectLst/>
                <a:latin typeface="Courier New" panose="02070309020205020404" pitchFamily="49" charset="0"/>
              </a:rPr>
              <a:t>newnode</a:t>
            </a:r>
            <a:r>
              <a:rPr lang="en-IN" sz="2000" dirty="0">
                <a:solidFill>
                  <a:srgbClr val="000000"/>
                </a:solidFill>
                <a:effectLst/>
                <a:latin typeface="Courier New" panose="02070309020205020404" pitchFamily="49" charset="0"/>
              </a:rPr>
              <a:t>;</a:t>
            </a:r>
          </a:p>
          <a:p>
            <a:pPr marL="114300" marR="0" indent="-342900">
              <a:buFont typeface="+mj-lt"/>
              <a:buAutoNum type="arabicPeriod" startAt="10"/>
            </a:pPr>
            <a:r>
              <a:rPr lang="en-IN" sz="2000" i="1" dirty="0">
                <a:solidFill>
                  <a:srgbClr val="0000C0"/>
                </a:solidFill>
                <a:effectLst/>
                <a:latin typeface="Courier New" panose="02070309020205020404" pitchFamily="49" charset="0"/>
              </a:rPr>
              <a:t>      rear</a:t>
            </a:r>
            <a:r>
              <a:rPr lang="en-IN" sz="2000" dirty="0">
                <a:solidFill>
                  <a:srgbClr val="000000"/>
                </a:solidFill>
                <a:effectLst/>
                <a:latin typeface="Courier New" panose="02070309020205020404" pitchFamily="49" charset="0"/>
              </a:rPr>
              <a:t>=</a:t>
            </a:r>
            <a:r>
              <a:rPr lang="en-IN" sz="2000" dirty="0" err="1">
                <a:solidFill>
                  <a:srgbClr val="6A3E3E"/>
                </a:solidFill>
                <a:effectLst/>
                <a:latin typeface="Courier New" panose="02070309020205020404" pitchFamily="49" charset="0"/>
              </a:rPr>
              <a:t>newnode</a:t>
            </a:r>
            <a:r>
              <a:rPr lang="en-IN" sz="2000" dirty="0">
                <a:solidFill>
                  <a:srgbClr val="000000"/>
                </a:solidFill>
                <a:effectLst/>
                <a:latin typeface="Courier New" panose="02070309020205020404" pitchFamily="49" charset="0"/>
              </a:rPr>
              <a:t>;</a:t>
            </a:r>
          </a:p>
          <a:p>
            <a:pPr marL="114300" marR="0" indent="-342900">
              <a:buFont typeface="+mj-lt"/>
              <a:buAutoNum type="arabicPeriod" startAt="10"/>
            </a:pPr>
            <a:r>
              <a:rPr lang="en-IN" sz="2000" dirty="0">
                <a:solidFill>
                  <a:srgbClr val="000000"/>
                </a:solidFill>
                <a:effectLst/>
                <a:latin typeface="Courier New" panose="02070309020205020404" pitchFamily="49" charset="0"/>
              </a:rPr>
              <a:t>}</a:t>
            </a:r>
            <a:r>
              <a:rPr lang="en-IN" sz="2000" dirty="0">
                <a:solidFill>
                  <a:srgbClr val="000000"/>
                </a:solidFill>
                <a:latin typeface="Courier New" panose="02070309020205020404" pitchFamily="49" charset="0"/>
              </a:rPr>
              <a:t>}</a:t>
            </a:r>
            <a:endParaRPr lang="en-IN" sz="2000" dirty="0">
              <a:solidFill>
                <a:srgbClr val="000000"/>
              </a:solidFill>
              <a:effectLst/>
              <a:latin typeface="Courier New" panose="02070309020205020404" pitchFamily="49" charset="0"/>
            </a:endParaRPr>
          </a:p>
        </p:txBody>
      </p:sp>
    </p:spTree>
    <p:extLst>
      <p:ext uri="{BB962C8B-B14F-4D97-AF65-F5344CB8AC3E}">
        <p14:creationId xmlns:p14="http://schemas.microsoft.com/office/powerpoint/2010/main" val="195954859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 calcmode="lin" valueType="num">
                                      <p:cBhvr additive="base">
                                        <p:cTn id="3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anim calcmode="lin" valueType="num">
                                      <p:cBhvr additive="base">
                                        <p:cTn id="4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9" end="9"/>
                                            </p:txEl>
                                          </p:spTgt>
                                        </p:tgtEl>
                                        <p:attrNameLst>
                                          <p:attrName>style.visibility</p:attrName>
                                        </p:attrNameLst>
                                      </p:cBhvr>
                                      <p:to>
                                        <p:strVal val="visible"/>
                                      </p:to>
                                    </p:set>
                                    <p:anim calcmode="lin" valueType="num">
                                      <p:cBhvr additive="base">
                                        <p:cTn id="49"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3">
                                            <p:txEl>
                                              <p:pRg st="10" end="10"/>
                                            </p:txEl>
                                          </p:spTgt>
                                        </p:tgtEl>
                                        <p:attrNameLst>
                                          <p:attrName>style.visibility</p:attrName>
                                        </p:attrNameLst>
                                      </p:cBhvr>
                                      <p:to>
                                        <p:strVal val="visible"/>
                                      </p:to>
                                    </p:set>
                                    <p:anim calcmode="lin" valueType="num">
                                      <p:cBhvr additive="base">
                                        <p:cTn id="55"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3">
                                            <p:txEl>
                                              <p:pRg st="11" end="11"/>
                                            </p:txEl>
                                          </p:spTgt>
                                        </p:tgtEl>
                                        <p:attrNameLst>
                                          <p:attrName>style.visibility</p:attrName>
                                        </p:attrNameLst>
                                      </p:cBhvr>
                                      <p:to>
                                        <p:strVal val="visible"/>
                                      </p:to>
                                    </p:set>
                                    <p:anim calcmode="lin" valueType="num">
                                      <p:cBhvr additive="base">
                                        <p:cTn id="61"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3">
                                            <p:txEl>
                                              <p:pRg st="12" end="12"/>
                                            </p:txEl>
                                          </p:spTgt>
                                        </p:tgtEl>
                                        <p:attrNameLst>
                                          <p:attrName>style.visibility</p:attrName>
                                        </p:attrNameLst>
                                      </p:cBhvr>
                                      <p:to>
                                        <p:strVal val="visible"/>
                                      </p:to>
                                    </p:set>
                                    <p:anim calcmode="lin" valueType="num">
                                      <p:cBhvr additive="base">
                                        <p:cTn id="67"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3">
                                            <p:txEl>
                                              <p:pRg st="13" end="13"/>
                                            </p:txEl>
                                          </p:spTgt>
                                        </p:tgtEl>
                                        <p:attrNameLst>
                                          <p:attrName>style.visibility</p:attrName>
                                        </p:attrNameLst>
                                      </p:cBhvr>
                                      <p:to>
                                        <p:strVal val="visible"/>
                                      </p:to>
                                    </p:set>
                                    <p:anim calcmode="lin" valueType="num">
                                      <p:cBhvr additive="base">
                                        <p:cTn id="73"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3">
                                            <p:txEl>
                                              <p:pRg st="13" end="13"/>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3">
                                            <p:txEl>
                                              <p:pRg st="14" end="14"/>
                                            </p:txEl>
                                          </p:spTgt>
                                        </p:tgtEl>
                                        <p:attrNameLst>
                                          <p:attrName>style.visibility</p:attrName>
                                        </p:attrNameLst>
                                      </p:cBhvr>
                                      <p:to>
                                        <p:strVal val="visible"/>
                                      </p:to>
                                    </p:set>
                                    <p:anim calcmode="lin" valueType="num">
                                      <p:cBhvr additive="base">
                                        <p:cTn id="79"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3">
                                            <p:txEl>
                                              <p:pRg st="14" end="14"/>
                                            </p:txEl>
                                          </p:spTgt>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nodeType="clickEffect">
                                  <p:stCondLst>
                                    <p:cond delay="0"/>
                                  </p:stCondLst>
                                  <p:childTnLst>
                                    <p:set>
                                      <p:cBhvr>
                                        <p:cTn id="84" dur="1" fill="hold">
                                          <p:stCondLst>
                                            <p:cond delay="0"/>
                                          </p:stCondLst>
                                        </p:cTn>
                                        <p:tgtEl>
                                          <p:spTgt spid="3">
                                            <p:txEl>
                                              <p:pRg st="15" end="15"/>
                                            </p:txEl>
                                          </p:spTgt>
                                        </p:tgtEl>
                                        <p:attrNameLst>
                                          <p:attrName>style.visibility</p:attrName>
                                        </p:attrNameLst>
                                      </p:cBhvr>
                                      <p:to>
                                        <p:strVal val="visible"/>
                                      </p:to>
                                    </p:set>
                                    <p:anim calcmode="lin" valueType="num">
                                      <p:cBhvr additive="base">
                                        <p:cTn id="85"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3">
                                            <p:txEl>
                                              <p:pRg st="15" end="1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C1B4ECA-D2F8-4CE4-0BF2-C45E51406619}"/>
              </a:ext>
            </a:extLst>
          </p:cNvPr>
          <p:cNvSpPr>
            <a:spLocks noGrp="1"/>
          </p:cNvSpPr>
          <p:nvPr>
            <p:ph idx="1"/>
          </p:nvPr>
        </p:nvSpPr>
        <p:spPr>
          <a:xfrm>
            <a:off x="838200" y="157316"/>
            <a:ext cx="10515600" cy="6548284"/>
          </a:xfrm>
        </p:spPr>
        <p:txBody>
          <a:bodyPr>
            <a:noAutofit/>
          </a:bodyPr>
          <a:lstStyle/>
          <a:p>
            <a:pPr marL="114300" marR="0" indent="-342900">
              <a:buFont typeface="+mj-lt"/>
              <a:buAutoNum type="arabicPeriod" startAt="24"/>
            </a:pPr>
            <a:r>
              <a:rPr lang="en-IN" sz="2100" b="1" dirty="0">
                <a:solidFill>
                  <a:srgbClr val="7F0055"/>
                </a:solidFill>
                <a:effectLst/>
                <a:latin typeface="Courier New" panose="02070309020205020404" pitchFamily="49" charset="0"/>
              </a:rPr>
              <a:t>public</a:t>
            </a:r>
            <a:r>
              <a:rPr lang="en-IN" sz="2100" dirty="0">
                <a:solidFill>
                  <a:srgbClr val="000000"/>
                </a:solidFill>
                <a:effectLst/>
                <a:latin typeface="Courier New" panose="02070309020205020404" pitchFamily="49" charset="0"/>
              </a:rPr>
              <a:t> </a:t>
            </a:r>
            <a:r>
              <a:rPr lang="en-IN" sz="2100" b="1" dirty="0">
                <a:solidFill>
                  <a:srgbClr val="7F0055"/>
                </a:solidFill>
                <a:effectLst/>
                <a:latin typeface="Courier New" panose="02070309020205020404" pitchFamily="49" charset="0"/>
              </a:rPr>
              <a:t>static</a:t>
            </a:r>
            <a:r>
              <a:rPr lang="en-IN" sz="2100" dirty="0">
                <a:solidFill>
                  <a:srgbClr val="000000"/>
                </a:solidFill>
                <a:effectLst/>
                <a:latin typeface="Courier New" panose="02070309020205020404" pitchFamily="49" charset="0"/>
              </a:rPr>
              <a:t> </a:t>
            </a:r>
            <a:r>
              <a:rPr lang="en-IN" sz="2100" b="1" dirty="0">
                <a:solidFill>
                  <a:srgbClr val="7F0055"/>
                </a:solidFill>
                <a:effectLst/>
                <a:latin typeface="Courier New" panose="02070309020205020404" pitchFamily="49" charset="0"/>
              </a:rPr>
              <a:t>void</a:t>
            </a:r>
            <a:r>
              <a:rPr lang="en-IN" sz="2100" dirty="0">
                <a:solidFill>
                  <a:srgbClr val="000000"/>
                </a:solidFill>
                <a:effectLst/>
                <a:latin typeface="Courier New" panose="02070309020205020404" pitchFamily="49" charset="0"/>
              </a:rPr>
              <a:t> dequeue(){</a:t>
            </a:r>
          </a:p>
          <a:p>
            <a:pPr marL="114300" marR="0" indent="-342900">
              <a:buFont typeface="+mj-lt"/>
              <a:buAutoNum type="arabicPeriod" startAt="24"/>
            </a:pPr>
            <a:r>
              <a:rPr lang="en-IN" sz="2100" b="1" dirty="0">
                <a:solidFill>
                  <a:srgbClr val="7F0055"/>
                </a:solidFill>
                <a:effectLst/>
                <a:latin typeface="Courier New" panose="02070309020205020404" pitchFamily="49" charset="0"/>
              </a:rPr>
              <a:t>if</a:t>
            </a:r>
            <a:r>
              <a:rPr lang="en-IN" sz="2100" dirty="0">
                <a:solidFill>
                  <a:srgbClr val="000000"/>
                </a:solidFill>
                <a:effectLst/>
                <a:latin typeface="Courier New" panose="02070309020205020404" pitchFamily="49" charset="0"/>
              </a:rPr>
              <a:t>(</a:t>
            </a:r>
            <a:r>
              <a:rPr lang="en-IN" sz="2100" i="1" dirty="0" err="1">
                <a:solidFill>
                  <a:srgbClr val="000000"/>
                </a:solidFill>
                <a:effectLst/>
                <a:latin typeface="Courier New" panose="02070309020205020404" pitchFamily="49" charset="0"/>
              </a:rPr>
              <a:t>isempty</a:t>
            </a:r>
            <a:r>
              <a:rPr lang="en-IN" sz="2100" dirty="0">
                <a:solidFill>
                  <a:srgbClr val="000000"/>
                </a:solidFill>
                <a:effectLst/>
                <a:latin typeface="Courier New" panose="02070309020205020404" pitchFamily="49" charset="0"/>
              </a:rPr>
              <a:t>())</a:t>
            </a:r>
          </a:p>
          <a:p>
            <a:pPr marL="114300" marR="0" indent="-342900">
              <a:buFont typeface="+mj-lt"/>
              <a:buAutoNum type="arabicPeriod" startAt="24"/>
            </a:pPr>
            <a:r>
              <a:rPr lang="en-IN" sz="2100" dirty="0">
                <a:solidFill>
                  <a:srgbClr val="000000"/>
                </a:solidFill>
                <a:effectLst/>
                <a:latin typeface="Courier New" panose="02070309020205020404" pitchFamily="49" charset="0"/>
              </a:rPr>
              <a:t>     </a:t>
            </a:r>
            <a:r>
              <a:rPr lang="en-IN" sz="2100" dirty="0" err="1">
                <a:solidFill>
                  <a:srgbClr val="000000"/>
                </a:solidFill>
                <a:effectLst/>
                <a:latin typeface="Courier New" panose="02070309020205020404" pitchFamily="49" charset="0"/>
              </a:rPr>
              <a:t>System.</a:t>
            </a:r>
            <a:r>
              <a:rPr lang="en-IN" sz="2100" b="1" i="1" dirty="0" err="1">
                <a:solidFill>
                  <a:srgbClr val="0000C0"/>
                </a:solidFill>
                <a:effectLst/>
                <a:latin typeface="Courier New" panose="02070309020205020404" pitchFamily="49" charset="0"/>
              </a:rPr>
              <a:t>out</a:t>
            </a:r>
            <a:r>
              <a:rPr lang="en-IN" sz="2100" dirty="0" err="1">
                <a:solidFill>
                  <a:srgbClr val="000000"/>
                </a:solidFill>
                <a:effectLst/>
                <a:latin typeface="Courier New" panose="02070309020205020404" pitchFamily="49" charset="0"/>
              </a:rPr>
              <a:t>.println</a:t>
            </a:r>
            <a:r>
              <a:rPr lang="en-IN" sz="2100" dirty="0">
                <a:solidFill>
                  <a:srgbClr val="000000"/>
                </a:solidFill>
                <a:effectLst/>
                <a:latin typeface="Courier New" panose="02070309020205020404" pitchFamily="49" charset="0"/>
              </a:rPr>
              <a:t>(</a:t>
            </a:r>
            <a:r>
              <a:rPr lang="en-IN" sz="2100" dirty="0">
                <a:solidFill>
                  <a:srgbClr val="2A00FF"/>
                </a:solidFill>
                <a:effectLst/>
                <a:latin typeface="Courier New" panose="02070309020205020404" pitchFamily="49" charset="0"/>
              </a:rPr>
              <a:t>"no elements to delete"</a:t>
            </a:r>
            <a:r>
              <a:rPr lang="en-IN" sz="2100" dirty="0">
                <a:solidFill>
                  <a:srgbClr val="000000"/>
                </a:solidFill>
                <a:effectLst/>
                <a:latin typeface="Courier New" panose="02070309020205020404" pitchFamily="49" charset="0"/>
              </a:rPr>
              <a:t>);</a:t>
            </a:r>
          </a:p>
          <a:p>
            <a:pPr marL="114300" marR="0" indent="-342900">
              <a:buFont typeface="+mj-lt"/>
              <a:buAutoNum type="arabicPeriod" startAt="24"/>
            </a:pPr>
            <a:r>
              <a:rPr lang="en-IN" sz="2100" b="1" dirty="0">
                <a:solidFill>
                  <a:srgbClr val="7F0055"/>
                </a:solidFill>
                <a:effectLst/>
                <a:latin typeface="Courier New" panose="02070309020205020404" pitchFamily="49" charset="0"/>
              </a:rPr>
              <a:t>else</a:t>
            </a:r>
            <a:endParaRPr lang="en-IN" sz="2100" dirty="0">
              <a:solidFill>
                <a:srgbClr val="000000"/>
              </a:solidFill>
              <a:effectLst/>
              <a:latin typeface="Courier New" panose="02070309020205020404" pitchFamily="49" charset="0"/>
            </a:endParaRPr>
          </a:p>
          <a:p>
            <a:pPr marL="114300" marR="0" indent="-342900">
              <a:buFont typeface="+mj-lt"/>
              <a:buAutoNum type="arabicPeriod" startAt="24"/>
            </a:pPr>
            <a:r>
              <a:rPr lang="en-IN" sz="2100" i="1" dirty="0">
                <a:solidFill>
                  <a:srgbClr val="0000C0"/>
                </a:solidFill>
                <a:effectLst/>
                <a:latin typeface="Courier New" panose="02070309020205020404" pitchFamily="49" charset="0"/>
              </a:rPr>
              <a:t>    front</a:t>
            </a:r>
            <a:r>
              <a:rPr lang="en-IN" sz="2100" dirty="0">
                <a:solidFill>
                  <a:srgbClr val="000000"/>
                </a:solidFill>
                <a:effectLst/>
                <a:latin typeface="Courier New" panose="02070309020205020404" pitchFamily="49" charset="0"/>
              </a:rPr>
              <a:t>=</a:t>
            </a:r>
            <a:r>
              <a:rPr lang="en-IN" sz="2100" i="1" dirty="0" err="1">
                <a:solidFill>
                  <a:srgbClr val="0000C0"/>
                </a:solidFill>
                <a:effectLst/>
                <a:latin typeface="Courier New" panose="02070309020205020404" pitchFamily="49" charset="0"/>
              </a:rPr>
              <a:t>front</a:t>
            </a:r>
            <a:r>
              <a:rPr lang="en-IN" sz="2100" dirty="0" err="1">
                <a:solidFill>
                  <a:srgbClr val="000000"/>
                </a:solidFill>
                <a:effectLst/>
                <a:latin typeface="Courier New" panose="02070309020205020404" pitchFamily="49" charset="0"/>
              </a:rPr>
              <a:t>.</a:t>
            </a:r>
            <a:r>
              <a:rPr lang="en-IN" sz="2100" dirty="0" err="1">
                <a:solidFill>
                  <a:srgbClr val="0000C0"/>
                </a:solidFill>
                <a:effectLst/>
                <a:latin typeface="Courier New" panose="02070309020205020404" pitchFamily="49" charset="0"/>
              </a:rPr>
              <a:t>next</a:t>
            </a:r>
            <a:r>
              <a:rPr lang="en-IN" sz="2100" dirty="0">
                <a:solidFill>
                  <a:srgbClr val="000000"/>
                </a:solidFill>
                <a:effectLst/>
                <a:latin typeface="Courier New" panose="02070309020205020404" pitchFamily="49" charset="0"/>
              </a:rPr>
              <a:t>;</a:t>
            </a:r>
          </a:p>
          <a:p>
            <a:pPr marL="114300" marR="0" indent="-342900">
              <a:buFont typeface="+mj-lt"/>
              <a:buAutoNum type="arabicPeriod" startAt="24"/>
            </a:pPr>
            <a:r>
              <a:rPr lang="en-IN" sz="2100" dirty="0">
                <a:solidFill>
                  <a:srgbClr val="000000"/>
                </a:solidFill>
                <a:effectLst/>
                <a:latin typeface="Courier New" panose="02070309020205020404" pitchFamily="49" charset="0"/>
              </a:rPr>
              <a:t>}</a:t>
            </a:r>
          </a:p>
          <a:p>
            <a:pPr marL="114300" marR="0" indent="-342900">
              <a:buFont typeface="+mj-lt"/>
              <a:buAutoNum type="arabicPeriod" startAt="24"/>
            </a:pPr>
            <a:endParaRPr lang="en-IN" sz="2100" dirty="0">
              <a:solidFill>
                <a:srgbClr val="000000"/>
              </a:solidFill>
              <a:effectLst/>
              <a:latin typeface="Courier New" panose="02070309020205020404" pitchFamily="49" charset="0"/>
            </a:endParaRPr>
          </a:p>
          <a:p>
            <a:pPr marL="114300" marR="0" indent="-342900">
              <a:buFont typeface="+mj-lt"/>
              <a:buAutoNum type="arabicPeriod" startAt="24"/>
            </a:pPr>
            <a:r>
              <a:rPr lang="en-IN" sz="2100" b="1" dirty="0">
                <a:solidFill>
                  <a:srgbClr val="7F0055"/>
                </a:solidFill>
                <a:effectLst/>
                <a:latin typeface="Courier New" panose="02070309020205020404" pitchFamily="49" charset="0"/>
              </a:rPr>
              <a:t>public</a:t>
            </a:r>
            <a:r>
              <a:rPr lang="en-IN" sz="2100" dirty="0">
                <a:solidFill>
                  <a:srgbClr val="000000"/>
                </a:solidFill>
                <a:effectLst/>
                <a:latin typeface="Courier New" panose="02070309020205020404" pitchFamily="49" charset="0"/>
              </a:rPr>
              <a:t> </a:t>
            </a:r>
            <a:r>
              <a:rPr lang="en-IN" sz="2100" b="1" dirty="0">
                <a:solidFill>
                  <a:srgbClr val="7F0055"/>
                </a:solidFill>
                <a:effectLst/>
                <a:latin typeface="Courier New" panose="02070309020205020404" pitchFamily="49" charset="0"/>
              </a:rPr>
              <a:t>static</a:t>
            </a:r>
            <a:r>
              <a:rPr lang="en-IN" sz="2100" dirty="0">
                <a:solidFill>
                  <a:srgbClr val="000000"/>
                </a:solidFill>
                <a:effectLst/>
                <a:latin typeface="Courier New" panose="02070309020205020404" pitchFamily="49" charset="0"/>
              </a:rPr>
              <a:t> </a:t>
            </a:r>
            <a:r>
              <a:rPr lang="en-IN" sz="2100" b="1" dirty="0">
                <a:solidFill>
                  <a:srgbClr val="7F0055"/>
                </a:solidFill>
                <a:effectLst/>
                <a:latin typeface="Courier New" panose="02070309020205020404" pitchFamily="49" charset="0"/>
              </a:rPr>
              <a:t>void</a:t>
            </a:r>
            <a:r>
              <a:rPr lang="en-IN" sz="2100" dirty="0">
                <a:solidFill>
                  <a:srgbClr val="000000"/>
                </a:solidFill>
                <a:effectLst/>
                <a:latin typeface="Courier New" panose="02070309020205020404" pitchFamily="49" charset="0"/>
              </a:rPr>
              <a:t> display(){</a:t>
            </a:r>
          </a:p>
          <a:p>
            <a:pPr marL="114300" marR="0" indent="-342900">
              <a:buFont typeface="+mj-lt"/>
              <a:buAutoNum type="arabicPeriod" startAt="24"/>
            </a:pPr>
            <a:r>
              <a:rPr lang="en-IN" sz="2100" dirty="0">
                <a:solidFill>
                  <a:srgbClr val="000000"/>
                </a:solidFill>
                <a:effectLst/>
                <a:latin typeface="Courier New" panose="02070309020205020404" pitchFamily="49" charset="0"/>
              </a:rPr>
              <a:t>Node </a:t>
            </a:r>
            <a:r>
              <a:rPr lang="en-IN" sz="2100" dirty="0">
                <a:solidFill>
                  <a:srgbClr val="6A3E3E"/>
                </a:solidFill>
                <a:effectLst/>
                <a:latin typeface="Courier New" panose="02070309020205020404" pitchFamily="49" charset="0"/>
              </a:rPr>
              <a:t>temp</a:t>
            </a:r>
            <a:r>
              <a:rPr lang="en-IN" sz="2100" dirty="0">
                <a:solidFill>
                  <a:srgbClr val="000000"/>
                </a:solidFill>
                <a:effectLst/>
                <a:latin typeface="Courier New" panose="02070309020205020404" pitchFamily="49" charset="0"/>
              </a:rPr>
              <a:t>=</a:t>
            </a:r>
            <a:r>
              <a:rPr lang="en-IN" sz="2100" i="1" dirty="0">
                <a:solidFill>
                  <a:srgbClr val="0000C0"/>
                </a:solidFill>
                <a:effectLst/>
                <a:latin typeface="Courier New" panose="02070309020205020404" pitchFamily="49" charset="0"/>
              </a:rPr>
              <a:t>front</a:t>
            </a:r>
            <a:r>
              <a:rPr lang="en-IN" sz="2100" dirty="0">
                <a:solidFill>
                  <a:srgbClr val="000000"/>
                </a:solidFill>
                <a:effectLst/>
                <a:latin typeface="Courier New" panose="02070309020205020404" pitchFamily="49" charset="0"/>
              </a:rPr>
              <a:t>;</a:t>
            </a:r>
          </a:p>
          <a:p>
            <a:pPr marL="114300" marR="0" indent="-342900">
              <a:buFont typeface="+mj-lt"/>
              <a:buAutoNum type="arabicPeriod" startAt="24"/>
            </a:pPr>
            <a:r>
              <a:rPr lang="en-IN" sz="2100" b="1" dirty="0">
                <a:solidFill>
                  <a:srgbClr val="7F0055"/>
                </a:solidFill>
                <a:effectLst/>
                <a:latin typeface="Courier New" panose="02070309020205020404" pitchFamily="49" charset="0"/>
              </a:rPr>
              <a:t>while</a:t>
            </a:r>
            <a:r>
              <a:rPr lang="en-IN" sz="2100" dirty="0">
                <a:solidFill>
                  <a:srgbClr val="000000"/>
                </a:solidFill>
                <a:effectLst/>
                <a:latin typeface="Courier New" panose="02070309020205020404" pitchFamily="49" charset="0"/>
              </a:rPr>
              <a:t>(</a:t>
            </a:r>
            <a:r>
              <a:rPr lang="en-IN" sz="2100" dirty="0">
                <a:solidFill>
                  <a:srgbClr val="6A3E3E"/>
                </a:solidFill>
                <a:effectLst/>
                <a:latin typeface="Courier New" panose="02070309020205020404" pitchFamily="49" charset="0"/>
              </a:rPr>
              <a:t>temp</a:t>
            </a:r>
            <a:r>
              <a:rPr lang="en-IN" sz="2100" dirty="0">
                <a:solidFill>
                  <a:srgbClr val="000000"/>
                </a:solidFill>
                <a:effectLst/>
                <a:latin typeface="Courier New" panose="02070309020205020404" pitchFamily="49" charset="0"/>
              </a:rPr>
              <a:t>!=</a:t>
            </a:r>
            <a:r>
              <a:rPr lang="en-IN" sz="2100" i="1" dirty="0">
                <a:solidFill>
                  <a:srgbClr val="0000C0"/>
                </a:solidFill>
                <a:effectLst/>
                <a:latin typeface="Courier New" panose="02070309020205020404" pitchFamily="49" charset="0"/>
              </a:rPr>
              <a:t>rear</a:t>
            </a:r>
            <a:r>
              <a:rPr lang="en-IN" sz="2100" dirty="0">
                <a:solidFill>
                  <a:srgbClr val="000000"/>
                </a:solidFill>
                <a:effectLst/>
                <a:latin typeface="Courier New" panose="02070309020205020404" pitchFamily="49" charset="0"/>
              </a:rPr>
              <a:t>)</a:t>
            </a:r>
          </a:p>
          <a:p>
            <a:pPr marL="114300" marR="0" indent="-342900">
              <a:buFont typeface="+mj-lt"/>
              <a:buAutoNum type="arabicPeriod" startAt="24"/>
            </a:pPr>
            <a:r>
              <a:rPr lang="en-IN" sz="2100" dirty="0">
                <a:solidFill>
                  <a:srgbClr val="000000"/>
                </a:solidFill>
                <a:effectLst/>
                <a:latin typeface="Courier New" panose="02070309020205020404" pitchFamily="49" charset="0"/>
              </a:rPr>
              <a:t>{</a:t>
            </a:r>
          </a:p>
          <a:p>
            <a:pPr marL="114300" marR="0" indent="-342900">
              <a:buFont typeface="+mj-lt"/>
              <a:buAutoNum type="arabicPeriod" startAt="24"/>
            </a:pPr>
            <a:r>
              <a:rPr lang="en-IN" sz="2100" dirty="0" err="1">
                <a:solidFill>
                  <a:srgbClr val="000000"/>
                </a:solidFill>
                <a:effectLst/>
                <a:latin typeface="Courier New" panose="02070309020205020404" pitchFamily="49" charset="0"/>
              </a:rPr>
              <a:t>System.</a:t>
            </a:r>
            <a:r>
              <a:rPr lang="en-IN" sz="2100" b="1" i="1" dirty="0" err="1">
                <a:solidFill>
                  <a:srgbClr val="0000C0"/>
                </a:solidFill>
                <a:effectLst/>
                <a:latin typeface="Courier New" panose="02070309020205020404" pitchFamily="49" charset="0"/>
              </a:rPr>
              <a:t>out</a:t>
            </a:r>
            <a:r>
              <a:rPr lang="en-IN" sz="2100" dirty="0" err="1">
                <a:solidFill>
                  <a:srgbClr val="000000"/>
                </a:solidFill>
                <a:effectLst/>
                <a:latin typeface="Courier New" panose="02070309020205020404" pitchFamily="49" charset="0"/>
              </a:rPr>
              <a:t>.print</a:t>
            </a:r>
            <a:r>
              <a:rPr lang="en-IN" sz="2100" dirty="0">
                <a:solidFill>
                  <a:srgbClr val="000000"/>
                </a:solidFill>
                <a:effectLst/>
                <a:latin typeface="Courier New" panose="02070309020205020404" pitchFamily="49" charset="0"/>
              </a:rPr>
              <a:t>(</a:t>
            </a:r>
            <a:r>
              <a:rPr lang="en-IN" sz="2100" dirty="0" err="1">
                <a:solidFill>
                  <a:srgbClr val="6A3E3E"/>
                </a:solidFill>
                <a:effectLst/>
                <a:latin typeface="Courier New" panose="02070309020205020404" pitchFamily="49" charset="0"/>
              </a:rPr>
              <a:t>temp</a:t>
            </a:r>
            <a:r>
              <a:rPr lang="en-IN" sz="2100" dirty="0" err="1">
                <a:solidFill>
                  <a:srgbClr val="000000"/>
                </a:solidFill>
                <a:effectLst/>
                <a:latin typeface="Courier New" panose="02070309020205020404" pitchFamily="49" charset="0"/>
              </a:rPr>
              <a:t>.</a:t>
            </a:r>
            <a:r>
              <a:rPr lang="en-IN" sz="2100" dirty="0" err="1">
                <a:solidFill>
                  <a:srgbClr val="0000C0"/>
                </a:solidFill>
                <a:effectLst/>
                <a:latin typeface="Courier New" panose="02070309020205020404" pitchFamily="49" charset="0"/>
              </a:rPr>
              <a:t>data</a:t>
            </a:r>
            <a:r>
              <a:rPr lang="en-IN" sz="2100" dirty="0">
                <a:solidFill>
                  <a:srgbClr val="000000"/>
                </a:solidFill>
                <a:effectLst/>
                <a:latin typeface="Courier New" panose="02070309020205020404" pitchFamily="49" charset="0"/>
              </a:rPr>
              <a:t>+</a:t>
            </a:r>
            <a:r>
              <a:rPr lang="en-IN" sz="2100" dirty="0">
                <a:solidFill>
                  <a:srgbClr val="2A00FF"/>
                </a:solidFill>
                <a:effectLst/>
                <a:latin typeface="Courier New" panose="02070309020205020404" pitchFamily="49" charset="0"/>
              </a:rPr>
              <a:t>" -&gt; "</a:t>
            </a:r>
            <a:r>
              <a:rPr lang="en-IN" sz="2100" dirty="0">
                <a:solidFill>
                  <a:srgbClr val="000000"/>
                </a:solidFill>
                <a:effectLst/>
                <a:latin typeface="Courier New" panose="02070309020205020404" pitchFamily="49" charset="0"/>
              </a:rPr>
              <a:t>);</a:t>
            </a:r>
          </a:p>
          <a:p>
            <a:pPr marL="114300" marR="0" indent="-342900">
              <a:buFont typeface="+mj-lt"/>
              <a:buAutoNum type="arabicPeriod" startAt="24"/>
            </a:pPr>
            <a:r>
              <a:rPr lang="en-IN" sz="2100" dirty="0">
                <a:solidFill>
                  <a:srgbClr val="6A3E3E"/>
                </a:solidFill>
                <a:effectLst/>
                <a:latin typeface="Courier New" panose="02070309020205020404" pitchFamily="49" charset="0"/>
              </a:rPr>
              <a:t>temp</a:t>
            </a:r>
            <a:r>
              <a:rPr lang="en-IN" sz="2100" dirty="0">
                <a:solidFill>
                  <a:srgbClr val="000000"/>
                </a:solidFill>
                <a:effectLst/>
                <a:latin typeface="Courier New" panose="02070309020205020404" pitchFamily="49" charset="0"/>
              </a:rPr>
              <a:t>=</a:t>
            </a:r>
            <a:r>
              <a:rPr lang="en-IN" sz="2100" dirty="0" err="1">
                <a:solidFill>
                  <a:srgbClr val="6A3E3E"/>
                </a:solidFill>
                <a:effectLst/>
                <a:latin typeface="Courier New" panose="02070309020205020404" pitchFamily="49" charset="0"/>
              </a:rPr>
              <a:t>temp</a:t>
            </a:r>
            <a:r>
              <a:rPr lang="en-IN" sz="2100" dirty="0" err="1">
                <a:solidFill>
                  <a:srgbClr val="000000"/>
                </a:solidFill>
                <a:effectLst/>
                <a:latin typeface="Courier New" panose="02070309020205020404" pitchFamily="49" charset="0"/>
              </a:rPr>
              <a:t>.</a:t>
            </a:r>
            <a:r>
              <a:rPr lang="en-IN" sz="2100" dirty="0" err="1">
                <a:solidFill>
                  <a:srgbClr val="0000C0"/>
                </a:solidFill>
                <a:effectLst/>
                <a:latin typeface="Courier New" panose="02070309020205020404" pitchFamily="49" charset="0"/>
              </a:rPr>
              <a:t>next</a:t>
            </a:r>
            <a:r>
              <a:rPr lang="en-IN" sz="2100" dirty="0">
                <a:solidFill>
                  <a:srgbClr val="000000"/>
                </a:solidFill>
                <a:effectLst/>
                <a:latin typeface="Courier New" panose="02070309020205020404" pitchFamily="49" charset="0"/>
              </a:rPr>
              <a:t>;</a:t>
            </a:r>
          </a:p>
          <a:p>
            <a:pPr marL="114300" marR="0" indent="-342900">
              <a:buFont typeface="+mj-lt"/>
              <a:buAutoNum type="arabicPeriod" startAt="24"/>
            </a:pPr>
            <a:r>
              <a:rPr lang="en-IN" sz="2100" dirty="0">
                <a:solidFill>
                  <a:srgbClr val="000000"/>
                </a:solidFill>
                <a:effectLst/>
                <a:latin typeface="Courier New" panose="02070309020205020404" pitchFamily="49" charset="0"/>
              </a:rPr>
              <a:t>}</a:t>
            </a:r>
          </a:p>
          <a:p>
            <a:pPr marL="114300" marR="0" indent="-342900">
              <a:buFont typeface="+mj-lt"/>
              <a:buAutoNum type="arabicPeriod" startAt="24"/>
            </a:pPr>
            <a:r>
              <a:rPr lang="en-IN" sz="2100" dirty="0" err="1">
                <a:solidFill>
                  <a:srgbClr val="000000"/>
                </a:solidFill>
                <a:effectLst/>
                <a:latin typeface="Courier New" panose="02070309020205020404" pitchFamily="49" charset="0"/>
              </a:rPr>
              <a:t>System.</a:t>
            </a:r>
            <a:r>
              <a:rPr lang="en-IN" sz="2100" b="1" i="1" dirty="0" err="1">
                <a:solidFill>
                  <a:srgbClr val="0000C0"/>
                </a:solidFill>
                <a:effectLst/>
                <a:latin typeface="Courier New" panose="02070309020205020404" pitchFamily="49" charset="0"/>
              </a:rPr>
              <a:t>out</a:t>
            </a:r>
            <a:r>
              <a:rPr lang="en-IN" sz="2100" dirty="0" err="1">
                <a:solidFill>
                  <a:srgbClr val="000000"/>
                </a:solidFill>
                <a:effectLst/>
                <a:latin typeface="Courier New" panose="02070309020205020404" pitchFamily="49" charset="0"/>
              </a:rPr>
              <a:t>.println</a:t>
            </a:r>
            <a:r>
              <a:rPr lang="en-IN" sz="2100" dirty="0">
                <a:solidFill>
                  <a:srgbClr val="000000"/>
                </a:solidFill>
                <a:effectLst/>
                <a:latin typeface="Courier New" panose="02070309020205020404" pitchFamily="49" charset="0"/>
              </a:rPr>
              <a:t>();</a:t>
            </a:r>
          </a:p>
          <a:p>
            <a:pPr marL="114300" marR="0" indent="-342900">
              <a:buFont typeface="+mj-lt"/>
              <a:buAutoNum type="arabicPeriod" startAt="24"/>
            </a:pPr>
            <a:r>
              <a:rPr lang="en-IN" sz="2100" dirty="0">
                <a:solidFill>
                  <a:srgbClr val="000000"/>
                </a:solidFill>
                <a:effectLst/>
                <a:latin typeface="Courier New" panose="02070309020205020404" pitchFamily="49" charset="0"/>
              </a:rPr>
              <a:t>}</a:t>
            </a:r>
          </a:p>
          <a:p>
            <a:pPr marL="514350" indent="-514350">
              <a:buFont typeface="+mj-lt"/>
              <a:buAutoNum type="arabicPeriod" startAt="24"/>
            </a:pPr>
            <a:endParaRPr lang="en-IN" sz="2100" dirty="0"/>
          </a:p>
        </p:txBody>
      </p:sp>
    </p:spTree>
    <p:extLst>
      <p:ext uri="{BB962C8B-B14F-4D97-AF65-F5344CB8AC3E}">
        <p14:creationId xmlns:p14="http://schemas.microsoft.com/office/powerpoint/2010/main" val="374936472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anim calcmode="lin" valueType="num">
                                      <p:cBhvr additive="base">
                                        <p:cTn id="4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8" end="8"/>
                                            </p:txEl>
                                          </p:spTgt>
                                        </p:tgtEl>
                                        <p:attrNameLst>
                                          <p:attrName>style.visibility</p:attrName>
                                        </p:attrNameLst>
                                      </p:cBhvr>
                                      <p:to>
                                        <p:strVal val="visible"/>
                                      </p:to>
                                    </p:set>
                                    <p:anim calcmode="lin" valueType="num">
                                      <p:cBhvr additive="base">
                                        <p:cTn id="49"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3">
                                            <p:txEl>
                                              <p:pRg st="9" end="9"/>
                                            </p:txEl>
                                          </p:spTgt>
                                        </p:tgtEl>
                                        <p:attrNameLst>
                                          <p:attrName>style.visibility</p:attrName>
                                        </p:attrNameLst>
                                      </p:cBhvr>
                                      <p:to>
                                        <p:strVal val="visible"/>
                                      </p:to>
                                    </p:set>
                                    <p:anim calcmode="lin" valueType="num">
                                      <p:cBhvr additive="base">
                                        <p:cTn id="55"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3">
                                            <p:txEl>
                                              <p:pRg st="10" end="10"/>
                                            </p:txEl>
                                          </p:spTgt>
                                        </p:tgtEl>
                                        <p:attrNameLst>
                                          <p:attrName>style.visibility</p:attrName>
                                        </p:attrNameLst>
                                      </p:cBhvr>
                                      <p:to>
                                        <p:strVal val="visible"/>
                                      </p:to>
                                    </p:set>
                                    <p:anim calcmode="lin" valueType="num">
                                      <p:cBhvr additive="base">
                                        <p:cTn id="61"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3">
                                            <p:txEl>
                                              <p:pRg st="11" end="11"/>
                                            </p:txEl>
                                          </p:spTgt>
                                        </p:tgtEl>
                                        <p:attrNameLst>
                                          <p:attrName>style.visibility</p:attrName>
                                        </p:attrNameLst>
                                      </p:cBhvr>
                                      <p:to>
                                        <p:strVal val="visible"/>
                                      </p:to>
                                    </p:set>
                                    <p:anim calcmode="lin" valueType="num">
                                      <p:cBhvr additive="base">
                                        <p:cTn id="67"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3">
                                            <p:txEl>
                                              <p:pRg st="12" end="12"/>
                                            </p:txEl>
                                          </p:spTgt>
                                        </p:tgtEl>
                                        <p:attrNameLst>
                                          <p:attrName>style.visibility</p:attrName>
                                        </p:attrNameLst>
                                      </p:cBhvr>
                                      <p:to>
                                        <p:strVal val="visible"/>
                                      </p:to>
                                    </p:set>
                                    <p:anim calcmode="lin" valueType="num">
                                      <p:cBhvr additive="base">
                                        <p:cTn id="73"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3">
                                            <p:txEl>
                                              <p:pRg st="13" end="13"/>
                                            </p:txEl>
                                          </p:spTgt>
                                        </p:tgtEl>
                                        <p:attrNameLst>
                                          <p:attrName>style.visibility</p:attrName>
                                        </p:attrNameLst>
                                      </p:cBhvr>
                                      <p:to>
                                        <p:strVal val="visible"/>
                                      </p:to>
                                    </p:set>
                                    <p:anim calcmode="lin" valueType="num">
                                      <p:cBhvr additive="base">
                                        <p:cTn id="79"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3">
                                            <p:txEl>
                                              <p:pRg st="13" end="13"/>
                                            </p:txEl>
                                          </p:spTgt>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nodeType="clickEffect">
                                  <p:stCondLst>
                                    <p:cond delay="0"/>
                                  </p:stCondLst>
                                  <p:childTnLst>
                                    <p:set>
                                      <p:cBhvr>
                                        <p:cTn id="84" dur="1" fill="hold">
                                          <p:stCondLst>
                                            <p:cond delay="0"/>
                                          </p:stCondLst>
                                        </p:cTn>
                                        <p:tgtEl>
                                          <p:spTgt spid="3">
                                            <p:txEl>
                                              <p:pRg st="14" end="14"/>
                                            </p:txEl>
                                          </p:spTgt>
                                        </p:tgtEl>
                                        <p:attrNameLst>
                                          <p:attrName>style.visibility</p:attrName>
                                        </p:attrNameLst>
                                      </p:cBhvr>
                                      <p:to>
                                        <p:strVal val="visible"/>
                                      </p:to>
                                    </p:set>
                                    <p:anim calcmode="lin" valueType="num">
                                      <p:cBhvr additive="base">
                                        <p:cTn id="85"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3">
                                            <p:txEl>
                                              <p:pRg st="14" end="14"/>
                                            </p:txEl>
                                          </p:spTgt>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nodeType="clickEffect">
                                  <p:stCondLst>
                                    <p:cond delay="0"/>
                                  </p:stCondLst>
                                  <p:childTnLst>
                                    <p:set>
                                      <p:cBhvr>
                                        <p:cTn id="90" dur="1" fill="hold">
                                          <p:stCondLst>
                                            <p:cond delay="0"/>
                                          </p:stCondLst>
                                        </p:cTn>
                                        <p:tgtEl>
                                          <p:spTgt spid="3">
                                            <p:txEl>
                                              <p:pRg st="15" end="15"/>
                                            </p:txEl>
                                          </p:spTgt>
                                        </p:tgtEl>
                                        <p:attrNameLst>
                                          <p:attrName>style.visibility</p:attrName>
                                        </p:attrNameLst>
                                      </p:cBhvr>
                                      <p:to>
                                        <p:strVal val="visible"/>
                                      </p:to>
                                    </p:set>
                                    <p:anim calcmode="lin" valueType="num">
                                      <p:cBhvr additive="base">
                                        <p:cTn id="91"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3">
                                            <p:txEl>
                                              <p:pRg st="15" end="1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EE28F5A-9BBF-F1C7-DF57-8DEAE0C2B557}"/>
              </a:ext>
            </a:extLst>
          </p:cNvPr>
          <p:cNvSpPr>
            <a:spLocks noGrp="1"/>
          </p:cNvSpPr>
          <p:nvPr>
            <p:ph idx="1"/>
          </p:nvPr>
        </p:nvSpPr>
        <p:spPr>
          <a:xfrm>
            <a:off x="477078" y="477078"/>
            <a:ext cx="10876722" cy="5699885"/>
          </a:xfrm>
        </p:spPr>
        <p:txBody>
          <a:bodyPr>
            <a:noAutofit/>
          </a:bodyPr>
          <a:lstStyle/>
          <a:p>
            <a:pPr marR="0" indent="-457200">
              <a:buFont typeface="+mj-lt"/>
              <a:buAutoNum type="arabicPeriod" startAt="39"/>
            </a:pPr>
            <a:r>
              <a:rPr lang="en-IN" sz="2400" b="1" dirty="0">
                <a:solidFill>
                  <a:srgbClr val="7F0055"/>
                </a:solidFill>
                <a:effectLst/>
                <a:latin typeface="Courier New" panose="02070309020205020404" pitchFamily="49" charset="0"/>
              </a:rPr>
              <a:t>public</a:t>
            </a:r>
            <a:r>
              <a:rPr lang="en-IN" sz="2400" dirty="0">
                <a:solidFill>
                  <a:srgbClr val="000000"/>
                </a:solidFill>
                <a:effectLst/>
                <a:latin typeface="Courier New" panose="02070309020205020404" pitchFamily="49" charset="0"/>
              </a:rPr>
              <a:t> </a:t>
            </a:r>
            <a:r>
              <a:rPr lang="en-IN" sz="2400" b="1" dirty="0">
                <a:solidFill>
                  <a:srgbClr val="7F0055"/>
                </a:solidFill>
                <a:effectLst/>
                <a:latin typeface="Courier New" panose="02070309020205020404" pitchFamily="49" charset="0"/>
              </a:rPr>
              <a:t>static</a:t>
            </a:r>
            <a:r>
              <a:rPr lang="en-IN" sz="2400" dirty="0">
                <a:solidFill>
                  <a:srgbClr val="000000"/>
                </a:solidFill>
                <a:effectLst/>
                <a:latin typeface="Courier New" panose="02070309020205020404" pitchFamily="49" charset="0"/>
              </a:rPr>
              <a:t> </a:t>
            </a:r>
            <a:r>
              <a:rPr lang="en-IN" sz="2400" b="1" dirty="0">
                <a:solidFill>
                  <a:srgbClr val="7F0055"/>
                </a:solidFill>
                <a:effectLst/>
                <a:latin typeface="Courier New" panose="02070309020205020404" pitchFamily="49" charset="0"/>
              </a:rPr>
              <a:t>void</a:t>
            </a:r>
            <a:r>
              <a:rPr lang="en-IN" sz="2400" dirty="0">
                <a:solidFill>
                  <a:srgbClr val="000000"/>
                </a:solidFill>
                <a:effectLst/>
                <a:latin typeface="Courier New" panose="02070309020205020404" pitchFamily="49" charset="0"/>
              </a:rPr>
              <a:t> main(String[] </a:t>
            </a:r>
            <a:r>
              <a:rPr lang="en-IN" sz="2400" dirty="0" err="1">
                <a:solidFill>
                  <a:srgbClr val="6A3E3E"/>
                </a:solidFill>
                <a:effectLst/>
                <a:latin typeface="Courier New" panose="02070309020205020404" pitchFamily="49" charset="0"/>
              </a:rPr>
              <a:t>args</a:t>
            </a:r>
            <a:r>
              <a:rPr lang="en-IN" sz="2400" dirty="0">
                <a:solidFill>
                  <a:srgbClr val="000000"/>
                </a:solidFill>
                <a:effectLst/>
                <a:latin typeface="Courier New" panose="02070309020205020404" pitchFamily="49" charset="0"/>
              </a:rPr>
              <a:t>) {</a:t>
            </a:r>
          </a:p>
          <a:p>
            <a:pPr marR="0" indent="-457200">
              <a:buFont typeface="+mj-lt"/>
              <a:buAutoNum type="arabicPeriod" startAt="39"/>
            </a:pPr>
            <a:r>
              <a:rPr lang="en-IN" sz="2400" dirty="0">
                <a:solidFill>
                  <a:srgbClr val="000000"/>
                </a:solidFill>
                <a:effectLst/>
                <a:latin typeface="Courier New" panose="02070309020205020404" pitchFamily="49" charset="0"/>
              </a:rPr>
              <a:t>Scanner </a:t>
            </a:r>
            <a:r>
              <a:rPr lang="en-IN" sz="2400" u="sng" dirty="0" err="1">
                <a:solidFill>
                  <a:srgbClr val="6A3E3E"/>
                </a:solidFill>
                <a:effectLst/>
                <a:latin typeface="Courier New" panose="02070309020205020404" pitchFamily="49" charset="0"/>
              </a:rPr>
              <a:t>sc</a:t>
            </a:r>
            <a:r>
              <a:rPr lang="en-IN" sz="2400" dirty="0">
                <a:solidFill>
                  <a:srgbClr val="000000"/>
                </a:solidFill>
                <a:effectLst/>
                <a:latin typeface="Courier New" panose="02070309020205020404" pitchFamily="49" charset="0"/>
              </a:rPr>
              <a:t>=</a:t>
            </a:r>
            <a:r>
              <a:rPr lang="en-IN" sz="2400" b="1" dirty="0">
                <a:solidFill>
                  <a:srgbClr val="7F0055"/>
                </a:solidFill>
                <a:effectLst/>
                <a:latin typeface="Courier New" panose="02070309020205020404" pitchFamily="49" charset="0"/>
              </a:rPr>
              <a:t>new</a:t>
            </a:r>
            <a:r>
              <a:rPr lang="en-IN" sz="2400" dirty="0">
                <a:solidFill>
                  <a:srgbClr val="000000"/>
                </a:solidFill>
                <a:effectLst/>
                <a:latin typeface="Courier New" panose="02070309020205020404" pitchFamily="49" charset="0"/>
              </a:rPr>
              <a:t> Scanner(System.</a:t>
            </a:r>
            <a:r>
              <a:rPr lang="en-IN" sz="2400" b="1" i="1" dirty="0">
                <a:solidFill>
                  <a:srgbClr val="0000C0"/>
                </a:solidFill>
                <a:effectLst/>
                <a:latin typeface="Courier New" panose="02070309020205020404" pitchFamily="49" charset="0"/>
              </a:rPr>
              <a:t>in</a:t>
            </a:r>
            <a:r>
              <a:rPr lang="en-IN" sz="2400" dirty="0">
                <a:solidFill>
                  <a:srgbClr val="000000"/>
                </a:solidFill>
                <a:effectLst/>
                <a:latin typeface="Courier New" panose="02070309020205020404" pitchFamily="49" charset="0"/>
              </a:rPr>
              <a:t>);</a:t>
            </a:r>
          </a:p>
          <a:p>
            <a:pPr marR="0" indent="-457200">
              <a:buFont typeface="+mj-lt"/>
              <a:buAutoNum type="arabicPeriod" startAt="39"/>
            </a:pPr>
            <a:r>
              <a:rPr lang="en-IN" sz="2400" b="1" dirty="0">
                <a:solidFill>
                  <a:srgbClr val="7F0055"/>
                </a:solidFill>
                <a:effectLst/>
                <a:latin typeface="Courier New" panose="02070309020205020404" pitchFamily="49" charset="0"/>
              </a:rPr>
              <a:t>int</a:t>
            </a:r>
            <a:r>
              <a:rPr lang="en-IN" sz="2400" dirty="0">
                <a:solidFill>
                  <a:srgbClr val="000000"/>
                </a:solidFill>
                <a:effectLst/>
                <a:latin typeface="Courier New" panose="02070309020205020404" pitchFamily="49" charset="0"/>
              </a:rPr>
              <a:t> </a:t>
            </a:r>
            <a:r>
              <a:rPr lang="en-IN" sz="2400" dirty="0">
                <a:solidFill>
                  <a:srgbClr val="6A3E3E"/>
                </a:solidFill>
                <a:effectLst/>
                <a:latin typeface="Courier New" panose="02070309020205020404" pitchFamily="49" charset="0"/>
              </a:rPr>
              <a:t>n</a:t>
            </a:r>
            <a:r>
              <a:rPr lang="en-IN" sz="2400" dirty="0">
                <a:solidFill>
                  <a:srgbClr val="000000"/>
                </a:solidFill>
                <a:effectLst/>
                <a:latin typeface="Courier New" panose="02070309020205020404" pitchFamily="49" charset="0"/>
              </a:rPr>
              <a:t>=</a:t>
            </a:r>
            <a:r>
              <a:rPr lang="en-IN" sz="2400" dirty="0" err="1">
                <a:solidFill>
                  <a:srgbClr val="6A3E3E"/>
                </a:solidFill>
                <a:effectLst/>
                <a:latin typeface="Courier New" panose="02070309020205020404" pitchFamily="49" charset="0"/>
              </a:rPr>
              <a:t>sc</a:t>
            </a:r>
            <a:r>
              <a:rPr lang="en-IN" sz="2400" dirty="0" err="1">
                <a:solidFill>
                  <a:srgbClr val="000000"/>
                </a:solidFill>
                <a:effectLst/>
                <a:latin typeface="Courier New" panose="02070309020205020404" pitchFamily="49" charset="0"/>
              </a:rPr>
              <a:t>.nextInt</a:t>
            </a:r>
            <a:r>
              <a:rPr lang="en-IN" sz="2400" dirty="0">
                <a:solidFill>
                  <a:srgbClr val="000000"/>
                </a:solidFill>
                <a:effectLst/>
                <a:latin typeface="Courier New" panose="02070309020205020404" pitchFamily="49" charset="0"/>
              </a:rPr>
              <a:t>();</a:t>
            </a:r>
          </a:p>
          <a:p>
            <a:pPr marR="0" indent="-457200">
              <a:buFont typeface="+mj-lt"/>
              <a:buAutoNum type="arabicPeriod" startAt="39"/>
            </a:pPr>
            <a:r>
              <a:rPr lang="en-IN" sz="2400" b="1" dirty="0">
                <a:solidFill>
                  <a:srgbClr val="7F0055"/>
                </a:solidFill>
                <a:effectLst/>
                <a:latin typeface="Courier New" panose="02070309020205020404" pitchFamily="49" charset="0"/>
              </a:rPr>
              <a:t>for</a:t>
            </a:r>
            <a:r>
              <a:rPr lang="en-IN" sz="2400" dirty="0">
                <a:solidFill>
                  <a:srgbClr val="000000"/>
                </a:solidFill>
                <a:effectLst/>
                <a:latin typeface="Courier New" panose="02070309020205020404" pitchFamily="49" charset="0"/>
              </a:rPr>
              <a:t>(</a:t>
            </a:r>
            <a:r>
              <a:rPr lang="en-IN" sz="2400" b="1" dirty="0">
                <a:solidFill>
                  <a:srgbClr val="7F0055"/>
                </a:solidFill>
                <a:effectLst/>
                <a:latin typeface="Courier New" panose="02070309020205020404" pitchFamily="49" charset="0"/>
              </a:rPr>
              <a:t>int</a:t>
            </a:r>
            <a:r>
              <a:rPr lang="en-IN" sz="2400" dirty="0">
                <a:solidFill>
                  <a:srgbClr val="000000"/>
                </a:solidFill>
                <a:effectLst/>
                <a:latin typeface="Courier New" panose="02070309020205020404" pitchFamily="49" charset="0"/>
              </a:rPr>
              <a:t> </a:t>
            </a:r>
            <a:r>
              <a:rPr lang="en-IN" sz="2400" dirty="0" err="1">
                <a:solidFill>
                  <a:srgbClr val="6A3E3E"/>
                </a:solidFill>
                <a:effectLst/>
                <a:latin typeface="Courier New" panose="02070309020205020404" pitchFamily="49" charset="0"/>
              </a:rPr>
              <a:t>i</a:t>
            </a:r>
            <a:r>
              <a:rPr lang="en-IN" sz="2400" dirty="0">
                <a:solidFill>
                  <a:srgbClr val="000000"/>
                </a:solidFill>
                <a:effectLst/>
                <a:latin typeface="Courier New" panose="02070309020205020404" pitchFamily="49" charset="0"/>
              </a:rPr>
              <a:t>=0;</a:t>
            </a:r>
            <a:r>
              <a:rPr lang="en-IN" sz="2400" dirty="0">
                <a:solidFill>
                  <a:srgbClr val="6A3E3E"/>
                </a:solidFill>
                <a:effectLst/>
                <a:latin typeface="Courier New" panose="02070309020205020404" pitchFamily="49" charset="0"/>
              </a:rPr>
              <a:t>i</a:t>
            </a:r>
            <a:r>
              <a:rPr lang="en-IN" sz="2400" dirty="0">
                <a:solidFill>
                  <a:srgbClr val="000000"/>
                </a:solidFill>
                <a:effectLst/>
                <a:latin typeface="Courier New" panose="02070309020205020404" pitchFamily="49" charset="0"/>
              </a:rPr>
              <a:t>&lt;</a:t>
            </a:r>
            <a:r>
              <a:rPr lang="en-IN" sz="2400" dirty="0" err="1">
                <a:solidFill>
                  <a:srgbClr val="6A3E3E"/>
                </a:solidFill>
                <a:effectLst/>
                <a:latin typeface="Courier New" panose="02070309020205020404" pitchFamily="49" charset="0"/>
              </a:rPr>
              <a:t>n</a:t>
            </a:r>
            <a:r>
              <a:rPr lang="en-IN" sz="2400" dirty="0" err="1">
                <a:solidFill>
                  <a:srgbClr val="000000"/>
                </a:solidFill>
                <a:effectLst/>
                <a:latin typeface="Courier New" panose="02070309020205020404" pitchFamily="49" charset="0"/>
              </a:rPr>
              <a:t>;</a:t>
            </a:r>
            <a:r>
              <a:rPr lang="en-IN" sz="2400" dirty="0" err="1">
                <a:solidFill>
                  <a:srgbClr val="6A3E3E"/>
                </a:solidFill>
                <a:effectLst/>
                <a:latin typeface="Courier New" panose="02070309020205020404" pitchFamily="49" charset="0"/>
              </a:rPr>
              <a:t>i</a:t>
            </a:r>
            <a:r>
              <a:rPr lang="en-IN" sz="2400" dirty="0">
                <a:solidFill>
                  <a:srgbClr val="000000"/>
                </a:solidFill>
                <a:effectLst/>
                <a:latin typeface="Courier New" panose="02070309020205020404" pitchFamily="49" charset="0"/>
              </a:rPr>
              <a:t>++)</a:t>
            </a:r>
          </a:p>
          <a:p>
            <a:pPr marR="0" indent="-457200">
              <a:buFont typeface="+mj-lt"/>
              <a:buAutoNum type="arabicPeriod" startAt="39"/>
            </a:pPr>
            <a:r>
              <a:rPr lang="en-IN" sz="2400" dirty="0">
                <a:solidFill>
                  <a:srgbClr val="000000"/>
                </a:solidFill>
                <a:effectLst/>
                <a:latin typeface="Courier New" panose="02070309020205020404" pitchFamily="49" charset="0"/>
              </a:rPr>
              <a:t>{</a:t>
            </a:r>
          </a:p>
          <a:p>
            <a:pPr marR="0" indent="-457200">
              <a:buFont typeface="+mj-lt"/>
              <a:buAutoNum type="arabicPeriod" startAt="39"/>
            </a:pPr>
            <a:r>
              <a:rPr lang="en-IN" sz="2400" b="1" dirty="0">
                <a:solidFill>
                  <a:srgbClr val="7F0055"/>
                </a:solidFill>
                <a:effectLst/>
                <a:latin typeface="Courier New" panose="02070309020205020404" pitchFamily="49" charset="0"/>
              </a:rPr>
              <a:t>int</a:t>
            </a:r>
            <a:r>
              <a:rPr lang="en-IN" sz="2400" dirty="0">
                <a:solidFill>
                  <a:srgbClr val="000000"/>
                </a:solidFill>
                <a:effectLst/>
                <a:latin typeface="Courier New" panose="02070309020205020404" pitchFamily="49" charset="0"/>
              </a:rPr>
              <a:t> </a:t>
            </a:r>
            <a:r>
              <a:rPr lang="en-IN" sz="2400" dirty="0" err="1">
                <a:solidFill>
                  <a:srgbClr val="6A3E3E"/>
                </a:solidFill>
                <a:effectLst/>
                <a:latin typeface="Courier New" panose="02070309020205020404" pitchFamily="49" charset="0"/>
              </a:rPr>
              <a:t>ele</a:t>
            </a:r>
            <a:r>
              <a:rPr lang="en-IN" sz="2400" dirty="0">
                <a:solidFill>
                  <a:srgbClr val="000000"/>
                </a:solidFill>
                <a:effectLst/>
                <a:latin typeface="Courier New" panose="02070309020205020404" pitchFamily="49" charset="0"/>
              </a:rPr>
              <a:t>=</a:t>
            </a:r>
            <a:r>
              <a:rPr lang="en-IN" sz="2400" dirty="0" err="1">
                <a:solidFill>
                  <a:srgbClr val="6A3E3E"/>
                </a:solidFill>
                <a:effectLst/>
                <a:latin typeface="Courier New" panose="02070309020205020404" pitchFamily="49" charset="0"/>
              </a:rPr>
              <a:t>sc</a:t>
            </a:r>
            <a:r>
              <a:rPr lang="en-IN" sz="2400" dirty="0" err="1">
                <a:solidFill>
                  <a:srgbClr val="000000"/>
                </a:solidFill>
                <a:effectLst/>
                <a:latin typeface="Courier New" panose="02070309020205020404" pitchFamily="49" charset="0"/>
              </a:rPr>
              <a:t>.nextInt</a:t>
            </a:r>
            <a:r>
              <a:rPr lang="en-IN" sz="2400" dirty="0">
                <a:solidFill>
                  <a:srgbClr val="000000"/>
                </a:solidFill>
                <a:effectLst/>
                <a:latin typeface="Courier New" panose="02070309020205020404" pitchFamily="49" charset="0"/>
              </a:rPr>
              <a:t>();</a:t>
            </a:r>
          </a:p>
          <a:p>
            <a:pPr marR="0" indent="-457200">
              <a:buFont typeface="+mj-lt"/>
              <a:buAutoNum type="arabicPeriod" startAt="39"/>
            </a:pPr>
            <a:r>
              <a:rPr lang="en-IN" sz="2400" i="1" dirty="0">
                <a:solidFill>
                  <a:srgbClr val="000000"/>
                </a:solidFill>
                <a:effectLst/>
                <a:latin typeface="Courier New" panose="02070309020205020404" pitchFamily="49" charset="0"/>
              </a:rPr>
              <a:t>enqueue</a:t>
            </a:r>
            <a:r>
              <a:rPr lang="en-IN" sz="2400" dirty="0">
                <a:solidFill>
                  <a:srgbClr val="000000"/>
                </a:solidFill>
                <a:effectLst/>
                <a:latin typeface="Courier New" panose="02070309020205020404" pitchFamily="49" charset="0"/>
              </a:rPr>
              <a:t>(</a:t>
            </a:r>
            <a:r>
              <a:rPr lang="en-IN" sz="2400" dirty="0" err="1">
                <a:solidFill>
                  <a:srgbClr val="6A3E3E"/>
                </a:solidFill>
                <a:effectLst/>
                <a:latin typeface="Courier New" panose="02070309020205020404" pitchFamily="49" charset="0"/>
              </a:rPr>
              <a:t>ele</a:t>
            </a:r>
            <a:r>
              <a:rPr lang="en-IN" sz="2400" dirty="0">
                <a:solidFill>
                  <a:srgbClr val="000000"/>
                </a:solidFill>
                <a:effectLst/>
                <a:latin typeface="Courier New" panose="02070309020205020404" pitchFamily="49" charset="0"/>
              </a:rPr>
              <a:t>);</a:t>
            </a:r>
          </a:p>
          <a:p>
            <a:pPr marR="0" indent="-457200">
              <a:buFont typeface="+mj-lt"/>
              <a:buAutoNum type="arabicPeriod" startAt="39"/>
            </a:pPr>
            <a:r>
              <a:rPr lang="en-IN" sz="2400" dirty="0">
                <a:solidFill>
                  <a:srgbClr val="000000"/>
                </a:solidFill>
                <a:effectLst/>
                <a:latin typeface="Courier New" panose="02070309020205020404" pitchFamily="49" charset="0"/>
              </a:rPr>
              <a:t>}</a:t>
            </a:r>
          </a:p>
          <a:p>
            <a:pPr marR="0" indent="-457200">
              <a:buFont typeface="+mj-lt"/>
              <a:buAutoNum type="arabicPeriod" startAt="39"/>
            </a:pPr>
            <a:r>
              <a:rPr lang="en-IN" sz="2400" i="1" dirty="0">
                <a:solidFill>
                  <a:srgbClr val="000000"/>
                </a:solidFill>
                <a:effectLst/>
                <a:latin typeface="Courier New" panose="02070309020205020404" pitchFamily="49" charset="0"/>
              </a:rPr>
              <a:t>display</a:t>
            </a:r>
            <a:r>
              <a:rPr lang="en-IN" sz="2400" dirty="0">
                <a:solidFill>
                  <a:srgbClr val="000000"/>
                </a:solidFill>
                <a:effectLst/>
                <a:latin typeface="Courier New" panose="02070309020205020404" pitchFamily="49" charset="0"/>
              </a:rPr>
              <a:t>();</a:t>
            </a:r>
          </a:p>
          <a:p>
            <a:pPr marR="0" indent="-457200">
              <a:buFont typeface="+mj-lt"/>
              <a:buAutoNum type="arabicPeriod" startAt="39"/>
            </a:pPr>
            <a:r>
              <a:rPr lang="en-IN" sz="2400" i="1" dirty="0">
                <a:solidFill>
                  <a:srgbClr val="000000"/>
                </a:solidFill>
                <a:effectLst/>
                <a:latin typeface="Courier New" panose="02070309020205020404" pitchFamily="49" charset="0"/>
              </a:rPr>
              <a:t>dequeue</a:t>
            </a:r>
            <a:r>
              <a:rPr lang="en-IN" sz="2400" dirty="0">
                <a:solidFill>
                  <a:srgbClr val="000000"/>
                </a:solidFill>
                <a:effectLst/>
                <a:latin typeface="Courier New" panose="02070309020205020404" pitchFamily="49" charset="0"/>
              </a:rPr>
              <a:t>();</a:t>
            </a:r>
          </a:p>
          <a:p>
            <a:pPr marR="0" indent="-457200">
              <a:buFont typeface="+mj-lt"/>
              <a:buAutoNum type="arabicPeriod" startAt="39"/>
            </a:pPr>
            <a:r>
              <a:rPr lang="en-IN" sz="2400" i="1" dirty="0">
                <a:solidFill>
                  <a:srgbClr val="000000"/>
                </a:solidFill>
                <a:effectLst/>
                <a:latin typeface="Courier New" panose="02070309020205020404" pitchFamily="49" charset="0"/>
              </a:rPr>
              <a:t>dequeue</a:t>
            </a:r>
            <a:r>
              <a:rPr lang="en-IN" sz="2400" dirty="0">
                <a:solidFill>
                  <a:srgbClr val="000000"/>
                </a:solidFill>
                <a:effectLst/>
                <a:latin typeface="Courier New" panose="02070309020205020404" pitchFamily="49" charset="0"/>
              </a:rPr>
              <a:t>();</a:t>
            </a:r>
          </a:p>
          <a:p>
            <a:pPr marR="0" indent="-457200">
              <a:buFont typeface="+mj-lt"/>
              <a:buAutoNum type="arabicPeriod" startAt="39"/>
            </a:pPr>
            <a:r>
              <a:rPr lang="en-IN" sz="2400" i="1" dirty="0">
                <a:solidFill>
                  <a:srgbClr val="000000"/>
                </a:solidFill>
                <a:effectLst/>
                <a:latin typeface="Courier New" panose="02070309020205020404" pitchFamily="49" charset="0"/>
              </a:rPr>
              <a:t>display</a:t>
            </a:r>
            <a:r>
              <a:rPr lang="en-IN" sz="2400" dirty="0">
                <a:solidFill>
                  <a:srgbClr val="000000"/>
                </a:solidFill>
                <a:effectLst/>
                <a:latin typeface="Courier New" panose="02070309020205020404" pitchFamily="49" charset="0"/>
              </a:rPr>
              <a:t>();</a:t>
            </a:r>
          </a:p>
          <a:p>
            <a:pPr marR="0" indent="-457200">
              <a:buFont typeface="+mj-lt"/>
              <a:buAutoNum type="arabicPeriod" startAt="39"/>
            </a:pPr>
            <a:r>
              <a:rPr lang="en-IN" sz="2400" dirty="0">
                <a:solidFill>
                  <a:srgbClr val="000000"/>
                </a:solidFill>
                <a:effectLst/>
                <a:latin typeface="Courier New" panose="02070309020205020404" pitchFamily="49" charset="0"/>
              </a:rPr>
              <a:t>}}</a:t>
            </a:r>
          </a:p>
          <a:p>
            <a:pPr marL="457200" indent="-457200">
              <a:buFont typeface="+mj-lt"/>
              <a:buAutoNum type="arabicPeriod" startAt="39"/>
            </a:pPr>
            <a:endParaRPr lang="en-IN" sz="2400" dirty="0"/>
          </a:p>
        </p:txBody>
      </p:sp>
    </p:spTree>
    <p:extLst>
      <p:ext uri="{BB962C8B-B14F-4D97-AF65-F5344CB8AC3E}">
        <p14:creationId xmlns:p14="http://schemas.microsoft.com/office/powerpoint/2010/main" val="272774943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 calcmode="lin" valueType="num">
                                      <p:cBhvr additive="base">
                                        <p:cTn id="6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3">
                                            <p:txEl>
                                              <p:pRg st="10" end="10"/>
                                            </p:txEl>
                                          </p:spTgt>
                                        </p:tgtEl>
                                        <p:attrNameLst>
                                          <p:attrName>style.visibility</p:attrName>
                                        </p:attrNameLst>
                                      </p:cBhvr>
                                      <p:to>
                                        <p:strVal val="visible"/>
                                      </p:to>
                                    </p:set>
                                    <p:anim calcmode="lin" valueType="num">
                                      <p:cBhvr additive="base">
                                        <p:cTn id="6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3">
                                            <p:txEl>
                                              <p:pRg st="11" end="11"/>
                                            </p:txEl>
                                          </p:spTgt>
                                        </p:tgtEl>
                                        <p:attrNameLst>
                                          <p:attrName>style.visibility</p:attrName>
                                        </p:attrNameLst>
                                      </p:cBhvr>
                                      <p:to>
                                        <p:strVal val="visible"/>
                                      </p:to>
                                    </p:set>
                                    <p:anim calcmode="lin" valueType="num">
                                      <p:cBhvr additive="base">
                                        <p:cTn id="73"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3">
                                            <p:txEl>
                                              <p:pRg st="12" end="12"/>
                                            </p:txEl>
                                          </p:spTgt>
                                        </p:tgtEl>
                                        <p:attrNameLst>
                                          <p:attrName>style.visibility</p:attrName>
                                        </p:attrNameLst>
                                      </p:cBhvr>
                                      <p:to>
                                        <p:strVal val="visible"/>
                                      </p:to>
                                    </p:set>
                                    <p:anim calcmode="lin" valueType="num">
                                      <p:cBhvr additive="base">
                                        <p:cTn id="79"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E7A44-AD27-92A0-02A8-57B6EDFC5937}"/>
              </a:ext>
            </a:extLst>
          </p:cNvPr>
          <p:cNvSpPr>
            <a:spLocks noGrp="1"/>
          </p:cNvSpPr>
          <p:nvPr>
            <p:ph type="title"/>
          </p:nvPr>
        </p:nvSpPr>
        <p:spPr/>
        <p:txBody>
          <a:bodyPr/>
          <a:lstStyle/>
          <a:p>
            <a:r>
              <a:rPr lang="en-IN" b="1" dirty="0"/>
              <a:t>Priority Queue</a:t>
            </a:r>
          </a:p>
        </p:txBody>
      </p:sp>
      <p:sp>
        <p:nvSpPr>
          <p:cNvPr id="3" name="Content Placeholder 2">
            <a:extLst>
              <a:ext uri="{FF2B5EF4-FFF2-40B4-BE49-F238E27FC236}">
                <a16:creationId xmlns:a16="http://schemas.microsoft.com/office/drawing/2014/main" id="{88F26393-9249-377F-996F-17D759134447}"/>
              </a:ext>
            </a:extLst>
          </p:cNvPr>
          <p:cNvSpPr>
            <a:spLocks noGrp="1"/>
          </p:cNvSpPr>
          <p:nvPr>
            <p:ph idx="1"/>
          </p:nvPr>
        </p:nvSpPr>
        <p:spPr>
          <a:xfrm>
            <a:off x="838200" y="1825625"/>
            <a:ext cx="10515600" cy="4830814"/>
          </a:xfrm>
        </p:spPr>
        <p:txBody>
          <a:bodyPr>
            <a:normAutofit fontScale="85000" lnSpcReduction="20000"/>
          </a:bodyPr>
          <a:lstStyle/>
          <a:p>
            <a:r>
              <a:rPr lang="en-US" b="0" i="0" dirty="0">
                <a:effectLst/>
                <a:latin typeface="Times New Roman" panose="02020603050405020304" pitchFamily="18" charset="0"/>
                <a:cs typeface="Times New Roman" panose="02020603050405020304" pitchFamily="18" charset="0"/>
              </a:rPr>
              <a:t>A priority queue is an abstract data type that behaves similarly to the normal queue except that each element has some priority, i.e., the element with the highest priority would come first in a priority queue.</a:t>
            </a:r>
          </a:p>
          <a:p>
            <a:pPr marL="0" indent="0">
              <a:buNone/>
            </a:pPr>
            <a:endParaRPr lang="en-US" b="0" i="0" dirty="0">
              <a:effectLst/>
              <a:latin typeface="Times New Roman" panose="02020603050405020304" pitchFamily="18" charset="0"/>
              <a:cs typeface="Times New Roman" panose="02020603050405020304" pitchFamily="18" charset="0"/>
            </a:endParaRPr>
          </a:p>
          <a:p>
            <a:r>
              <a:rPr lang="en-US" b="0" i="0" dirty="0">
                <a:effectLst/>
                <a:latin typeface="Times New Roman" panose="02020603050405020304" pitchFamily="18" charset="0"/>
                <a:cs typeface="Times New Roman" panose="02020603050405020304" pitchFamily="18" charset="0"/>
              </a:rPr>
              <a:t>The priority of the elements in a priority queue will determine the order in which elements are removed from the priority queue.</a:t>
            </a:r>
          </a:p>
          <a:p>
            <a:endParaRPr lang="en-US" dirty="0">
              <a:latin typeface="Times New Roman" panose="02020603050405020304" pitchFamily="18" charset="0"/>
              <a:cs typeface="Times New Roman" panose="02020603050405020304" pitchFamily="18" charset="0"/>
            </a:endParaRPr>
          </a:p>
          <a:p>
            <a:pPr algn="just"/>
            <a:r>
              <a:rPr lang="en-US" b="0" i="0" dirty="0">
                <a:effectLst/>
                <a:latin typeface="Times New Roman" panose="02020603050405020304" pitchFamily="18" charset="0"/>
                <a:cs typeface="Times New Roman" panose="02020603050405020304" pitchFamily="18" charset="0"/>
              </a:rPr>
              <a:t>The priority queue supports only comparable elements, which means that the elements are either arranged in an ascending or descending order.</a:t>
            </a:r>
          </a:p>
          <a:p>
            <a:pPr marL="0" indent="0" algn="just">
              <a:buNone/>
            </a:pPr>
            <a:endParaRPr lang="en-US" b="0" i="0" dirty="0">
              <a:effectLst/>
              <a:latin typeface="Times New Roman" panose="02020603050405020304" pitchFamily="18" charset="0"/>
              <a:cs typeface="Times New Roman" panose="02020603050405020304" pitchFamily="18" charset="0"/>
            </a:endParaRPr>
          </a:p>
          <a:p>
            <a:pPr algn="just"/>
            <a:r>
              <a:rPr lang="en-US" b="0" i="0" dirty="0">
                <a:effectLst/>
                <a:latin typeface="Times New Roman" panose="02020603050405020304" pitchFamily="18" charset="0"/>
                <a:cs typeface="Times New Roman" panose="02020603050405020304" pitchFamily="18" charset="0"/>
              </a:rPr>
              <a:t>For example, suppose we have some values like 1, 3, 4, 8, 14, 22 inserted in a priority queue with an ordering imposed on the values is from least to the greatest. Therefore, the 1 number would be having the highest priority while 22 will be having the lowest priority.</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50949464"/>
      </p:ext>
    </p:extLst>
  </p:cSld>
  <p:clrMapOvr>
    <a:masterClrMapping/>
  </p:clrMapOvr>
  <p:transition spd="slow">
    <p:push dir="u"/>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BCC17-DDA3-DE50-ADB7-1F79CE43D7D3}"/>
              </a:ext>
            </a:extLst>
          </p:cNvPr>
          <p:cNvSpPr>
            <a:spLocks noGrp="1"/>
          </p:cNvSpPr>
          <p:nvPr>
            <p:ph type="title"/>
          </p:nvPr>
        </p:nvSpPr>
        <p:spPr/>
        <p:txBody>
          <a:bodyPr/>
          <a:lstStyle/>
          <a:p>
            <a:r>
              <a:rPr lang="en-US" b="1" i="0" dirty="0">
                <a:effectLst/>
                <a:latin typeface="Times New Roman" panose="02020603050405020304" pitchFamily="18" charset="0"/>
                <a:cs typeface="Times New Roman" panose="02020603050405020304" pitchFamily="18" charset="0"/>
              </a:rPr>
              <a:t>Characteristics of a Priority queue</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962CFD3-EE01-5C1E-C747-B05BCDC76051}"/>
              </a:ext>
            </a:extLst>
          </p:cNvPr>
          <p:cNvSpPr>
            <a:spLocks noGrp="1"/>
          </p:cNvSpPr>
          <p:nvPr>
            <p:ph idx="1"/>
          </p:nvPr>
        </p:nvSpPr>
        <p:spPr/>
        <p:txBody>
          <a:bodyPr/>
          <a:lstStyle/>
          <a:p>
            <a:pPr algn="just"/>
            <a:r>
              <a:rPr lang="en-US" b="0" i="0" dirty="0">
                <a:effectLst/>
                <a:latin typeface="Times New Roman" panose="02020603050405020304" pitchFamily="18" charset="0"/>
                <a:cs typeface="Times New Roman" panose="02020603050405020304" pitchFamily="18" charset="0"/>
              </a:rPr>
              <a:t>A priority queue is an extension of a queue that contains the following characteristics:</a:t>
            </a:r>
          </a:p>
          <a:p>
            <a:pPr marL="0" indent="0" algn="just">
              <a:buNone/>
            </a:pPr>
            <a:endParaRPr lang="en-US" b="0" i="0" dirty="0">
              <a:effectLst/>
              <a:latin typeface="Times New Roman" panose="02020603050405020304" pitchFamily="18" charset="0"/>
              <a:cs typeface="Times New Roman" panose="02020603050405020304" pitchFamily="18" charset="0"/>
            </a:endParaRPr>
          </a:p>
          <a:p>
            <a:pPr marL="514350" indent="-514350" algn="just">
              <a:buFont typeface="+mj-lt"/>
              <a:buAutoNum type="arabicPeriod"/>
            </a:pPr>
            <a:r>
              <a:rPr lang="en-US" b="0" i="0" dirty="0">
                <a:effectLst/>
                <a:latin typeface="Times New Roman" panose="02020603050405020304" pitchFamily="18" charset="0"/>
                <a:cs typeface="Times New Roman" panose="02020603050405020304" pitchFamily="18" charset="0"/>
              </a:rPr>
              <a:t>Every element in a priority queue has some priority associated with it.</a:t>
            </a:r>
          </a:p>
          <a:p>
            <a:pPr marL="514350" indent="-514350" algn="just">
              <a:buFont typeface="+mj-lt"/>
              <a:buAutoNum type="arabicPeriod"/>
            </a:pPr>
            <a:r>
              <a:rPr lang="en-US" b="0" i="0" dirty="0">
                <a:effectLst/>
                <a:latin typeface="Times New Roman" panose="02020603050405020304" pitchFamily="18" charset="0"/>
                <a:cs typeface="Times New Roman" panose="02020603050405020304" pitchFamily="18" charset="0"/>
              </a:rPr>
              <a:t>An element with the higher priority will be deleted before the deletion of the lesser priority.</a:t>
            </a:r>
          </a:p>
          <a:p>
            <a:pPr marL="514350" indent="-514350" algn="just">
              <a:buFont typeface="+mj-lt"/>
              <a:buAutoNum type="arabicPeriod"/>
            </a:pPr>
            <a:r>
              <a:rPr lang="en-US" b="0" i="0" dirty="0">
                <a:effectLst/>
                <a:latin typeface="Times New Roman" panose="02020603050405020304" pitchFamily="18" charset="0"/>
                <a:cs typeface="Times New Roman" panose="02020603050405020304" pitchFamily="18" charset="0"/>
              </a:rPr>
              <a:t>If two elements in a priority queue have the same priority, they will be arranged using the FIFO principle.</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64524004"/>
      </p:ext>
    </p:extLst>
  </p:cSld>
  <p:clrMapOvr>
    <a:masterClrMapping/>
  </p:clrMapOvr>
  <p:transition spd="slow">
    <p:push dir="u"/>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AA635DAA-35C4-4438-9D75-515C2C193139}"/>
              </a:ext>
            </a:extLst>
          </p:cNvPr>
          <p:cNvSpPr txBox="1"/>
          <p:nvPr/>
        </p:nvSpPr>
        <p:spPr>
          <a:xfrm>
            <a:off x="526224" y="769163"/>
            <a:ext cx="11136326" cy="784830"/>
          </a:xfrm>
          <a:prstGeom prst="rect">
            <a:avLst/>
          </a:prstGeom>
          <a:noFill/>
        </p:spPr>
        <p:txBody>
          <a:bodyPr wrap="square" rtlCol="0">
            <a:spAutoFit/>
          </a:bodyPr>
          <a:lstStyle/>
          <a:p>
            <a:pPr algn="l" fontAlgn="base"/>
            <a:r>
              <a:rPr lang="en-US" sz="4500" b="1" i="0" u="none" strike="noStrike" dirty="0">
                <a:solidFill>
                  <a:srgbClr val="000000"/>
                </a:solidFill>
                <a:effectLst/>
                <a:latin typeface="Nunito Sans" pitchFamily="2" charset="0"/>
              </a:rPr>
              <a:t>Priority Queue using DLL</a:t>
            </a:r>
          </a:p>
        </p:txBody>
      </p:sp>
      <p:sp>
        <p:nvSpPr>
          <p:cNvPr id="10" name="Rectangle 9">
            <a:extLst>
              <a:ext uri="{FF2B5EF4-FFF2-40B4-BE49-F238E27FC236}">
                <a16:creationId xmlns:a16="http://schemas.microsoft.com/office/drawing/2014/main" id="{3E767CAB-1FA5-494A-96EC-9E612067A695}"/>
              </a:ext>
            </a:extLst>
          </p:cNvPr>
          <p:cNvSpPr/>
          <p:nvPr/>
        </p:nvSpPr>
        <p:spPr>
          <a:xfrm>
            <a:off x="598714" y="711390"/>
            <a:ext cx="794852" cy="57773"/>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6373F422-781C-4385-84E3-34EDBC7AB3E7}"/>
              </a:ext>
            </a:extLst>
          </p:cNvPr>
          <p:cNvSpPr txBox="1"/>
          <p:nvPr/>
        </p:nvSpPr>
        <p:spPr>
          <a:xfrm>
            <a:off x="558069" y="1524000"/>
            <a:ext cx="11104481" cy="4083810"/>
          </a:xfrm>
          <a:prstGeom prst="rect">
            <a:avLst/>
          </a:prstGeom>
          <a:noFill/>
        </p:spPr>
        <p:txBody>
          <a:bodyPr wrap="square" rtlCol="0">
            <a:spAutoFit/>
          </a:bodyPr>
          <a:lstStyle/>
          <a:p>
            <a:pPr algn="just">
              <a:lnSpc>
                <a:spcPct val="150000"/>
              </a:lnSpc>
              <a:buFont typeface="Arial" panose="020B0604020202020204" pitchFamily="34" charset="0"/>
              <a:buChar char="•"/>
            </a:pPr>
            <a:r>
              <a:rPr lang="en-US" sz="2500" b="0" i="0" dirty="0">
                <a:solidFill>
                  <a:srgbClr val="484848"/>
                </a:solidFill>
                <a:effectLst/>
                <a:latin typeface="Nunito Sans" pitchFamily="2" charset="0"/>
              </a:rPr>
              <a:t> Priority queue is  abstract data type which behave similar to the linear queue except that each element </a:t>
            </a:r>
            <a:r>
              <a:rPr lang="en-US" sz="2500" dirty="0">
                <a:solidFill>
                  <a:srgbClr val="484848"/>
                </a:solidFill>
                <a:latin typeface="Nunito Sans" pitchFamily="2" charset="0"/>
              </a:rPr>
              <a:t> has priority.</a:t>
            </a:r>
          </a:p>
          <a:p>
            <a:pPr algn="just">
              <a:lnSpc>
                <a:spcPct val="150000"/>
              </a:lnSpc>
              <a:buFont typeface="Arial" panose="020B0604020202020204" pitchFamily="34" charset="0"/>
              <a:buChar char="•"/>
            </a:pPr>
            <a:endParaRPr lang="en-US" sz="2500" b="0" i="0" dirty="0">
              <a:solidFill>
                <a:srgbClr val="484848"/>
              </a:solidFill>
              <a:effectLst/>
              <a:latin typeface="Nunito Sans" pitchFamily="2" charset="0"/>
            </a:endParaRPr>
          </a:p>
          <a:p>
            <a:pPr algn="just">
              <a:lnSpc>
                <a:spcPct val="150000"/>
              </a:lnSpc>
            </a:pPr>
            <a:r>
              <a:rPr lang="en-US" sz="2500" b="1" dirty="0">
                <a:solidFill>
                  <a:srgbClr val="484848"/>
                </a:solidFill>
                <a:latin typeface="Nunito Sans" pitchFamily="2" charset="0"/>
              </a:rPr>
              <a:t>Example:</a:t>
            </a:r>
            <a:r>
              <a:rPr lang="en-US" sz="2500" dirty="0">
                <a:solidFill>
                  <a:srgbClr val="484848"/>
                </a:solidFill>
                <a:latin typeface="Nunito Sans" pitchFamily="2" charset="0"/>
              </a:rPr>
              <a:t> </a:t>
            </a:r>
          </a:p>
          <a:p>
            <a:pPr algn="just">
              <a:lnSpc>
                <a:spcPct val="150000"/>
              </a:lnSpc>
            </a:pPr>
            <a:r>
              <a:rPr lang="en-US" sz="2500" dirty="0">
                <a:solidFill>
                  <a:srgbClr val="484848"/>
                </a:solidFill>
                <a:latin typeface="Nunito Sans" pitchFamily="2" charset="0"/>
              </a:rPr>
              <a:t>	Hospital Emergency Queue</a:t>
            </a:r>
          </a:p>
          <a:p>
            <a:pPr algn="just">
              <a:lnSpc>
                <a:spcPct val="150000"/>
              </a:lnSpc>
            </a:pPr>
            <a:r>
              <a:rPr lang="en-US" sz="2500" b="0" i="0" dirty="0">
                <a:solidFill>
                  <a:srgbClr val="484848"/>
                </a:solidFill>
                <a:effectLst/>
                <a:latin typeface="Nunito Sans" pitchFamily="2" charset="0"/>
              </a:rPr>
              <a:t>The patients will be treated  according to the</a:t>
            </a:r>
            <a:r>
              <a:rPr lang="en-US" sz="2500" dirty="0">
                <a:solidFill>
                  <a:srgbClr val="484848"/>
                </a:solidFill>
                <a:latin typeface="Nunito Sans" pitchFamily="2" charset="0"/>
              </a:rPr>
              <a:t>ir medical condition. (</a:t>
            </a:r>
            <a:r>
              <a:rPr lang="en-US" sz="2500" dirty="0" err="1">
                <a:solidFill>
                  <a:srgbClr val="484848"/>
                </a:solidFill>
                <a:latin typeface="Nunito Sans" pitchFamily="2" charset="0"/>
              </a:rPr>
              <a:t>i.e</a:t>
            </a:r>
            <a:r>
              <a:rPr lang="en-US" sz="2500" dirty="0">
                <a:solidFill>
                  <a:srgbClr val="484848"/>
                </a:solidFill>
                <a:latin typeface="Nunito Sans" pitchFamily="2" charset="0"/>
              </a:rPr>
              <a:t>: Person in pain – High priority).</a:t>
            </a:r>
            <a:endParaRPr lang="en-US" sz="2500" b="0" i="0" dirty="0">
              <a:solidFill>
                <a:srgbClr val="484848"/>
              </a:solidFill>
              <a:effectLst/>
              <a:latin typeface="Nunito Sans" pitchFamily="2" charset="0"/>
            </a:endParaRPr>
          </a:p>
        </p:txBody>
      </p:sp>
      <p:pic>
        <p:nvPicPr>
          <p:cNvPr id="2" name="Picture 1">
            <a:extLst>
              <a:ext uri="{FF2B5EF4-FFF2-40B4-BE49-F238E27FC236}">
                <a16:creationId xmlns:a16="http://schemas.microsoft.com/office/drawing/2014/main" id="{F7AF2268-473B-542B-12DF-C4478EC8667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2187710902"/>
      </p:ext>
    </p:extLst>
  </p:cSld>
  <p:clrMapOvr>
    <a:masterClrMapping/>
  </p:clrMapOvr>
  <p:transition spd="slow">
    <p:push dir="u"/>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AA635DAA-35C4-4438-9D75-515C2C193139}"/>
              </a:ext>
            </a:extLst>
          </p:cNvPr>
          <p:cNvSpPr txBox="1"/>
          <p:nvPr/>
        </p:nvSpPr>
        <p:spPr>
          <a:xfrm>
            <a:off x="526224" y="769163"/>
            <a:ext cx="11136326" cy="784830"/>
          </a:xfrm>
          <a:prstGeom prst="rect">
            <a:avLst/>
          </a:prstGeom>
          <a:noFill/>
        </p:spPr>
        <p:txBody>
          <a:bodyPr wrap="square" rtlCol="0">
            <a:spAutoFit/>
          </a:bodyPr>
          <a:lstStyle/>
          <a:p>
            <a:pPr algn="l" fontAlgn="base"/>
            <a:r>
              <a:rPr lang="en-US" sz="4500" b="1" i="0" u="none" strike="noStrike" dirty="0">
                <a:solidFill>
                  <a:srgbClr val="000000"/>
                </a:solidFill>
                <a:effectLst/>
                <a:latin typeface="Nunito Sans" pitchFamily="2" charset="0"/>
              </a:rPr>
              <a:t>Priority Queue using DLL</a:t>
            </a:r>
          </a:p>
        </p:txBody>
      </p:sp>
      <p:sp>
        <p:nvSpPr>
          <p:cNvPr id="10" name="Rectangle 9">
            <a:extLst>
              <a:ext uri="{FF2B5EF4-FFF2-40B4-BE49-F238E27FC236}">
                <a16:creationId xmlns:a16="http://schemas.microsoft.com/office/drawing/2014/main" id="{3E767CAB-1FA5-494A-96EC-9E612067A695}"/>
              </a:ext>
            </a:extLst>
          </p:cNvPr>
          <p:cNvSpPr/>
          <p:nvPr/>
        </p:nvSpPr>
        <p:spPr>
          <a:xfrm>
            <a:off x="598714" y="711390"/>
            <a:ext cx="794852" cy="57773"/>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6373F422-781C-4385-84E3-34EDBC7AB3E7}"/>
              </a:ext>
            </a:extLst>
          </p:cNvPr>
          <p:cNvSpPr txBox="1"/>
          <p:nvPr/>
        </p:nvSpPr>
        <p:spPr>
          <a:xfrm>
            <a:off x="532991" y="1521726"/>
            <a:ext cx="11104481" cy="477054"/>
          </a:xfrm>
          <a:prstGeom prst="rect">
            <a:avLst/>
          </a:prstGeom>
          <a:noFill/>
        </p:spPr>
        <p:txBody>
          <a:bodyPr wrap="square" rtlCol="0">
            <a:spAutoFit/>
          </a:bodyPr>
          <a:lstStyle/>
          <a:p>
            <a:pPr algn="just"/>
            <a:r>
              <a:rPr lang="en-US" sz="2500" b="1" i="0" dirty="0">
                <a:solidFill>
                  <a:srgbClr val="484848"/>
                </a:solidFill>
                <a:effectLst/>
                <a:latin typeface="Nunito Sans" pitchFamily="2" charset="0"/>
                <a:cs typeface="Heebo" panose="020B0604020202020204" pitchFamily="2" charset="-79"/>
              </a:rPr>
              <a:t>Example:</a:t>
            </a:r>
            <a:endParaRPr lang="en-US" sz="2500" i="0" dirty="0">
              <a:solidFill>
                <a:srgbClr val="484848"/>
              </a:solidFill>
              <a:effectLst/>
              <a:latin typeface="Nunito Sans" pitchFamily="2" charset="0"/>
            </a:endParaRPr>
          </a:p>
        </p:txBody>
      </p:sp>
      <p:sp>
        <p:nvSpPr>
          <p:cNvPr id="2" name="Rectangle 1">
            <a:extLst>
              <a:ext uri="{FF2B5EF4-FFF2-40B4-BE49-F238E27FC236}">
                <a16:creationId xmlns:a16="http://schemas.microsoft.com/office/drawing/2014/main" id="{F36EAF8B-201A-9C39-DAA3-11DD4D7AF4DF}"/>
              </a:ext>
            </a:extLst>
          </p:cNvPr>
          <p:cNvSpPr/>
          <p:nvPr/>
        </p:nvSpPr>
        <p:spPr>
          <a:xfrm>
            <a:off x="2101573" y="3113274"/>
            <a:ext cx="1219200" cy="685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2AF8625B-E6C9-E8C1-2B73-E2543E742810}"/>
              </a:ext>
            </a:extLst>
          </p:cNvPr>
          <p:cNvSpPr/>
          <p:nvPr/>
        </p:nvSpPr>
        <p:spPr>
          <a:xfrm>
            <a:off x="3757114" y="3114411"/>
            <a:ext cx="1219200" cy="685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089F79D-0FF7-FF93-1E48-B1DA353C6C32}"/>
              </a:ext>
            </a:extLst>
          </p:cNvPr>
          <p:cNvSpPr/>
          <p:nvPr/>
        </p:nvSpPr>
        <p:spPr>
          <a:xfrm>
            <a:off x="5428768" y="3124200"/>
            <a:ext cx="1219200" cy="685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FDFE2DDB-7A56-0431-7848-17BB25FF6B54}"/>
              </a:ext>
            </a:extLst>
          </p:cNvPr>
          <p:cNvSpPr/>
          <p:nvPr/>
        </p:nvSpPr>
        <p:spPr>
          <a:xfrm>
            <a:off x="7091346" y="3094494"/>
            <a:ext cx="1219200" cy="685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B3BB0E73-A0C0-38B4-03F1-FFED514596BA}"/>
              </a:ext>
            </a:extLst>
          </p:cNvPr>
          <p:cNvSpPr/>
          <p:nvPr/>
        </p:nvSpPr>
        <p:spPr>
          <a:xfrm>
            <a:off x="8763000" y="3068933"/>
            <a:ext cx="1219200" cy="685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EA8A3A8B-4539-E875-5586-D13E6E6E7ADD}"/>
              </a:ext>
            </a:extLst>
          </p:cNvPr>
          <p:cNvSpPr txBox="1"/>
          <p:nvPr/>
        </p:nvSpPr>
        <p:spPr>
          <a:xfrm>
            <a:off x="533400" y="4168914"/>
            <a:ext cx="1202573" cy="707886"/>
          </a:xfrm>
          <a:prstGeom prst="rect">
            <a:avLst/>
          </a:prstGeom>
          <a:noFill/>
        </p:spPr>
        <p:txBody>
          <a:bodyPr wrap="none" rtlCol="0">
            <a:spAutoFit/>
          </a:bodyPr>
          <a:lstStyle/>
          <a:p>
            <a:r>
              <a:rPr lang="en-US" sz="2000" b="1" dirty="0">
                <a:latin typeface="Nunito Sans" pitchFamily="2" charset="0"/>
              </a:rPr>
              <a:t>Front</a:t>
            </a:r>
          </a:p>
          <a:p>
            <a:r>
              <a:rPr lang="en-US" sz="2000" b="1" dirty="0">
                <a:latin typeface="Nunito Sans" pitchFamily="2" charset="0"/>
              </a:rPr>
              <a:t>Deletion</a:t>
            </a:r>
          </a:p>
        </p:txBody>
      </p:sp>
      <p:sp>
        <p:nvSpPr>
          <p:cNvPr id="9" name="TextBox 8">
            <a:extLst>
              <a:ext uri="{FF2B5EF4-FFF2-40B4-BE49-F238E27FC236}">
                <a16:creationId xmlns:a16="http://schemas.microsoft.com/office/drawing/2014/main" id="{0820E342-21A4-1E26-631A-DC27C170CCB8}"/>
              </a:ext>
            </a:extLst>
          </p:cNvPr>
          <p:cNvSpPr txBox="1"/>
          <p:nvPr/>
        </p:nvSpPr>
        <p:spPr>
          <a:xfrm>
            <a:off x="10462619" y="4168914"/>
            <a:ext cx="1234633" cy="707886"/>
          </a:xfrm>
          <a:prstGeom prst="rect">
            <a:avLst/>
          </a:prstGeom>
          <a:noFill/>
        </p:spPr>
        <p:txBody>
          <a:bodyPr wrap="none" rtlCol="0">
            <a:spAutoFit/>
          </a:bodyPr>
          <a:lstStyle/>
          <a:p>
            <a:r>
              <a:rPr lang="en-US" sz="2000" b="1" dirty="0">
                <a:latin typeface="Nunito Sans" pitchFamily="2" charset="0"/>
              </a:rPr>
              <a:t>Rear</a:t>
            </a:r>
          </a:p>
          <a:p>
            <a:r>
              <a:rPr lang="en-US" sz="2000" b="1" dirty="0">
                <a:latin typeface="Nunito Sans" pitchFamily="2" charset="0"/>
              </a:rPr>
              <a:t>Insertion</a:t>
            </a:r>
          </a:p>
        </p:txBody>
      </p:sp>
      <p:cxnSp>
        <p:nvCxnSpPr>
          <p:cNvPr id="13" name="Straight Connector 12">
            <a:extLst>
              <a:ext uri="{FF2B5EF4-FFF2-40B4-BE49-F238E27FC236}">
                <a16:creationId xmlns:a16="http://schemas.microsoft.com/office/drawing/2014/main" id="{303D938C-A830-EA1A-DDD3-E0766D1780CC}"/>
              </a:ext>
            </a:extLst>
          </p:cNvPr>
          <p:cNvCxnSpPr>
            <a:cxnSpLocks/>
          </p:cNvCxnSpPr>
          <p:nvPr/>
        </p:nvCxnSpPr>
        <p:spPr>
          <a:xfrm>
            <a:off x="1066800" y="3581400"/>
            <a:ext cx="914400" cy="0"/>
          </a:xfrm>
          <a:prstGeom prst="line">
            <a:avLst/>
          </a:prstGeom>
        </p:spPr>
        <p:style>
          <a:lnRef idx="2">
            <a:schemeClr val="dk1"/>
          </a:lnRef>
          <a:fillRef idx="0">
            <a:schemeClr val="dk1"/>
          </a:fillRef>
          <a:effectRef idx="1">
            <a:schemeClr val="dk1"/>
          </a:effectRef>
          <a:fontRef idx="minor">
            <a:schemeClr val="tx1"/>
          </a:fontRef>
        </p:style>
      </p:cxnSp>
      <p:cxnSp>
        <p:nvCxnSpPr>
          <p:cNvPr id="15" name="Straight Connector 14">
            <a:extLst>
              <a:ext uri="{FF2B5EF4-FFF2-40B4-BE49-F238E27FC236}">
                <a16:creationId xmlns:a16="http://schemas.microsoft.com/office/drawing/2014/main" id="{5E3018D6-6A81-7551-5246-5F319AA12340}"/>
              </a:ext>
            </a:extLst>
          </p:cNvPr>
          <p:cNvCxnSpPr>
            <a:cxnSpLocks/>
          </p:cNvCxnSpPr>
          <p:nvPr/>
        </p:nvCxnSpPr>
        <p:spPr>
          <a:xfrm>
            <a:off x="10134600" y="3581400"/>
            <a:ext cx="914400" cy="0"/>
          </a:xfrm>
          <a:prstGeom prst="line">
            <a:avLst/>
          </a:prstGeom>
        </p:spPr>
        <p:style>
          <a:lnRef idx="2">
            <a:schemeClr val="dk1"/>
          </a:lnRef>
          <a:fillRef idx="0">
            <a:schemeClr val="dk1"/>
          </a:fillRef>
          <a:effectRef idx="1">
            <a:schemeClr val="dk1"/>
          </a:effectRef>
          <a:fontRef idx="minor">
            <a:schemeClr val="tx1"/>
          </a:fontRef>
        </p:style>
      </p:cxnSp>
      <p:cxnSp>
        <p:nvCxnSpPr>
          <p:cNvPr id="17" name="Straight Arrow Connector 16">
            <a:extLst>
              <a:ext uri="{FF2B5EF4-FFF2-40B4-BE49-F238E27FC236}">
                <a16:creationId xmlns:a16="http://schemas.microsoft.com/office/drawing/2014/main" id="{A7F937B6-7646-ACFE-921D-CE90F122A057}"/>
              </a:ext>
            </a:extLst>
          </p:cNvPr>
          <p:cNvCxnSpPr>
            <a:cxnSpLocks/>
          </p:cNvCxnSpPr>
          <p:nvPr/>
        </p:nvCxnSpPr>
        <p:spPr>
          <a:xfrm>
            <a:off x="1066800" y="3581400"/>
            <a:ext cx="0" cy="6858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0" name="Straight Arrow Connector 19">
            <a:extLst>
              <a:ext uri="{FF2B5EF4-FFF2-40B4-BE49-F238E27FC236}">
                <a16:creationId xmlns:a16="http://schemas.microsoft.com/office/drawing/2014/main" id="{5F51788D-40A8-9E1E-2B72-22347AF621CA}"/>
              </a:ext>
            </a:extLst>
          </p:cNvPr>
          <p:cNvCxnSpPr>
            <a:cxnSpLocks/>
          </p:cNvCxnSpPr>
          <p:nvPr/>
        </p:nvCxnSpPr>
        <p:spPr>
          <a:xfrm>
            <a:off x="11049000" y="3581400"/>
            <a:ext cx="0" cy="6858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1" name="TextBox 20">
            <a:extLst>
              <a:ext uri="{FF2B5EF4-FFF2-40B4-BE49-F238E27FC236}">
                <a16:creationId xmlns:a16="http://schemas.microsoft.com/office/drawing/2014/main" id="{85012B5C-5D2A-FC8C-FC44-64AA4E94CAFE}"/>
              </a:ext>
            </a:extLst>
          </p:cNvPr>
          <p:cNvSpPr txBox="1"/>
          <p:nvPr/>
        </p:nvSpPr>
        <p:spPr>
          <a:xfrm>
            <a:off x="457200" y="2209800"/>
            <a:ext cx="1064715" cy="400110"/>
          </a:xfrm>
          <a:prstGeom prst="rect">
            <a:avLst/>
          </a:prstGeom>
          <a:noFill/>
        </p:spPr>
        <p:txBody>
          <a:bodyPr wrap="none" rtlCol="0">
            <a:spAutoFit/>
          </a:bodyPr>
          <a:lstStyle/>
          <a:p>
            <a:r>
              <a:rPr lang="en-US" sz="2000" b="1" dirty="0">
                <a:latin typeface="Nunito Sans" pitchFamily="2" charset="0"/>
              </a:rPr>
              <a:t>Priority</a:t>
            </a:r>
          </a:p>
        </p:txBody>
      </p:sp>
      <p:sp>
        <p:nvSpPr>
          <p:cNvPr id="22" name="TextBox 21">
            <a:extLst>
              <a:ext uri="{FF2B5EF4-FFF2-40B4-BE49-F238E27FC236}">
                <a16:creationId xmlns:a16="http://schemas.microsoft.com/office/drawing/2014/main" id="{AD78F911-A26D-D1A2-E31A-570DD4F71481}"/>
              </a:ext>
            </a:extLst>
          </p:cNvPr>
          <p:cNvSpPr txBox="1"/>
          <p:nvPr/>
        </p:nvSpPr>
        <p:spPr>
          <a:xfrm>
            <a:off x="2438400" y="2209800"/>
            <a:ext cx="381000" cy="477054"/>
          </a:xfrm>
          <a:prstGeom prst="rect">
            <a:avLst/>
          </a:prstGeom>
          <a:noFill/>
        </p:spPr>
        <p:txBody>
          <a:bodyPr wrap="square" rtlCol="0">
            <a:spAutoFit/>
          </a:bodyPr>
          <a:lstStyle/>
          <a:p>
            <a:r>
              <a:rPr lang="en-US" sz="2500" b="1" dirty="0">
                <a:latin typeface="Nunito Sans" pitchFamily="2" charset="0"/>
              </a:rPr>
              <a:t>1  </a:t>
            </a:r>
          </a:p>
        </p:txBody>
      </p:sp>
      <p:sp>
        <p:nvSpPr>
          <p:cNvPr id="23" name="TextBox 22">
            <a:extLst>
              <a:ext uri="{FF2B5EF4-FFF2-40B4-BE49-F238E27FC236}">
                <a16:creationId xmlns:a16="http://schemas.microsoft.com/office/drawing/2014/main" id="{8C26B345-A3EB-5A03-DE3F-B849D8440BF5}"/>
              </a:ext>
            </a:extLst>
          </p:cNvPr>
          <p:cNvSpPr txBox="1"/>
          <p:nvPr/>
        </p:nvSpPr>
        <p:spPr>
          <a:xfrm>
            <a:off x="4114800" y="2209800"/>
            <a:ext cx="381000" cy="477054"/>
          </a:xfrm>
          <a:prstGeom prst="rect">
            <a:avLst/>
          </a:prstGeom>
          <a:noFill/>
        </p:spPr>
        <p:txBody>
          <a:bodyPr wrap="square" rtlCol="0">
            <a:spAutoFit/>
          </a:bodyPr>
          <a:lstStyle/>
          <a:p>
            <a:r>
              <a:rPr lang="en-US" sz="2500" b="1" dirty="0">
                <a:latin typeface="Nunito Sans" pitchFamily="2" charset="0"/>
              </a:rPr>
              <a:t>2  </a:t>
            </a:r>
          </a:p>
        </p:txBody>
      </p:sp>
      <p:sp>
        <p:nvSpPr>
          <p:cNvPr id="24" name="TextBox 23">
            <a:extLst>
              <a:ext uri="{FF2B5EF4-FFF2-40B4-BE49-F238E27FC236}">
                <a16:creationId xmlns:a16="http://schemas.microsoft.com/office/drawing/2014/main" id="{72FBB923-BB54-A669-8F30-5E2627976C13}"/>
              </a:ext>
            </a:extLst>
          </p:cNvPr>
          <p:cNvSpPr txBox="1"/>
          <p:nvPr/>
        </p:nvSpPr>
        <p:spPr>
          <a:xfrm>
            <a:off x="5791200" y="2209800"/>
            <a:ext cx="381000" cy="477054"/>
          </a:xfrm>
          <a:prstGeom prst="rect">
            <a:avLst/>
          </a:prstGeom>
          <a:noFill/>
        </p:spPr>
        <p:txBody>
          <a:bodyPr wrap="square" rtlCol="0">
            <a:spAutoFit/>
          </a:bodyPr>
          <a:lstStyle/>
          <a:p>
            <a:r>
              <a:rPr lang="en-US" sz="2500" b="1" dirty="0">
                <a:latin typeface="Nunito Sans" pitchFamily="2" charset="0"/>
              </a:rPr>
              <a:t>3  </a:t>
            </a:r>
          </a:p>
        </p:txBody>
      </p:sp>
      <p:sp>
        <p:nvSpPr>
          <p:cNvPr id="25" name="TextBox 24">
            <a:extLst>
              <a:ext uri="{FF2B5EF4-FFF2-40B4-BE49-F238E27FC236}">
                <a16:creationId xmlns:a16="http://schemas.microsoft.com/office/drawing/2014/main" id="{8CB26817-5612-CE09-E65C-F940C8A0F079}"/>
              </a:ext>
            </a:extLst>
          </p:cNvPr>
          <p:cNvSpPr txBox="1"/>
          <p:nvPr/>
        </p:nvSpPr>
        <p:spPr>
          <a:xfrm>
            <a:off x="7423427" y="2209800"/>
            <a:ext cx="425173" cy="477054"/>
          </a:xfrm>
          <a:prstGeom prst="rect">
            <a:avLst/>
          </a:prstGeom>
          <a:noFill/>
        </p:spPr>
        <p:txBody>
          <a:bodyPr wrap="square" rtlCol="0">
            <a:spAutoFit/>
          </a:bodyPr>
          <a:lstStyle/>
          <a:p>
            <a:r>
              <a:rPr lang="en-US" sz="2500" b="1" dirty="0">
                <a:latin typeface="Nunito Sans" pitchFamily="2" charset="0"/>
              </a:rPr>
              <a:t>4  </a:t>
            </a:r>
          </a:p>
        </p:txBody>
      </p:sp>
      <p:sp>
        <p:nvSpPr>
          <p:cNvPr id="26" name="TextBox 25">
            <a:extLst>
              <a:ext uri="{FF2B5EF4-FFF2-40B4-BE49-F238E27FC236}">
                <a16:creationId xmlns:a16="http://schemas.microsoft.com/office/drawing/2014/main" id="{BEC4B86B-82E8-BCCC-4EEC-88483DF79C6F}"/>
              </a:ext>
            </a:extLst>
          </p:cNvPr>
          <p:cNvSpPr txBox="1"/>
          <p:nvPr/>
        </p:nvSpPr>
        <p:spPr>
          <a:xfrm>
            <a:off x="9144000" y="2209800"/>
            <a:ext cx="381000" cy="477054"/>
          </a:xfrm>
          <a:prstGeom prst="rect">
            <a:avLst/>
          </a:prstGeom>
          <a:noFill/>
        </p:spPr>
        <p:txBody>
          <a:bodyPr wrap="square" rtlCol="0">
            <a:spAutoFit/>
          </a:bodyPr>
          <a:lstStyle/>
          <a:p>
            <a:r>
              <a:rPr lang="en-US" sz="2500" b="1" dirty="0">
                <a:latin typeface="Nunito Sans" pitchFamily="2" charset="0"/>
              </a:rPr>
              <a:t>5  </a:t>
            </a:r>
          </a:p>
        </p:txBody>
      </p:sp>
      <p:sp>
        <p:nvSpPr>
          <p:cNvPr id="27" name="TextBox 26">
            <a:extLst>
              <a:ext uri="{FF2B5EF4-FFF2-40B4-BE49-F238E27FC236}">
                <a16:creationId xmlns:a16="http://schemas.microsoft.com/office/drawing/2014/main" id="{477FCB49-E097-1FB9-2C26-40CEB3BF3A97}"/>
              </a:ext>
            </a:extLst>
          </p:cNvPr>
          <p:cNvSpPr txBox="1"/>
          <p:nvPr/>
        </p:nvSpPr>
        <p:spPr>
          <a:xfrm>
            <a:off x="533400" y="5334000"/>
            <a:ext cx="9890849" cy="861774"/>
          </a:xfrm>
          <a:prstGeom prst="rect">
            <a:avLst/>
          </a:prstGeom>
          <a:noFill/>
        </p:spPr>
        <p:txBody>
          <a:bodyPr wrap="none" rtlCol="0">
            <a:spAutoFit/>
          </a:bodyPr>
          <a:lstStyle/>
          <a:p>
            <a:r>
              <a:rPr lang="en-US" sz="2500" dirty="0">
                <a:latin typeface="Nunito Sans" pitchFamily="2" charset="0"/>
              </a:rPr>
              <a:t>The priority of the elements in the priority queue will determine the </a:t>
            </a:r>
          </a:p>
          <a:p>
            <a:r>
              <a:rPr lang="en-US" sz="2500" dirty="0">
                <a:latin typeface="Nunito Sans" pitchFamily="2" charset="0"/>
              </a:rPr>
              <a:t>order of  removal of the data elements.</a:t>
            </a:r>
          </a:p>
        </p:txBody>
      </p:sp>
      <p:pic>
        <p:nvPicPr>
          <p:cNvPr id="12" name="Picture 11">
            <a:extLst>
              <a:ext uri="{FF2B5EF4-FFF2-40B4-BE49-F238E27FC236}">
                <a16:creationId xmlns:a16="http://schemas.microsoft.com/office/drawing/2014/main" id="{7BD164EE-87A9-855B-409C-E466167FC8E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3574662024"/>
      </p:ext>
    </p:extLst>
  </p:cSld>
  <p:clrMapOvr>
    <a:masterClrMapping/>
  </p:clrMapOvr>
  <p:transition spd="slow">
    <p:push dir="u"/>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pPr marL="0" marR="0">
              <a:lnSpc>
                <a:spcPct val="107000"/>
              </a:lnSpc>
              <a:spcBef>
                <a:spcPts val="0"/>
              </a:spcBef>
              <a:spcAft>
                <a:spcPts val="800"/>
              </a:spcAft>
            </a:pPr>
            <a:r>
              <a:rPr lang="en-IN" sz="2000" b="1" dirty="0">
                <a:effectLst/>
                <a:latin typeface="Courier New" panose="02070309020205020404" pitchFamily="49" charset="0"/>
                <a:ea typeface="Calibri" panose="020F0502020204030204" pitchFamily="34" charset="0"/>
                <a:cs typeface="Courier New" panose="02070309020205020404" pitchFamily="49" charset="0"/>
              </a:rPr>
              <a:t>import </a:t>
            </a:r>
            <a:r>
              <a:rPr lang="en-IN" sz="2000" b="1" dirty="0" err="1">
                <a:effectLst/>
                <a:latin typeface="Courier New" panose="02070309020205020404" pitchFamily="49" charset="0"/>
                <a:ea typeface="Calibri" panose="020F0502020204030204" pitchFamily="34" charset="0"/>
                <a:cs typeface="Courier New" panose="02070309020205020404" pitchFamily="49" charset="0"/>
              </a:rPr>
              <a:t>java.util</a:t>
            </a:r>
            <a:r>
              <a:rPr lang="en-IN" sz="2000" b="1" dirty="0">
                <a:effectLst/>
                <a:latin typeface="Courier New" panose="02070309020205020404" pitchFamily="49" charset="0"/>
                <a:ea typeface="Calibri" panose="020F0502020204030204" pitchFamily="34" charset="0"/>
                <a:cs typeface="Courier New" panose="02070309020205020404" pitchFamily="49" charset="0"/>
              </a:rPr>
              <a:t>.*;</a:t>
            </a:r>
            <a:endParaRPr lang="en-US" sz="2000" b="1" dirty="0">
              <a:effectLst/>
              <a:latin typeface="Courier New" panose="02070309020205020404" pitchFamily="49" charset="0"/>
              <a:ea typeface="Calibri" panose="020F0502020204030204" pitchFamily="34" charset="0"/>
              <a:cs typeface="Courier New" panose="02070309020205020404" pitchFamily="49" charset="0"/>
            </a:endParaRPr>
          </a:p>
          <a:p>
            <a:pPr marL="0" marR="0">
              <a:lnSpc>
                <a:spcPct val="107000"/>
              </a:lnSpc>
              <a:spcBef>
                <a:spcPts val="0"/>
              </a:spcBef>
              <a:spcAft>
                <a:spcPts val="800"/>
              </a:spcAft>
            </a:pPr>
            <a:r>
              <a:rPr lang="en-IN" sz="2000" b="1" dirty="0">
                <a:effectLst/>
                <a:latin typeface="Courier New" panose="02070309020205020404" pitchFamily="49" charset="0"/>
                <a:ea typeface="Calibri" panose="020F0502020204030204" pitchFamily="34" charset="0"/>
                <a:cs typeface="Courier New" panose="02070309020205020404" pitchFamily="49" charset="0"/>
              </a:rPr>
              <a:t>class Main {</a:t>
            </a:r>
            <a:endParaRPr lang="en-US" sz="2000" b="1" dirty="0">
              <a:effectLst/>
              <a:latin typeface="Courier New" panose="02070309020205020404" pitchFamily="49" charset="0"/>
              <a:ea typeface="Calibri" panose="020F0502020204030204" pitchFamily="34" charset="0"/>
              <a:cs typeface="Courier New" panose="02070309020205020404" pitchFamily="49" charset="0"/>
            </a:endParaRPr>
          </a:p>
          <a:p>
            <a:pPr marL="0" marR="0">
              <a:lnSpc>
                <a:spcPct val="107000"/>
              </a:lnSpc>
              <a:spcBef>
                <a:spcPts val="0"/>
              </a:spcBef>
              <a:spcAft>
                <a:spcPts val="800"/>
              </a:spcAft>
            </a:pPr>
            <a:r>
              <a:rPr lang="en-IN" sz="2000" b="1" dirty="0">
                <a:effectLst/>
                <a:latin typeface="Courier New" panose="02070309020205020404" pitchFamily="49" charset="0"/>
                <a:ea typeface="Calibri" panose="020F0502020204030204" pitchFamily="34" charset="0"/>
                <a:cs typeface="Courier New" panose="02070309020205020404" pitchFamily="49" charset="0"/>
              </a:rPr>
              <a:t>    static class Node {</a:t>
            </a:r>
            <a:endParaRPr lang="en-US" sz="2000" b="1" dirty="0">
              <a:effectLst/>
              <a:latin typeface="Courier New" panose="02070309020205020404" pitchFamily="49" charset="0"/>
              <a:ea typeface="Calibri" panose="020F0502020204030204" pitchFamily="34" charset="0"/>
              <a:cs typeface="Courier New" panose="02070309020205020404" pitchFamily="49" charset="0"/>
            </a:endParaRPr>
          </a:p>
          <a:p>
            <a:pPr marL="0" marR="0">
              <a:lnSpc>
                <a:spcPct val="107000"/>
              </a:lnSpc>
              <a:spcBef>
                <a:spcPts val="0"/>
              </a:spcBef>
              <a:spcAft>
                <a:spcPts val="800"/>
              </a:spcAft>
            </a:pPr>
            <a:r>
              <a:rPr lang="en-IN" sz="2000" b="1" dirty="0">
                <a:effectLst/>
                <a:latin typeface="Courier New" panose="02070309020205020404" pitchFamily="49" charset="0"/>
                <a:ea typeface="Calibri" panose="020F0502020204030204" pitchFamily="34" charset="0"/>
                <a:cs typeface="Courier New" panose="02070309020205020404" pitchFamily="49" charset="0"/>
              </a:rPr>
              <a:t>        int data;</a:t>
            </a:r>
            <a:endParaRPr lang="en-US" sz="2000" b="1" dirty="0">
              <a:effectLst/>
              <a:latin typeface="Courier New" panose="02070309020205020404" pitchFamily="49" charset="0"/>
              <a:ea typeface="Calibri" panose="020F0502020204030204" pitchFamily="34" charset="0"/>
              <a:cs typeface="Courier New" panose="02070309020205020404" pitchFamily="49" charset="0"/>
            </a:endParaRPr>
          </a:p>
          <a:p>
            <a:pPr marL="0" marR="0">
              <a:lnSpc>
                <a:spcPct val="107000"/>
              </a:lnSpc>
              <a:spcBef>
                <a:spcPts val="0"/>
              </a:spcBef>
              <a:spcAft>
                <a:spcPts val="800"/>
              </a:spcAft>
            </a:pPr>
            <a:r>
              <a:rPr lang="en-IN" sz="2000" b="1" dirty="0">
                <a:effectLst/>
                <a:latin typeface="Courier New" panose="02070309020205020404" pitchFamily="49" charset="0"/>
                <a:ea typeface="Calibri" panose="020F0502020204030204" pitchFamily="34" charset="0"/>
                <a:cs typeface="Courier New" panose="02070309020205020404" pitchFamily="49" charset="0"/>
              </a:rPr>
              <a:t>        int priority;</a:t>
            </a:r>
            <a:endParaRPr lang="en-US" sz="2000" b="1" dirty="0">
              <a:effectLst/>
              <a:latin typeface="Courier New" panose="02070309020205020404" pitchFamily="49" charset="0"/>
              <a:ea typeface="Calibri" panose="020F0502020204030204" pitchFamily="34" charset="0"/>
              <a:cs typeface="Courier New" panose="02070309020205020404" pitchFamily="49" charset="0"/>
            </a:endParaRPr>
          </a:p>
          <a:p>
            <a:pPr marL="0" marR="0">
              <a:lnSpc>
                <a:spcPct val="107000"/>
              </a:lnSpc>
              <a:spcBef>
                <a:spcPts val="0"/>
              </a:spcBef>
              <a:spcAft>
                <a:spcPts val="800"/>
              </a:spcAft>
            </a:pPr>
            <a:r>
              <a:rPr lang="en-IN" sz="2000" b="1" dirty="0">
                <a:effectLst/>
                <a:latin typeface="Courier New" panose="02070309020205020404" pitchFamily="49" charset="0"/>
                <a:ea typeface="Calibri" panose="020F0502020204030204" pitchFamily="34" charset="0"/>
                <a:cs typeface="Courier New" panose="02070309020205020404" pitchFamily="49" charset="0"/>
              </a:rPr>
              <a:t>        Node next, </a:t>
            </a:r>
            <a:r>
              <a:rPr lang="en-IN" sz="2000" b="1" dirty="0" err="1">
                <a:effectLst/>
                <a:latin typeface="Courier New" panose="02070309020205020404" pitchFamily="49" charset="0"/>
                <a:ea typeface="Calibri" panose="020F0502020204030204" pitchFamily="34" charset="0"/>
                <a:cs typeface="Courier New" panose="02070309020205020404" pitchFamily="49" charset="0"/>
              </a:rPr>
              <a:t>prev</a:t>
            </a:r>
            <a:r>
              <a:rPr lang="en-IN" sz="2000" b="1" dirty="0">
                <a:effectLst/>
                <a:latin typeface="Courier New" panose="02070309020205020404" pitchFamily="49" charset="0"/>
                <a:ea typeface="Calibri" panose="020F0502020204030204" pitchFamily="34" charset="0"/>
                <a:cs typeface="Courier New" panose="02070309020205020404" pitchFamily="49" charset="0"/>
              </a:rPr>
              <a:t>;</a:t>
            </a:r>
            <a:endParaRPr lang="en-US" sz="2000" b="1" dirty="0">
              <a:effectLst/>
              <a:latin typeface="Courier New" panose="02070309020205020404" pitchFamily="49" charset="0"/>
              <a:ea typeface="Calibri" panose="020F0502020204030204" pitchFamily="34" charset="0"/>
              <a:cs typeface="Courier New" panose="02070309020205020404" pitchFamily="49" charset="0"/>
            </a:endParaRPr>
          </a:p>
          <a:p>
            <a:pPr marL="0" marR="0">
              <a:lnSpc>
                <a:spcPct val="107000"/>
              </a:lnSpc>
              <a:spcBef>
                <a:spcPts val="0"/>
              </a:spcBef>
              <a:spcAft>
                <a:spcPts val="800"/>
              </a:spcAft>
            </a:pPr>
            <a:r>
              <a:rPr lang="en-IN" sz="2000" b="1" dirty="0">
                <a:effectLst/>
                <a:latin typeface="Courier New" panose="02070309020205020404" pitchFamily="49" charset="0"/>
                <a:ea typeface="Calibri" panose="020F0502020204030204" pitchFamily="34" charset="0"/>
                <a:cs typeface="Courier New" panose="02070309020205020404" pitchFamily="49" charset="0"/>
              </a:rPr>
              <a:t>        public Node(int data, int priority) {</a:t>
            </a:r>
            <a:endParaRPr lang="en-US" sz="2000" b="1" dirty="0">
              <a:effectLst/>
              <a:latin typeface="Courier New" panose="02070309020205020404" pitchFamily="49" charset="0"/>
              <a:ea typeface="Calibri" panose="020F0502020204030204" pitchFamily="34" charset="0"/>
              <a:cs typeface="Courier New" panose="02070309020205020404" pitchFamily="49" charset="0"/>
            </a:endParaRPr>
          </a:p>
          <a:p>
            <a:pPr marL="0" marR="0">
              <a:lnSpc>
                <a:spcPct val="107000"/>
              </a:lnSpc>
              <a:spcBef>
                <a:spcPts val="0"/>
              </a:spcBef>
              <a:spcAft>
                <a:spcPts val="800"/>
              </a:spcAft>
            </a:pPr>
            <a:r>
              <a:rPr lang="en-IN" sz="2000" b="1" dirty="0">
                <a:effectLst/>
                <a:latin typeface="Courier New" panose="02070309020205020404" pitchFamily="49" charset="0"/>
                <a:ea typeface="Calibri" panose="020F0502020204030204" pitchFamily="34" charset="0"/>
                <a:cs typeface="Courier New" panose="02070309020205020404" pitchFamily="49" charset="0"/>
              </a:rPr>
              <a:t>            </a:t>
            </a:r>
            <a:r>
              <a:rPr lang="en-IN" sz="2000" b="1" dirty="0" err="1">
                <a:effectLst/>
                <a:latin typeface="Courier New" panose="02070309020205020404" pitchFamily="49" charset="0"/>
                <a:ea typeface="Calibri" panose="020F0502020204030204" pitchFamily="34" charset="0"/>
                <a:cs typeface="Courier New" panose="02070309020205020404" pitchFamily="49" charset="0"/>
              </a:rPr>
              <a:t>this.data</a:t>
            </a:r>
            <a:r>
              <a:rPr lang="en-IN" sz="2000" b="1" dirty="0">
                <a:effectLst/>
                <a:latin typeface="Courier New" panose="02070309020205020404" pitchFamily="49" charset="0"/>
                <a:ea typeface="Calibri" panose="020F0502020204030204" pitchFamily="34" charset="0"/>
                <a:cs typeface="Courier New" panose="02070309020205020404" pitchFamily="49" charset="0"/>
              </a:rPr>
              <a:t> = data;</a:t>
            </a:r>
            <a:endParaRPr lang="en-US" sz="2000" b="1" dirty="0">
              <a:effectLst/>
              <a:latin typeface="Courier New" panose="02070309020205020404" pitchFamily="49" charset="0"/>
              <a:ea typeface="Calibri" panose="020F0502020204030204" pitchFamily="34" charset="0"/>
              <a:cs typeface="Courier New" panose="02070309020205020404" pitchFamily="49" charset="0"/>
            </a:endParaRPr>
          </a:p>
          <a:p>
            <a:pPr marL="0" marR="0">
              <a:lnSpc>
                <a:spcPct val="107000"/>
              </a:lnSpc>
              <a:spcBef>
                <a:spcPts val="0"/>
              </a:spcBef>
              <a:spcAft>
                <a:spcPts val="800"/>
              </a:spcAft>
            </a:pPr>
            <a:r>
              <a:rPr lang="en-IN" sz="2000" b="1" dirty="0">
                <a:effectLst/>
                <a:latin typeface="Courier New" panose="02070309020205020404" pitchFamily="49" charset="0"/>
                <a:ea typeface="Calibri" panose="020F0502020204030204" pitchFamily="34" charset="0"/>
                <a:cs typeface="Courier New" panose="02070309020205020404" pitchFamily="49" charset="0"/>
              </a:rPr>
              <a:t>            </a:t>
            </a:r>
            <a:r>
              <a:rPr lang="en-IN" sz="2000" b="1" dirty="0" err="1">
                <a:effectLst/>
                <a:latin typeface="Courier New" panose="02070309020205020404" pitchFamily="49" charset="0"/>
                <a:ea typeface="Calibri" panose="020F0502020204030204" pitchFamily="34" charset="0"/>
                <a:cs typeface="Courier New" panose="02070309020205020404" pitchFamily="49" charset="0"/>
              </a:rPr>
              <a:t>this.priority</a:t>
            </a:r>
            <a:r>
              <a:rPr lang="en-IN" sz="2000" b="1" dirty="0">
                <a:effectLst/>
                <a:latin typeface="Courier New" panose="02070309020205020404" pitchFamily="49" charset="0"/>
                <a:ea typeface="Calibri" panose="020F0502020204030204" pitchFamily="34" charset="0"/>
                <a:cs typeface="Courier New" panose="02070309020205020404" pitchFamily="49" charset="0"/>
              </a:rPr>
              <a:t> = priority;</a:t>
            </a:r>
            <a:endParaRPr lang="en-US" sz="2000" b="1" dirty="0">
              <a:effectLst/>
              <a:latin typeface="Courier New" panose="02070309020205020404" pitchFamily="49" charset="0"/>
              <a:ea typeface="Calibri" panose="020F0502020204030204" pitchFamily="34" charset="0"/>
              <a:cs typeface="Courier New" panose="02070309020205020404" pitchFamily="49" charset="0"/>
            </a:endParaRPr>
          </a:p>
          <a:p>
            <a:pPr marL="0" marR="0">
              <a:lnSpc>
                <a:spcPct val="107000"/>
              </a:lnSpc>
              <a:spcBef>
                <a:spcPts val="0"/>
              </a:spcBef>
              <a:spcAft>
                <a:spcPts val="800"/>
              </a:spcAft>
            </a:pPr>
            <a:r>
              <a:rPr lang="en-IN" sz="2000" b="1" dirty="0">
                <a:effectLst/>
                <a:latin typeface="Courier New" panose="02070309020205020404" pitchFamily="49" charset="0"/>
                <a:ea typeface="Calibri" panose="020F0502020204030204" pitchFamily="34" charset="0"/>
                <a:cs typeface="Courier New" panose="02070309020205020404" pitchFamily="49" charset="0"/>
              </a:rPr>
              <a:t>        }</a:t>
            </a:r>
            <a:endParaRPr lang="en-US" sz="2000" b="1" dirty="0">
              <a:effectLst/>
              <a:latin typeface="Courier New" panose="02070309020205020404" pitchFamily="49" charset="0"/>
              <a:ea typeface="Calibri" panose="020F0502020204030204" pitchFamily="34" charset="0"/>
              <a:cs typeface="Courier New" panose="02070309020205020404" pitchFamily="49" charset="0"/>
            </a:endParaRPr>
          </a:p>
          <a:p>
            <a:pPr marL="0" marR="0">
              <a:lnSpc>
                <a:spcPct val="107000"/>
              </a:lnSpc>
              <a:spcBef>
                <a:spcPts val="0"/>
              </a:spcBef>
              <a:spcAft>
                <a:spcPts val="800"/>
              </a:spcAft>
            </a:pPr>
            <a:r>
              <a:rPr lang="en-IN" sz="2000" b="1" dirty="0">
                <a:effectLst/>
                <a:latin typeface="Courier New" panose="02070309020205020404" pitchFamily="49" charset="0"/>
                <a:ea typeface="Calibri" panose="020F0502020204030204" pitchFamily="34" charset="0"/>
                <a:cs typeface="Courier New" panose="02070309020205020404" pitchFamily="49" charset="0"/>
              </a:rPr>
              <a:t>    }</a:t>
            </a:r>
            <a:endParaRPr lang="en-US" sz="2000" b="1" dirty="0">
              <a:effectLst/>
              <a:latin typeface="Courier New" panose="02070309020205020404" pitchFamily="49" charset="0"/>
              <a:ea typeface="Calibri" panose="020F0502020204030204" pitchFamily="34" charset="0"/>
              <a:cs typeface="Courier New" panose="02070309020205020404" pitchFamily="49" charset="0"/>
            </a:endParaRPr>
          </a:p>
          <a:p>
            <a:pPr marL="0" marR="0">
              <a:lnSpc>
                <a:spcPct val="107000"/>
              </a:lnSpc>
              <a:spcBef>
                <a:spcPts val="0"/>
              </a:spcBef>
              <a:spcAft>
                <a:spcPts val="800"/>
              </a:spcAft>
            </a:pPr>
            <a:r>
              <a:rPr lang="en-IN" sz="2000" b="1" dirty="0">
                <a:effectLst/>
                <a:latin typeface="Courier New" panose="02070309020205020404" pitchFamily="49" charset="0"/>
                <a:ea typeface="Calibri" panose="020F0502020204030204" pitchFamily="34" charset="0"/>
                <a:cs typeface="Courier New" panose="02070309020205020404" pitchFamily="49" charset="0"/>
              </a:rPr>
              <a:t>    private static Node head = null;</a:t>
            </a:r>
            <a:endParaRPr lang="en-US" sz="2000" b="1" dirty="0">
              <a:effectLst/>
              <a:latin typeface="Courier New" panose="02070309020205020404" pitchFamily="49" charset="0"/>
              <a:ea typeface="Calibri" panose="020F0502020204030204" pitchFamily="34" charset="0"/>
              <a:cs typeface="Courier New" panose="02070309020205020404" pitchFamily="49" charset="0"/>
            </a:endParaRPr>
          </a:p>
          <a:p>
            <a:pPr marL="0" marR="0">
              <a:lnSpc>
                <a:spcPct val="107000"/>
              </a:lnSpc>
              <a:spcBef>
                <a:spcPts val="0"/>
              </a:spcBef>
              <a:spcAft>
                <a:spcPts val="800"/>
              </a:spcAft>
            </a:pPr>
            <a:r>
              <a:rPr lang="en-IN" sz="2000" b="1" dirty="0">
                <a:effectLst/>
                <a:latin typeface="Courier New" panose="02070309020205020404" pitchFamily="49" charset="0"/>
                <a:ea typeface="Calibri" panose="020F0502020204030204" pitchFamily="34" charset="0"/>
                <a:cs typeface="Courier New" panose="02070309020205020404" pitchFamily="49" charset="0"/>
              </a:rPr>
              <a:t>    </a:t>
            </a:r>
            <a:endParaRPr lang="en-US" sz="2000" b="1" dirty="0">
              <a:effectLst/>
              <a:latin typeface="Courier New" panose="02070309020205020404" pitchFamily="49" charset="0"/>
              <a:ea typeface="Calibri" panose="020F0502020204030204" pitchFamily="34" charset="0"/>
              <a:cs typeface="Courier New" panose="02070309020205020404" pitchFamily="49"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3" name="Picture 2">
            <a:extLst>
              <a:ext uri="{FF2B5EF4-FFF2-40B4-BE49-F238E27FC236}">
                <a16:creationId xmlns:a16="http://schemas.microsoft.com/office/drawing/2014/main" id="{5C83738D-4DA5-5E32-8091-AECD6A285F2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171712125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fade">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fade">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fade">
                                      <p:cBhvr>
                                        <p:cTn id="32" dur="500"/>
                                        <p:tgtEl>
                                          <p:spTgt spid="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animEffect transition="in" filter="fade">
                                      <p:cBhvr>
                                        <p:cTn id="37" dur="500"/>
                                        <p:tgtEl>
                                          <p:spTgt spid="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
                                            <p:txEl>
                                              <p:pRg st="7" end="7"/>
                                            </p:txEl>
                                          </p:spTgt>
                                        </p:tgtEl>
                                        <p:attrNameLst>
                                          <p:attrName>style.visibility</p:attrName>
                                        </p:attrNameLst>
                                      </p:cBhvr>
                                      <p:to>
                                        <p:strVal val="visible"/>
                                      </p:to>
                                    </p:set>
                                    <p:animEffect transition="in" filter="fade">
                                      <p:cBhvr>
                                        <p:cTn id="42" dur="500"/>
                                        <p:tgtEl>
                                          <p:spTgt spid="2">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
                                            <p:txEl>
                                              <p:pRg st="8" end="8"/>
                                            </p:txEl>
                                          </p:spTgt>
                                        </p:tgtEl>
                                        <p:attrNameLst>
                                          <p:attrName>style.visibility</p:attrName>
                                        </p:attrNameLst>
                                      </p:cBhvr>
                                      <p:to>
                                        <p:strVal val="visible"/>
                                      </p:to>
                                    </p:set>
                                    <p:animEffect transition="in" filter="fade">
                                      <p:cBhvr>
                                        <p:cTn id="47" dur="500"/>
                                        <p:tgtEl>
                                          <p:spTgt spid="2">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2">
                                            <p:txEl>
                                              <p:pRg st="9" end="9"/>
                                            </p:txEl>
                                          </p:spTgt>
                                        </p:tgtEl>
                                        <p:attrNameLst>
                                          <p:attrName>style.visibility</p:attrName>
                                        </p:attrNameLst>
                                      </p:cBhvr>
                                      <p:to>
                                        <p:strVal val="visible"/>
                                      </p:to>
                                    </p:set>
                                    <p:animEffect transition="in" filter="fade">
                                      <p:cBhvr>
                                        <p:cTn id="52" dur="500"/>
                                        <p:tgtEl>
                                          <p:spTgt spid="2">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2">
                                            <p:txEl>
                                              <p:pRg st="10" end="10"/>
                                            </p:txEl>
                                          </p:spTgt>
                                        </p:tgtEl>
                                        <p:attrNameLst>
                                          <p:attrName>style.visibility</p:attrName>
                                        </p:attrNameLst>
                                      </p:cBhvr>
                                      <p:to>
                                        <p:strVal val="visible"/>
                                      </p:to>
                                    </p:set>
                                    <p:animEffect transition="in" filter="fade">
                                      <p:cBhvr>
                                        <p:cTn id="57" dur="500"/>
                                        <p:tgtEl>
                                          <p:spTgt spid="2">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2">
                                            <p:txEl>
                                              <p:pRg st="11" end="11"/>
                                            </p:txEl>
                                          </p:spTgt>
                                        </p:tgtEl>
                                        <p:attrNameLst>
                                          <p:attrName>style.visibility</p:attrName>
                                        </p:attrNameLst>
                                      </p:cBhvr>
                                      <p:to>
                                        <p:strVal val="visible"/>
                                      </p:to>
                                    </p:set>
                                    <p:animEffect transition="in" filter="fade">
                                      <p:cBhvr>
                                        <p:cTn id="62" dur="500"/>
                                        <p:tgtEl>
                                          <p:spTgt spid="2">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2">
                                            <p:txEl>
                                              <p:pRg st="12" end="12"/>
                                            </p:txEl>
                                          </p:spTgt>
                                        </p:tgtEl>
                                        <p:attrNameLst>
                                          <p:attrName>style.visibility</p:attrName>
                                        </p:attrNameLst>
                                      </p:cBhvr>
                                      <p:to>
                                        <p:strVal val="visible"/>
                                      </p:to>
                                    </p:set>
                                    <p:animEffect transition="in" filter="fade">
                                      <p:cBhvr>
                                        <p:cTn id="67" dur="500"/>
                                        <p:tgtEl>
                                          <p:spTgt spid="2">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pPr lvl="1">
              <a:lnSpc>
                <a:spcPct val="107000"/>
              </a:lnSpc>
              <a:spcAft>
                <a:spcPts val="800"/>
              </a:spcAft>
            </a:pPr>
            <a:r>
              <a:rPr lang="en-IN" sz="2000" b="1" dirty="0">
                <a:effectLst/>
                <a:latin typeface="Courier New" panose="02070309020205020404" pitchFamily="49" charset="0"/>
                <a:ea typeface="Calibri" panose="020F0502020204030204" pitchFamily="34" charset="0"/>
                <a:cs typeface="Courier New" panose="02070309020205020404" pitchFamily="49" charset="0"/>
              </a:rPr>
              <a:t>private static void push(int data, int priority) {</a:t>
            </a:r>
            <a:endParaRPr lang="en-US" sz="2000" b="1" dirty="0">
              <a:latin typeface="Courier New" panose="02070309020205020404" pitchFamily="49" charset="0"/>
              <a:ea typeface="Calibri" panose="020F0502020204030204" pitchFamily="34" charset="0"/>
              <a:cs typeface="Courier New" panose="02070309020205020404" pitchFamily="49" charset="0"/>
            </a:endParaRPr>
          </a:p>
          <a:p>
            <a:pPr lvl="1">
              <a:lnSpc>
                <a:spcPct val="107000"/>
              </a:lnSpc>
              <a:spcAft>
                <a:spcPts val="800"/>
              </a:spcAft>
            </a:pPr>
            <a:r>
              <a:rPr lang="en-US" sz="2000" b="1" dirty="0">
                <a:effectLst/>
                <a:latin typeface="Courier New" panose="02070309020205020404" pitchFamily="49" charset="0"/>
                <a:ea typeface="Calibri" panose="020F0502020204030204" pitchFamily="34" charset="0"/>
                <a:cs typeface="Courier New" panose="02070309020205020404" pitchFamily="49" charset="0"/>
              </a:rPr>
              <a:t>	</a:t>
            </a:r>
            <a:r>
              <a:rPr lang="en-IN" sz="2000" b="1" dirty="0">
                <a:effectLst/>
                <a:latin typeface="Courier New" panose="02070309020205020404" pitchFamily="49" charset="0"/>
                <a:ea typeface="Calibri" panose="020F0502020204030204" pitchFamily="34" charset="0"/>
                <a:cs typeface="Courier New" panose="02070309020205020404" pitchFamily="49" charset="0"/>
              </a:rPr>
              <a:t>if (head == null) {</a:t>
            </a:r>
            <a:endParaRPr lang="en-US" sz="2000" b="1" dirty="0">
              <a:latin typeface="Courier New" panose="02070309020205020404" pitchFamily="49" charset="0"/>
              <a:ea typeface="Calibri" panose="020F0502020204030204" pitchFamily="34" charset="0"/>
              <a:cs typeface="Courier New" panose="02070309020205020404" pitchFamily="49" charset="0"/>
            </a:endParaRPr>
          </a:p>
          <a:p>
            <a:pPr lvl="1">
              <a:lnSpc>
                <a:spcPct val="107000"/>
              </a:lnSpc>
              <a:spcAft>
                <a:spcPts val="800"/>
              </a:spcAft>
            </a:pPr>
            <a:r>
              <a:rPr lang="en-US" sz="2000" b="1" dirty="0">
                <a:effectLst/>
                <a:latin typeface="Courier New" panose="02070309020205020404" pitchFamily="49" charset="0"/>
                <a:ea typeface="Calibri" panose="020F0502020204030204" pitchFamily="34" charset="0"/>
                <a:cs typeface="Courier New" panose="02070309020205020404" pitchFamily="49" charset="0"/>
              </a:rPr>
              <a:t>		</a:t>
            </a:r>
            <a:r>
              <a:rPr lang="en-IN" sz="2000" b="1" dirty="0">
                <a:effectLst/>
                <a:latin typeface="Courier New" panose="02070309020205020404" pitchFamily="49" charset="0"/>
                <a:ea typeface="Calibri" panose="020F0502020204030204" pitchFamily="34" charset="0"/>
                <a:cs typeface="Courier New" panose="02070309020205020404" pitchFamily="49" charset="0"/>
              </a:rPr>
              <a:t>Node </a:t>
            </a:r>
            <a:r>
              <a:rPr lang="en-IN" sz="2000" b="1" dirty="0" err="1">
                <a:effectLst/>
                <a:latin typeface="Courier New" panose="02070309020205020404" pitchFamily="49" charset="0"/>
                <a:ea typeface="Calibri" panose="020F0502020204030204" pitchFamily="34" charset="0"/>
                <a:cs typeface="Courier New" panose="02070309020205020404" pitchFamily="49" charset="0"/>
              </a:rPr>
              <a:t>newNode</a:t>
            </a:r>
            <a:r>
              <a:rPr lang="en-IN" sz="2000" b="1" dirty="0">
                <a:effectLst/>
                <a:latin typeface="Courier New" panose="02070309020205020404" pitchFamily="49" charset="0"/>
                <a:ea typeface="Calibri" panose="020F0502020204030204" pitchFamily="34" charset="0"/>
                <a:cs typeface="Courier New" panose="02070309020205020404" pitchFamily="49" charset="0"/>
              </a:rPr>
              <a:t> = new Node(data, priority);</a:t>
            </a:r>
          </a:p>
          <a:p>
            <a:pPr lvl="1">
              <a:lnSpc>
                <a:spcPct val="107000"/>
              </a:lnSpc>
              <a:spcAft>
                <a:spcPts val="800"/>
              </a:spcAft>
            </a:pPr>
            <a:r>
              <a:rPr lang="en-IN" sz="2000" b="1" dirty="0">
                <a:effectLst/>
                <a:latin typeface="Courier New" panose="02070309020205020404" pitchFamily="49" charset="0"/>
                <a:ea typeface="Calibri" panose="020F0502020204030204" pitchFamily="34" charset="0"/>
                <a:cs typeface="Courier New" panose="02070309020205020404" pitchFamily="49" charset="0"/>
              </a:rPr>
              <a:t>            head = </a:t>
            </a:r>
            <a:r>
              <a:rPr lang="en-IN" sz="2000" b="1" dirty="0" err="1">
                <a:effectLst/>
                <a:latin typeface="Courier New" panose="02070309020205020404" pitchFamily="49" charset="0"/>
                <a:ea typeface="Calibri" panose="020F0502020204030204" pitchFamily="34" charset="0"/>
                <a:cs typeface="Courier New" panose="02070309020205020404" pitchFamily="49" charset="0"/>
              </a:rPr>
              <a:t>newNode</a:t>
            </a:r>
            <a:r>
              <a:rPr lang="en-IN" sz="2000" b="1" dirty="0">
                <a:effectLst/>
                <a:latin typeface="Courier New" panose="02070309020205020404" pitchFamily="49" charset="0"/>
                <a:ea typeface="Calibri" panose="020F0502020204030204" pitchFamily="34" charset="0"/>
                <a:cs typeface="Courier New" panose="02070309020205020404" pitchFamily="49" charset="0"/>
              </a:rPr>
              <a:t>;</a:t>
            </a:r>
            <a:endParaRPr lang="en-US" sz="2000" b="1" dirty="0">
              <a:effectLst/>
              <a:latin typeface="Courier New" panose="02070309020205020404" pitchFamily="49" charset="0"/>
              <a:ea typeface="Calibri" panose="020F0502020204030204" pitchFamily="34" charset="0"/>
              <a:cs typeface="Courier New" panose="02070309020205020404" pitchFamily="49" charset="0"/>
            </a:endParaRPr>
          </a:p>
          <a:p>
            <a:pPr lvl="1">
              <a:lnSpc>
                <a:spcPct val="107000"/>
              </a:lnSpc>
              <a:spcAft>
                <a:spcPts val="800"/>
              </a:spcAft>
            </a:pPr>
            <a:r>
              <a:rPr lang="en-IN" sz="2000" b="1" dirty="0">
                <a:effectLst/>
                <a:latin typeface="Courier New" panose="02070309020205020404" pitchFamily="49" charset="0"/>
                <a:ea typeface="Calibri" panose="020F0502020204030204" pitchFamily="34" charset="0"/>
                <a:cs typeface="Courier New" panose="02070309020205020404" pitchFamily="49" charset="0"/>
              </a:rPr>
              <a:t>            return;</a:t>
            </a:r>
            <a:r>
              <a:rPr lang="en-US" sz="2000" b="1" dirty="0">
                <a:latin typeface="Courier New" panose="02070309020205020404" pitchFamily="49" charset="0"/>
                <a:ea typeface="Calibri" panose="020F0502020204030204" pitchFamily="34" charset="0"/>
                <a:cs typeface="Courier New" panose="02070309020205020404" pitchFamily="49" charset="0"/>
              </a:rPr>
              <a:t>  </a:t>
            </a:r>
          </a:p>
          <a:p>
            <a:pPr lvl="1">
              <a:lnSpc>
                <a:spcPct val="107000"/>
              </a:lnSpc>
              <a:spcAft>
                <a:spcPts val="800"/>
              </a:spcAft>
            </a:pPr>
            <a:r>
              <a:rPr lang="en-IN" sz="2000" b="1" dirty="0">
                <a:effectLst/>
                <a:latin typeface="Courier New" panose="02070309020205020404" pitchFamily="49" charset="0"/>
                <a:ea typeface="Calibri" panose="020F0502020204030204" pitchFamily="34" charset="0"/>
                <a:cs typeface="Courier New" panose="02070309020205020404" pitchFamily="49" charset="0"/>
              </a:rPr>
              <a:t>	}</a:t>
            </a:r>
          </a:p>
          <a:p>
            <a:pPr lvl="1">
              <a:lnSpc>
                <a:spcPct val="107000"/>
              </a:lnSpc>
              <a:spcAft>
                <a:spcPts val="800"/>
              </a:spcAft>
            </a:pPr>
            <a:r>
              <a:rPr lang="en-IN" sz="2000" b="1" dirty="0">
                <a:effectLst/>
                <a:latin typeface="Courier New" panose="02070309020205020404" pitchFamily="49" charset="0"/>
                <a:ea typeface="Calibri" panose="020F0502020204030204" pitchFamily="34" charset="0"/>
                <a:cs typeface="Courier New" panose="02070309020205020404" pitchFamily="49" charset="0"/>
              </a:rPr>
              <a:t>	Node </a:t>
            </a:r>
            <a:r>
              <a:rPr lang="en-IN" sz="2000" b="1" dirty="0" err="1">
                <a:effectLst/>
                <a:latin typeface="Courier New" panose="02070309020205020404" pitchFamily="49" charset="0"/>
                <a:ea typeface="Calibri" panose="020F0502020204030204" pitchFamily="34" charset="0"/>
                <a:cs typeface="Courier New" panose="02070309020205020404" pitchFamily="49" charset="0"/>
              </a:rPr>
              <a:t>node</a:t>
            </a:r>
            <a:r>
              <a:rPr lang="en-IN" sz="2000" b="1" dirty="0">
                <a:effectLst/>
                <a:latin typeface="Courier New" panose="02070309020205020404" pitchFamily="49" charset="0"/>
                <a:ea typeface="Calibri" panose="020F0502020204030204" pitchFamily="34" charset="0"/>
                <a:cs typeface="Courier New" panose="02070309020205020404" pitchFamily="49" charset="0"/>
              </a:rPr>
              <a:t> = new Node(data, priority);</a:t>
            </a:r>
            <a:endParaRPr lang="en-US" sz="2000" b="1" dirty="0">
              <a:effectLst/>
              <a:latin typeface="Courier New" panose="02070309020205020404" pitchFamily="49" charset="0"/>
              <a:ea typeface="Calibri" panose="020F0502020204030204" pitchFamily="34" charset="0"/>
              <a:cs typeface="Courier New" panose="02070309020205020404" pitchFamily="49" charset="0"/>
            </a:endParaRPr>
          </a:p>
          <a:p>
            <a:pPr lvl="1">
              <a:lnSpc>
                <a:spcPct val="107000"/>
              </a:lnSpc>
              <a:spcAft>
                <a:spcPts val="800"/>
              </a:spcAft>
            </a:pPr>
            <a:r>
              <a:rPr lang="en-IN" sz="2000" b="1" dirty="0">
                <a:effectLst/>
                <a:latin typeface="Courier New" panose="02070309020205020404" pitchFamily="49" charset="0"/>
                <a:ea typeface="Calibri" panose="020F0502020204030204" pitchFamily="34" charset="0"/>
                <a:cs typeface="Courier New" panose="02070309020205020404" pitchFamily="49" charset="0"/>
              </a:rPr>
              <a:t>        	Node temp = head, parent = null;</a:t>
            </a:r>
            <a:endParaRPr lang="en-US" sz="2000" b="1" dirty="0">
              <a:effectLst/>
              <a:latin typeface="Courier New" panose="02070309020205020404" pitchFamily="49" charset="0"/>
              <a:ea typeface="Calibri" panose="020F0502020204030204" pitchFamily="34" charset="0"/>
              <a:cs typeface="Courier New" panose="02070309020205020404" pitchFamily="49" charset="0"/>
            </a:endParaRPr>
          </a:p>
          <a:p>
            <a:pPr lvl="1">
              <a:lnSpc>
                <a:spcPct val="107000"/>
              </a:lnSpc>
              <a:spcAft>
                <a:spcPts val="800"/>
              </a:spcAft>
            </a:pPr>
            <a:r>
              <a:rPr lang="en-IN" sz="2000" b="1" dirty="0">
                <a:effectLst/>
                <a:latin typeface="Courier New" panose="02070309020205020404" pitchFamily="49" charset="0"/>
                <a:ea typeface="Calibri" panose="020F0502020204030204" pitchFamily="34" charset="0"/>
                <a:cs typeface="Courier New" panose="02070309020205020404" pitchFamily="49" charset="0"/>
              </a:rPr>
              <a:t>        	while (temp != null &amp;&amp; </a:t>
            </a:r>
            <a:r>
              <a:rPr lang="en-IN" sz="2000" b="1" dirty="0" err="1">
                <a:effectLst/>
                <a:latin typeface="Courier New" panose="02070309020205020404" pitchFamily="49" charset="0"/>
                <a:ea typeface="Calibri" panose="020F0502020204030204" pitchFamily="34" charset="0"/>
                <a:cs typeface="Courier New" panose="02070309020205020404" pitchFamily="49" charset="0"/>
              </a:rPr>
              <a:t>temp.priority</a:t>
            </a:r>
            <a:r>
              <a:rPr lang="en-IN" sz="2000" b="1" dirty="0">
                <a:effectLst/>
                <a:latin typeface="Courier New" panose="02070309020205020404" pitchFamily="49" charset="0"/>
                <a:ea typeface="Calibri" panose="020F0502020204030204" pitchFamily="34" charset="0"/>
                <a:cs typeface="Courier New" panose="02070309020205020404" pitchFamily="49" charset="0"/>
              </a:rPr>
              <a:t> &gt;= priority) {</a:t>
            </a:r>
            <a:endParaRPr lang="en-US" sz="2000" b="1" dirty="0">
              <a:effectLst/>
              <a:latin typeface="Courier New" panose="02070309020205020404" pitchFamily="49" charset="0"/>
              <a:ea typeface="Calibri" panose="020F0502020204030204" pitchFamily="34" charset="0"/>
              <a:cs typeface="Courier New" panose="02070309020205020404" pitchFamily="49" charset="0"/>
            </a:endParaRPr>
          </a:p>
          <a:p>
            <a:pPr lvl="1">
              <a:lnSpc>
                <a:spcPct val="107000"/>
              </a:lnSpc>
              <a:spcAft>
                <a:spcPts val="800"/>
              </a:spcAft>
            </a:pPr>
            <a:r>
              <a:rPr lang="en-IN" sz="2000" b="1" dirty="0">
                <a:effectLst/>
                <a:latin typeface="Courier New" panose="02070309020205020404" pitchFamily="49" charset="0"/>
                <a:ea typeface="Calibri" panose="020F0502020204030204" pitchFamily="34" charset="0"/>
                <a:cs typeface="Courier New" panose="02070309020205020404" pitchFamily="49" charset="0"/>
              </a:rPr>
              <a:t>            		parent = temp;</a:t>
            </a:r>
            <a:endParaRPr lang="en-US" sz="2000" b="1" dirty="0">
              <a:effectLst/>
              <a:latin typeface="Courier New" panose="02070309020205020404" pitchFamily="49" charset="0"/>
              <a:ea typeface="Calibri" panose="020F0502020204030204" pitchFamily="34" charset="0"/>
              <a:cs typeface="Courier New" panose="02070309020205020404" pitchFamily="49" charset="0"/>
            </a:endParaRPr>
          </a:p>
          <a:p>
            <a:pPr lvl="1">
              <a:lnSpc>
                <a:spcPct val="107000"/>
              </a:lnSpc>
              <a:spcAft>
                <a:spcPts val="800"/>
              </a:spcAft>
            </a:pPr>
            <a:r>
              <a:rPr lang="en-IN" sz="2000" b="1" dirty="0">
                <a:effectLst/>
                <a:latin typeface="Courier New" panose="02070309020205020404" pitchFamily="49" charset="0"/>
                <a:ea typeface="Calibri" panose="020F0502020204030204" pitchFamily="34" charset="0"/>
                <a:cs typeface="Courier New" panose="02070309020205020404" pitchFamily="49" charset="0"/>
              </a:rPr>
              <a:t>            		temp = </a:t>
            </a:r>
            <a:r>
              <a:rPr lang="en-IN" sz="2000" b="1" dirty="0" err="1">
                <a:effectLst/>
                <a:latin typeface="Courier New" panose="02070309020205020404" pitchFamily="49" charset="0"/>
                <a:ea typeface="Calibri" panose="020F0502020204030204" pitchFamily="34" charset="0"/>
                <a:cs typeface="Courier New" panose="02070309020205020404" pitchFamily="49" charset="0"/>
              </a:rPr>
              <a:t>temp.next</a:t>
            </a:r>
            <a:r>
              <a:rPr lang="en-IN" sz="2000" b="1" dirty="0">
                <a:effectLst/>
                <a:latin typeface="Courier New" panose="02070309020205020404" pitchFamily="49" charset="0"/>
                <a:ea typeface="Calibri" panose="020F0502020204030204" pitchFamily="34" charset="0"/>
                <a:cs typeface="Courier New" panose="02070309020205020404" pitchFamily="49" charset="0"/>
              </a:rPr>
              <a:t>;</a:t>
            </a:r>
            <a:endParaRPr lang="en-US" sz="2000" b="1" dirty="0">
              <a:effectLst/>
              <a:latin typeface="Courier New" panose="02070309020205020404" pitchFamily="49" charset="0"/>
              <a:ea typeface="Calibri" panose="020F0502020204030204" pitchFamily="34" charset="0"/>
              <a:cs typeface="Courier New" panose="02070309020205020404" pitchFamily="49" charset="0"/>
            </a:endParaRPr>
          </a:p>
          <a:p>
            <a:pPr lvl="1">
              <a:lnSpc>
                <a:spcPct val="107000"/>
              </a:lnSpc>
              <a:spcAft>
                <a:spcPts val="800"/>
              </a:spcAft>
            </a:pPr>
            <a:r>
              <a:rPr lang="en-IN" sz="2000" b="1" dirty="0">
                <a:effectLst/>
                <a:latin typeface="Courier New" panose="02070309020205020404" pitchFamily="49" charset="0"/>
                <a:ea typeface="Calibri" panose="020F0502020204030204" pitchFamily="34" charset="0"/>
                <a:cs typeface="Courier New" panose="02070309020205020404" pitchFamily="49" charset="0"/>
              </a:rPr>
              <a:t>        	}</a:t>
            </a:r>
            <a:endParaRPr lang="en-US" sz="2000" b="1" dirty="0">
              <a:effectLst/>
              <a:latin typeface="Courier New" panose="02070309020205020404" pitchFamily="49" charset="0"/>
              <a:ea typeface="Calibri" panose="020F0502020204030204" pitchFamily="34" charset="0"/>
              <a:cs typeface="Courier New" panose="02070309020205020404" pitchFamily="49" charset="0"/>
            </a:endParaRPr>
          </a:p>
          <a:p>
            <a:pPr lvl="1">
              <a:lnSpc>
                <a:spcPct val="107000"/>
              </a:lnSpc>
              <a:spcAft>
                <a:spcPts val="800"/>
              </a:spcAft>
            </a:pPr>
            <a:r>
              <a:rPr lang="en-IN" sz="2000" b="1" dirty="0">
                <a:effectLst/>
                <a:latin typeface="Courier New" panose="02070309020205020404" pitchFamily="49" charset="0"/>
                <a:ea typeface="Calibri" panose="020F0502020204030204" pitchFamily="34" charset="0"/>
                <a:cs typeface="Courier New" panose="02070309020205020404" pitchFamily="49" charset="0"/>
              </a:rPr>
              <a:t>       	if (parent == null) {</a:t>
            </a:r>
            <a:endParaRPr lang="en-US" sz="2000" b="1" dirty="0">
              <a:effectLst/>
              <a:latin typeface="Courier New" panose="02070309020205020404" pitchFamily="49" charset="0"/>
              <a:ea typeface="Calibri" panose="020F0502020204030204" pitchFamily="34" charset="0"/>
              <a:cs typeface="Courier New" panose="02070309020205020404" pitchFamily="49" charset="0"/>
            </a:endParaRPr>
          </a:p>
          <a:p>
            <a:pPr lvl="1">
              <a:lnSpc>
                <a:spcPct val="107000"/>
              </a:lnSpc>
              <a:spcAft>
                <a:spcPts val="800"/>
              </a:spcAft>
            </a:pPr>
            <a:r>
              <a:rPr lang="en-IN" sz="2000" b="1" dirty="0">
                <a:effectLst/>
                <a:latin typeface="Courier New" panose="02070309020205020404" pitchFamily="49" charset="0"/>
                <a:ea typeface="Calibri" panose="020F0502020204030204" pitchFamily="34" charset="0"/>
                <a:cs typeface="Courier New" panose="02070309020205020404" pitchFamily="49" charset="0"/>
              </a:rPr>
              <a:t>            		</a:t>
            </a:r>
            <a:r>
              <a:rPr lang="en-IN" sz="2000" b="1" dirty="0" err="1">
                <a:effectLst/>
                <a:latin typeface="Courier New" panose="02070309020205020404" pitchFamily="49" charset="0"/>
                <a:ea typeface="Calibri" panose="020F0502020204030204" pitchFamily="34" charset="0"/>
                <a:cs typeface="Courier New" panose="02070309020205020404" pitchFamily="49" charset="0"/>
              </a:rPr>
              <a:t>node.next</a:t>
            </a:r>
            <a:r>
              <a:rPr lang="en-IN" sz="2000" b="1" dirty="0">
                <a:effectLst/>
                <a:latin typeface="Courier New" panose="02070309020205020404" pitchFamily="49" charset="0"/>
                <a:ea typeface="Calibri" panose="020F0502020204030204" pitchFamily="34" charset="0"/>
                <a:cs typeface="Courier New" panose="02070309020205020404" pitchFamily="49" charset="0"/>
              </a:rPr>
              <a:t> = head;</a:t>
            </a:r>
            <a:endParaRPr lang="en-US" sz="2000" b="1" dirty="0">
              <a:effectLst/>
              <a:latin typeface="Courier New" panose="02070309020205020404" pitchFamily="49" charset="0"/>
              <a:ea typeface="Calibri" panose="020F0502020204030204" pitchFamily="34" charset="0"/>
              <a:cs typeface="Courier New" panose="02070309020205020404" pitchFamily="49" charset="0"/>
            </a:endParaRPr>
          </a:p>
          <a:p>
            <a:pPr lvl="1">
              <a:lnSpc>
                <a:spcPct val="107000"/>
              </a:lnSpc>
              <a:spcAft>
                <a:spcPts val="800"/>
              </a:spcAft>
            </a:pPr>
            <a:r>
              <a:rPr lang="en-IN" sz="2000" b="1" dirty="0">
                <a:effectLst/>
                <a:latin typeface="Courier New" panose="02070309020205020404" pitchFamily="49" charset="0"/>
                <a:ea typeface="Calibri" panose="020F0502020204030204" pitchFamily="34" charset="0"/>
                <a:cs typeface="Courier New" panose="02070309020205020404" pitchFamily="49" charset="0"/>
              </a:rPr>
              <a:t>            		</a:t>
            </a:r>
            <a:r>
              <a:rPr lang="en-IN" sz="2000" b="1" dirty="0" err="1">
                <a:effectLst/>
                <a:latin typeface="Courier New" panose="02070309020205020404" pitchFamily="49" charset="0"/>
                <a:ea typeface="Calibri" panose="020F0502020204030204" pitchFamily="34" charset="0"/>
                <a:cs typeface="Courier New" panose="02070309020205020404" pitchFamily="49" charset="0"/>
              </a:rPr>
              <a:t>head.prev</a:t>
            </a:r>
            <a:r>
              <a:rPr lang="en-IN" sz="2000" b="1" dirty="0">
                <a:effectLst/>
                <a:latin typeface="Courier New" panose="02070309020205020404" pitchFamily="49" charset="0"/>
                <a:ea typeface="Calibri" panose="020F0502020204030204" pitchFamily="34" charset="0"/>
                <a:cs typeface="Courier New" panose="02070309020205020404" pitchFamily="49" charset="0"/>
              </a:rPr>
              <a:t> = node;</a:t>
            </a:r>
            <a:endParaRPr lang="en-US" sz="2000" b="1" dirty="0">
              <a:effectLst/>
              <a:latin typeface="Courier New" panose="02070309020205020404" pitchFamily="49" charset="0"/>
              <a:ea typeface="Calibri" panose="020F0502020204030204" pitchFamily="34" charset="0"/>
              <a:cs typeface="Courier New" panose="02070309020205020404" pitchFamily="49" charset="0"/>
            </a:endParaRPr>
          </a:p>
          <a:p>
            <a:pPr lvl="1">
              <a:lnSpc>
                <a:spcPct val="107000"/>
              </a:lnSpc>
              <a:spcAft>
                <a:spcPts val="800"/>
              </a:spcAft>
            </a:pPr>
            <a:r>
              <a:rPr lang="en-IN" sz="2000" b="1" dirty="0">
                <a:effectLst/>
                <a:latin typeface="Courier New" panose="02070309020205020404" pitchFamily="49" charset="0"/>
                <a:ea typeface="Calibri" panose="020F0502020204030204" pitchFamily="34" charset="0"/>
                <a:cs typeface="Courier New" panose="02070309020205020404" pitchFamily="49" charset="0"/>
              </a:rPr>
              <a:t>            		head = node;</a:t>
            </a:r>
            <a:r>
              <a:rPr lang="en-US" sz="2000" b="1" dirty="0">
                <a:latin typeface="Courier New" panose="02070309020205020404" pitchFamily="49" charset="0"/>
                <a:ea typeface="Calibri" panose="020F0502020204030204" pitchFamily="34" charset="0"/>
                <a:cs typeface="Courier New" panose="02070309020205020404" pitchFamily="49" charset="0"/>
              </a:rPr>
              <a:t> </a:t>
            </a:r>
            <a:r>
              <a:rPr lang="en-IN" sz="2000" b="1" dirty="0">
                <a:effectLst/>
                <a:latin typeface="Courier New" panose="02070309020205020404" pitchFamily="49" charset="0"/>
                <a:ea typeface="Calibri" panose="020F0502020204030204" pitchFamily="34" charset="0"/>
                <a:cs typeface="Courier New" panose="02070309020205020404" pitchFamily="49" charset="0"/>
              </a:rPr>
              <a:t>} </a:t>
            </a:r>
          </a:p>
          <a:p>
            <a:pPr marL="0" marR="0">
              <a:lnSpc>
                <a:spcPct val="107000"/>
              </a:lnSpc>
              <a:spcBef>
                <a:spcPts val="0"/>
              </a:spcBef>
              <a:spcAft>
                <a:spcPts val="800"/>
              </a:spcAft>
            </a:pPr>
            <a:endParaRPr lang="en-IN" sz="2000" b="1" dirty="0">
              <a:effectLst/>
              <a:latin typeface="Courier New" panose="02070309020205020404" pitchFamily="49" charset="0"/>
              <a:ea typeface="Calibri" panose="020F0502020204030204" pitchFamily="34" charset="0"/>
              <a:cs typeface="Courier New" panose="02070309020205020404" pitchFamily="49"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3" name="Picture 2">
            <a:extLst>
              <a:ext uri="{FF2B5EF4-FFF2-40B4-BE49-F238E27FC236}">
                <a16:creationId xmlns:a16="http://schemas.microsoft.com/office/drawing/2014/main" id="{2E30AA66-5261-17FD-A68F-57ADA03E3D8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28867070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additive="base">
                                        <p:cTn id="31"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
                                            <p:txEl>
                                              <p:pRg st="5" end="5"/>
                                            </p:txEl>
                                          </p:spTgt>
                                        </p:tgtEl>
                                        <p:attrNameLst>
                                          <p:attrName>style.visibility</p:attrName>
                                        </p:attrNameLst>
                                      </p:cBhvr>
                                      <p:to>
                                        <p:strVal val="visible"/>
                                      </p:to>
                                    </p:set>
                                    <p:anim calcmode="lin" valueType="num">
                                      <p:cBhvr additive="base">
                                        <p:cTn id="37"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2">
                                            <p:txEl>
                                              <p:pRg st="6" end="6"/>
                                            </p:txEl>
                                          </p:spTgt>
                                        </p:tgtEl>
                                        <p:attrNameLst>
                                          <p:attrName>style.visibility</p:attrName>
                                        </p:attrNameLst>
                                      </p:cBhvr>
                                      <p:to>
                                        <p:strVal val="visible"/>
                                      </p:to>
                                    </p:set>
                                    <p:anim calcmode="lin" valueType="num">
                                      <p:cBhvr additive="base">
                                        <p:cTn id="43"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2">
                                            <p:txEl>
                                              <p:pRg st="7" end="7"/>
                                            </p:txEl>
                                          </p:spTgt>
                                        </p:tgtEl>
                                        <p:attrNameLst>
                                          <p:attrName>style.visibility</p:attrName>
                                        </p:attrNameLst>
                                      </p:cBhvr>
                                      <p:to>
                                        <p:strVal val="visible"/>
                                      </p:to>
                                    </p:set>
                                    <p:anim calcmode="lin" valueType="num">
                                      <p:cBhvr additive="base">
                                        <p:cTn id="49" dur="500" fill="hold"/>
                                        <p:tgtEl>
                                          <p:spTgt spid="2">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2">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2">
                                            <p:txEl>
                                              <p:pRg st="8" end="8"/>
                                            </p:txEl>
                                          </p:spTgt>
                                        </p:tgtEl>
                                        <p:attrNameLst>
                                          <p:attrName>style.visibility</p:attrName>
                                        </p:attrNameLst>
                                      </p:cBhvr>
                                      <p:to>
                                        <p:strVal val="visible"/>
                                      </p:to>
                                    </p:set>
                                    <p:anim calcmode="lin" valueType="num">
                                      <p:cBhvr additive="base">
                                        <p:cTn id="55" dur="500" fill="hold"/>
                                        <p:tgtEl>
                                          <p:spTgt spid="2">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2">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2">
                                            <p:txEl>
                                              <p:pRg st="9" end="9"/>
                                            </p:txEl>
                                          </p:spTgt>
                                        </p:tgtEl>
                                        <p:attrNameLst>
                                          <p:attrName>style.visibility</p:attrName>
                                        </p:attrNameLst>
                                      </p:cBhvr>
                                      <p:to>
                                        <p:strVal val="visible"/>
                                      </p:to>
                                    </p:set>
                                    <p:anim calcmode="lin" valueType="num">
                                      <p:cBhvr additive="base">
                                        <p:cTn id="61" dur="500" fill="hold"/>
                                        <p:tgtEl>
                                          <p:spTgt spid="2">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2">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2">
                                            <p:txEl>
                                              <p:pRg st="10" end="10"/>
                                            </p:txEl>
                                          </p:spTgt>
                                        </p:tgtEl>
                                        <p:attrNameLst>
                                          <p:attrName>style.visibility</p:attrName>
                                        </p:attrNameLst>
                                      </p:cBhvr>
                                      <p:to>
                                        <p:strVal val="visible"/>
                                      </p:to>
                                    </p:set>
                                    <p:anim calcmode="lin" valueType="num">
                                      <p:cBhvr additive="base">
                                        <p:cTn id="67" dur="500" fill="hold"/>
                                        <p:tgtEl>
                                          <p:spTgt spid="2">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2">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2">
                                            <p:txEl>
                                              <p:pRg st="11" end="11"/>
                                            </p:txEl>
                                          </p:spTgt>
                                        </p:tgtEl>
                                        <p:attrNameLst>
                                          <p:attrName>style.visibility</p:attrName>
                                        </p:attrNameLst>
                                      </p:cBhvr>
                                      <p:to>
                                        <p:strVal val="visible"/>
                                      </p:to>
                                    </p:set>
                                    <p:anim calcmode="lin" valueType="num">
                                      <p:cBhvr additive="base">
                                        <p:cTn id="73" dur="500" fill="hold"/>
                                        <p:tgtEl>
                                          <p:spTgt spid="2">
                                            <p:txEl>
                                              <p:pRg st="11" end="11"/>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2">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2">
                                            <p:txEl>
                                              <p:pRg st="12" end="12"/>
                                            </p:txEl>
                                          </p:spTgt>
                                        </p:tgtEl>
                                        <p:attrNameLst>
                                          <p:attrName>style.visibility</p:attrName>
                                        </p:attrNameLst>
                                      </p:cBhvr>
                                      <p:to>
                                        <p:strVal val="visible"/>
                                      </p:to>
                                    </p:set>
                                    <p:anim calcmode="lin" valueType="num">
                                      <p:cBhvr additive="base">
                                        <p:cTn id="79" dur="500" fill="hold"/>
                                        <p:tgtEl>
                                          <p:spTgt spid="2">
                                            <p:txEl>
                                              <p:pRg st="12" end="12"/>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2">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nodeType="clickEffect">
                                  <p:stCondLst>
                                    <p:cond delay="0"/>
                                  </p:stCondLst>
                                  <p:childTnLst>
                                    <p:set>
                                      <p:cBhvr>
                                        <p:cTn id="84" dur="1" fill="hold">
                                          <p:stCondLst>
                                            <p:cond delay="0"/>
                                          </p:stCondLst>
                                        </p:cTn>
                                        <p:tgtEl>
                                          <p:spTgt spid="2">
                                            <p:txEl>
                                              <p:pRg st="13" end="13"/>
                                            </p:txEl>
                                          </p:spTgt>
                                        </p:tgtEl>
                                        <p:attrNameLst>
                                          <p:attrName>style.visibility</p:attrName>
                                        </p:attrNameLst>
                                      </p:cBhvr>
                                      <p:to>
                                        <p:strVal val="visible"/>
                                      </p:to>
                                    </p:set>
                                    <p:anim calcmode="lin" valueType="num">
                                      <p:cBhvr additive="base">
                                        <p:cTn id="85" dur="500" fill="hold"/>
                                        <p:tgtEl>
                                          <p:spTgt spid="2">
                                            <p:txEl>
                                              <p:pRg st="13" end="13"/>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2">
                                            <p:txEl>
                                              <p:pRg st="13" end="13"/>
                                            </p:txEl>
                                          </p:spTgt>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nodeType="clickEffect">
                                  <p:stCondLst>
                                    <p:cond delay="0"/>
                                  </p:stCondLst>
                                  <p:childTnLst>
                                    <p:set>
                                      <p:cBhvr>
                                        <p:cTn id="90" dur="1" fill="hold">
                                          <p:stCondLst>
                                            <p:cond delay="0"/>
                                          </p:stCondLst>
                                        </p:cTn>
                                        <p:tgtEl>
                                          <p:spTgt spid="2">
                                            <p:txEl>
                                              <p:pRg st="14" end="14"/>
                                            </p:txEl>
                                          </p:spTgt>
                                        </p:tgtEl>
                                        <p:attrNameLst>
                                          <p:attrName>style.visibility</p:attrName>
                                        </p:attrNameLst>
                                      </p:cBhvr>
                                      <p:to>
                                        <p:strVal val="visible"/>
                                      </p:to>
                                    </p:set>
                                    <p:anim calcmode="lin" valueType="num">
                                      <p:cBhvr additive="base">
                                        <p:cTn id="91" dur="500" fill="hold"/>
                                        <p:tgtEl>
                                          <p:spTgt spid="2">
                                            <p:txEl>
                                              <p:pRg st="14" end="14"/>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2">
                                            <p:txEl>
                                              <p:pRg st="14" end="14"/>
                                            </p:txEl>
                                          </p:spTgt>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nodeType="clickEffect">
                                  <p:stCondLst>
                                    <p:cond delay="0"/>
                                  </p:stCondLst>
                                  <p:childTnLst>
                                    <p:set>
                                      <p:cBhvr>
                                        <p:cTn id="96" dur="1" fill="hold">
                                          <p:stCondLst>
                                            <p:cond delay="0"/>
                                          </p:stCondLst>
                                        </p:cTn>
                                        <p:tgtEl>
                                          <p:spTgt spid="2">
                                            <p:txEl>
                                              <p:pRg st="15" end="15"/>
                                            </p:txEl>
                                          </p:spTgt>
                                        </p:tgtEl>
                                        <p:attrNameLst>
                                          <p:attrName>style.visibility</p:attrName>
                                        </p:attrNameLst>
                                      </p:cBhvr>
                                      <p:to>
                                        <p:strVal val="visible"/>
                                      </p:to>
                                    </p:set>
                                    <p:anim calcmode="lin" valueType="num">
                                      <p:cBhvr additive="base">
                                        <p:cTn id="97" dur="500" fill="hold"/>
                                        <p:tgtEl>
                                          <p:spTgt spid="2">
                                            <p:txEl>
                                              <p:pRg st="15" end="15"/>
                                            </p:txEl>
                                          </p:spTgt>
                                        </p:tgtEl>
                                        <p:attrNameLst>
                                          <p:attrName>ppt_x</p:attrName>
                                        </p:attrNameLst>
                                      </p:cBhvr>
                                      <p:tavLst>
                                        <p:tav tm="0">
                                          <p:val>
                                            <p:strVal val="#ppt_x"/>
                                          </p:val>
                                        </p:tav>
                                        <p:tav tm="100000">
                                          <p:val>
                                            <p:strVal val="#ppt_x"/>
                                          </p:val>
                                        </p:tav>
                                      </p:tavLst>
                                    </p:anim>
                                    <p:anim calcmode="lin" valueType="num">
                                      <p:cBhvr additive="base">
                                        <p:cTn id="98" dur="500" fill="hold"/>
                                        <p:tgtEl>
                                          <p:spTgt spid="2">
                                            <p:txEl>
                                              <p:pRg st="15" end="1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pPr lvl="2">
              <a:lnSpc>
                <a:spcPct val="107000"/>
              </a:lnSpc>
              <a:spcAft>
                <a:spcPts val="800"/>
              </a:spcAft>
            </a:pPr>
            <a:r>
              <a:rPr lang="en-IN" sz="2000" b="1" dirty="0">
                <a:effectLst/>
                <a:latin typeface="Courier New" panose="02070309020205020404" pitchFamily="49" charset="0"/>
                <a:ea typeface="Calibri" panose="020F0502020204030204" pitchFamily="34" charset="0"/>
                <a:cs typeface="Courier New" panose="02070309020205020404" pitchFamily="49" charset="0"/>
              </a:rPr>
              <a:t>else if (temp == null) {</a:t>
            </a:r>
            <a:endParaRPr lang="en-US" sz="2000" b="1" dirty="0">
              <a:effectLst/>
              <a:latin typeface="Courier New" panose="02070309020205020404" pitchFamily="49" charset="0"/>
              <a:ea typeface="Calibri" panose="020F0502020204030204" pitchFamily="34" charset="0"/>
              <a:cs typeface="Courier New" panose="02070309020205020404" pitchFamily="49" charset="0"/>
            </a:endParaRPr>
          </a:p>
          <a:p>
            <a:pPr lvl="2">
              <a:lnSpc>
                <a:spcPct val="107000"/>
              </a:lnSpc>
              <a:spcAft>
                <a:spcPts val="800"/>
              </a:spcAft>
            </a:pPr>
            <a:r>
              <a:rPr lang="en-IN" sz="2000" b="1" dirty="0">
                <a:effectLst/>
                <a:latin typeface="Courier New" panose="02070309020205020404" pitchFamily="49" charset="0"/>
                <a:ea typeface="Calibri" panose="020F0502020204030204" pitchFamily="34" charset="0"/>
                <a:cs typeface="Courier New" panose="02070309020205020404" pitchFamily="49" charset="0"/>
              </a:rPr>
              <a:t>            </a:t>
            </a:r>
            <a:r>
              <a:rPr lang="en-IN" sz="2000" b="1" dirty="0" err="1">
                <a:effectLst/>
                <a:latin typeface="Courier New" panose="02070309020205020404" pitchFamily="49" charset="0"/>
                <a:ea typeface="Calibri" panose="020F0502020204030204" pitchFamily="34" charset="0"/>
                <a:cs typeface="Courier New" panose="02070309020205020404" pitchFamily="49" charset="0"/>
              </a:rPr>
              <a:t>parent.next</a:t>
            </a:r>
            <a:r>
              <a:rPr lang="en-IN" sz="2000" b="1" dirty="0">
                <a:effectLst/>
                <a:latin typeface="Courier New" panose="02070309020205020404" pitchFamily="49" charset="0"/>
                <a:ea typeface="Calibri" panose="020F0502020204030204" pitchFamily="34" charset="0"/>
                <a:cs typeface="Courier New" panose="02070309020205020404" pitchFamily="49" charset="0"/>
              </a:rPr>
              <a:t> = node;</a:t>
            </a:r>
            <a:endParaRPr lang="en-US" sz="2000" b="1" dirty="0">
              <a:effectLst/>
              <a:latin typeface="Courier New" panose="02070309020205020404" pitchFamily="49" charset="0"/>
              <a:ea typeface="Calibri" panose="020F0502020204030204" pitchFamily="34" charset="0"/>
              <a:cs typeface="Courier New" panose="02070309020205020404" pitchFamily="49" charset="0"/>
            </a:endParaRPr>
          </a:p>
          <a:p>
            <a:pPr lvl="2">
              <a:lnSpc>
                <a:spcPct val="107000"/>
              </a:lnSpc>
              <a:spcAft>
                <a:spcPts val="800"/>
              </a:spcAft>
            </a:pPr>
            <a:r>
              <a:rPr lang="en-IN" sz="2000" b="1" dirty="0">
                <a:effectLst/>
                <a:latin typeface="Courier New" panose="02070309020205020404" pitchFamily="49" charset="0"/>
                <a:ea typeface="Calibri" panose="020F0502020204030204" pitchFamily="34" charset="0"/>
                <a:cs typeface="Courier New" panose="02070309020205020404" pitchFamily="49" charset="0"/>
              </a:rPr>
              <a:t>            </a:t>
            </a:r>
            <a:r>
              <a:rPr lang="en-IN" sz="2000" b="1" dirty="0" err="1">
                <a:effectLst/>
                <a:latin typeface="Courier New" panose="02070309020205020404" pitchFamily="49" charset="0"/>
                <a:ea typeface="Calibri" panose="020F0502020204030204" pitchFamily="34" charset="0"/>
                <a:cs typeface="Courier New" panose="02070309020205020404" pitchFamily="49" charset="0"/>
              </a:rPr>
              <a:t>node.prev</a:t>
            </a:r>
            <a:r>
              <a:rPr lang="en-IN" sz="2000" b="1" dirty="0">
                <a:effectLst/>
                <a:latin typeface="Courier New" panose="02070309020205020404" pitchFamily="49" charset="0"/>
                <a:ea typeface="Calibri" panose="020F0502020204030204" pitchFamily="34" charset="0"/>
                <a:cs typeface="Courier New" panose="02070309020205020404" pitchFamily="49" charset="0"/>
              </a:rPr>
              <a:t> = parent;</a:t>
            </a:r>
            <a:endParaRPr lang="en-US" sz="2000" b="1" dirty="0">
              <a:latin typeface="Courier New" panose="02070309020205020404" pitchFamily="49" charset="0"/>
              <a:ea typeface="Calibri" panose="020F0502020204030204" pitchFamily="34" charset="0"/>
              <a:cs typeface="Courier New" panose="02070309020205020404" pitchFamily="49" charset="0"/>
            </a:endParaRPr>
          </a:p>
          <a:p>
            <a:pPr lvl="2">
              <a:lnSpc>
                <a:spcPct val="107000"/>
              </a:lnSpc>
              <a:spcAft>
                <a:spcPts val="800"/>
              </a:spcAft>
            </a:pPr>
            <a:r>
              <a:rPr lang="en-IN" sz="2000" b="1" dirty="0">
                <a:effectLst/>
                <a:latin typeface="Courier New" panose="02070309020205020404" pitchFamily="49" charset="0"/>
                <a:ea typeface="Calibri" panose="020F0502020204030204" pitchFamily="34" charset="0"/>
                <a:cs typeface="Courier New" panose="02070309020205020404" pitchFamily="49" charset="0"/>
              </a:rPr>
              <a:t>}</a:t>
            </a:r>
          </a:p>
          <a:p>
            <a:pPr lvl="2">
              <a:lnSpc>
                <a:spcPct val="107000"/>
              </a:lnSpc>
              <a:spcAft>
                <a:spcPts val="800"/>
              </a:spcAft>
            </a:pPr>
            <a:r>
              <a:rPr lang="en-IN" sz="2000" b="1" dirty="0">
                <a:effectLst/>
                <a:latin typeface="Courier New" panose="02070309020205020404" pitchFamily="49" charset="0"/>
                <a:ea typeface="Calibri" panose="020F0502020204030204" pitchFamily="34" charset="0"/>
                <a:cs typeface="Courier New" panose="02070309020205020404" pitchFamily="49" charset="0"/>
              </a:rPr>
              <a:t>else {</a:t>
            </a:r>
            <a:endParaRPr lang="en-US" sz="2000" b="1" dirty="0">
              <a:effectLst/>
              <a:latin typeface="Courier New" panose="02070309020205020404" pitchFamily="49" charset="0"/>
              <a:ea typeface="Calibri" panose="020F0502020204030204" pitchFamily="34" charset="0"/>
              <a:cs typeface="Courier New" panose="02070309020205020404" pitchFamily="49" charset="0"/>
            </a:endParaRPr>
          </a:p>
          <a:p>
            <a:pPr lvl="2">
              <a:lnSpc>
                <a:spcPct val="107000"/>
              </a:lnSpc>
              <a:spcAft>
                <a:spcPts val="800"/>
              </a:spcAft>
            </a:pPr>
            <a:r>
              <a:rPr lang="en-IN" sz="2000" b="1" dirty="0">
                <a:effectLst/>
                <a:latin typeface="Courier New" panose="02070309020205020404" pitchFamily="49" charset="0"/>
                <a:ea typeface="Calibri" panose="020F0502020204030204" pitchFamily="34" charset="0"/>
                <a:cs typeface="Courier New" panose="02070309020205020404" pitchFamily="49" charset="0"/>
              </a:rPr>
              <a:t>            </a:t>
            </a:r>
            <a:r>
              <a:rPr lang="en-IN" sz="2000" b="1" dirty="0" err="1">
                <a:effectLst/>
                <a:latin typeface="Courier New" panose="02070309020205020404" pitchFamily="49" charset="0"/>
                <a:ea typeface="Calibri" panose="020F0502020204030204" pitchFamily="34" charset="0"/>
                <a:cs typeface="Courier New" panose="02070309020205020404" pitchFamily="49" charset="0"/>
              </a:rPr>
              <a:t>parent.next</a:t>
            </a:r>
            <a:r>
              <a:rPr lang="en-IN" sz="2000" b="1" dirty="0">
                <a:effectLst/>
                <a:latin typeface="Courier New" panose="02070309020205020404" pitchFamily="49" charset="0"/>
                <a:ea typeface="Calibri" panose="020F0502020204030204" pitchFamily="34" charset="0"/>
                <a:cs typeface="Courier New" panose="02070309020205020404" pitchFamily="49" charset="0"/>
              </a:rPr>
              <a:t> = node;</a:t>
            </a:r>
            <a:endParaRPr lang="en-US" sz="2000" b="1" dirty="0">
              <a:effectLst/>
              <a:latin typeface="Courier New" panose="02070309020205020404" pitchFamily="49" charset="0"/>
              <a:ea typeface="Calibri" panose="020F0502020204030204" pitchFamily="34" charset="0"/>
              <a:cs typeface="Courier New" panose="02070309020205020404" pitchFamily="49" charset="0"/>
            </a:endParaRPr>
          </a:p>
          <a:p>
            <a:pPr lvl="2">
              <a:lnSpc>
                <a:spcPct val="107000"/>
              </a:lnSpc>
              <a:spcAft>
                <a:spcPts val="800"/>
              </a:spcAft>
            </a:pPr>
            <a:r>
              <a:rPr lang="en-IN" sz="2000" b="1" dirty="0">
                <a:effectLst/>
                <a:latin typeface="Courier New" panose="02070309020205020404" pitchFamily="49" charset="0"/>
                <a:ea typeface="Calibri" panose="020F0502020204030204" pitchFamily="34" charset="0"/>
                <a:cs typeface="Courier New" panose="02070309020205020404" pitchFamily="49" charset="0"/>
              </a:rPr>
              <a:t>            </a:t>
            </a:r>
            <a:r>
              <a:rPr lang="en-IN" sz="2000" b="1" dirty="0" err="1">
                <a:effectLst/>
                <a:latin typeface="Courier New" panose="02070309020205020404" pitchFamily="49" charset="0"/>
                <a:ea typeface="Calibri" panose="020F0502020204030204" pitchFamily="34" charset="0"/>
                <a:cs typeface="Courier New" panose="02070309020205020404" pitchFamily="49" charset="0"/>
              </a:rPr>
              <a:t>node.prev</a:t>
            </a:r>
            <a:r>
              <a:rPr lang="en-IN" sz="2000" b="1" dirty="0">
                <a:effectLst/>
                <a:latin typeface="Courier New" panose="02070309020205020404" pitchFamily="49" charset="0"/>
                <a:ea typeface="Calibri" panose="020F0502020204030204" pitchFamily="34" charset="0"/>
                <a:cs typeface="Courier New" panose="02070309020205020404" pitchFamily="49" charset="0"/>
              </a:rPr>
              <a:t> = parent;</a:t>
            </a:r>
            <a:endParaRPr lang="en-US" sz="2000" b="1" dirty="0">
              <a:effectLst/>
              <a:latin typeface="Courier New" panose="02070309020205020404" pitchFamily="49" charset="0"/>
              <a:ea typeface="Calibri" panose="020F0502020204030204" pitchFamily="34" charset="0"/>
              <a:cs typeface="Courier New" panose="02070309020205020404" pitchFamily="49" charset="0"/>
            </a:endParaRPr>
          </a:p>
          <a:p>
            <a:pPr lvl="2">
              <a:lnSpc>
                <a:spcPct val="107000"/>
              </a:lnSpc>
              <a:spcAft>
                <a:spcPts val="800"/>
              </a:spcAft>
            </a:pPr>
            <a:r>
              <a:rPr lang="en-IN" sz="2000" b="1" dirty="0">
                <a:effectLst/>
                <a:latin typeface="Courier New" panose="02070309020205020404" pitchFamily="49" charset="0"/>
                <a:ea typeface="Calibri" panose="020F0502020204030204" pitchFamily="34" charset="0"/>
                <a:cs typeface="Courier New" panose="02070309020205020404" pitchFamily="49" charset="0"/>
              </a:rPr>
              <a:t>            </a:t>
            </a:r>
            <a:r>
              <a:rPr lang="en-IN" sz="2000" b="1" dirty="0" err="1">
                <a:effectLst/>
                <a:latin typeface="Courier New" panose="02070309020205020404" pitchFamily="49" charset="0"/>
                <a:ea typeface="Calibri" panose="020F0502020204030204" pitchFamily="34" charset="0"/>
                <a:cs typeface="Courier New" panose="02070309020205020404" pitchFamily="49" charset="0"/>
              </a:rPr>
              <a:t>node.next</a:t>
            </a:r>
            <a:r>
              <a:rPr lang="en-IN" sz="2000" b="1" dirty="0">
                <a:effectLst/>
                <a:latin typeface="Courier New" panose="02070309020205020404" pitchFamily="49" charset="0"/>
                <a:ea typeface="Calibri" panose="020F0502020204030204" pitchFamily="34" charset="0"/>
                <a:cs typeface="Courier New" panose="02070309020205020404" pitchFamily="49" charset="0"/>
              </a:rPr>
              <a:t> = temp;</a:t>
            </a:r>
            <a:endParaRPr lang="en-US" sz="2000" b="1" dirty="0">
              <a:effectLst/>
              <a:latin typeface="Courier New" panose="02070309020205020404" pitchFamily="49" charset="0"/>
              <a:ea typeface="Calibri" panose="020F0502020204030204" pitchFamily="34" charset="0"/>
              <a:cs typeface="Courier New" panose="02070309020205020404" pitchFamily="49" charset="0"/>
            </a:endParaRPr>
          </a:p>
          <a:p>
            <a:pPr lvl="2">
              <a:lnSpc>
                <a:spcPct val="107000"/>
              </a:lnSpc>
              <a:spcAft>
                <a:spcPts val="800"/>
              </a:spcAft>
            </a:pPr>
            <a:r>
              <a:rPr lang="en-IN" sz="2000" b="1" dirty="0">
                <a:effectLst/>
                <a:latin typeface="Courier New" panose="02070309020205020404" pitchFamily="49" charset="0"/>
                <a:ea typeface="Calibri" panose="020F0502020204030204" pitchFamily="34" charset="0"/>
                <a:cs typeface="Courier New" panose="02070309020205020404" pitchFamily="49" charset="0"/>
              </a:rPr>
              <a:t>            </a:t>
            </a:r>
            <a:r>
              <a:rPr lang="en-IN" sz="2000" b="1" dirty="0" err="1">
                <a:effectLst/>
                <a:latin typeface="Courier New" panose="02070309020205020404" pitchFamily="49" charset="0"/>
                <a:ea typeface="Calibri" panose="020F0502020204030204" pitchFamily="34" charset="0"/>
                <a:cs typeface="Courier New" panose="02070309020205020404" pitchFamily="49" charset="0"/>
              </a:rPr>
              <a:t>temp.prev</a:t>
            </a:r>
            <a:r>
              <a:rPr lang="en-IN" sz="2000" b="1" dirty="0">
                <a:effectLst/>
                <a:latin typeface="Courier New" panose="02070309020205020404" pitchFamily="49" charset="0"/>
                <a:ea typeface="Calibri" panose="020F0502020204030204" pitchFamily="34" charset="0"/>
                <a:cs typeface="Courier New" panose="02070309020205020404" pitchFamily="49" charset="0"/>
              </a:rPr>
              <a:t> = node;</a:t>
            </a:r>
            <a:endParaRPr lang="en-US" sz="2000" b="1" dirty="0">
              <a:effectLst/>
              <a:latin typeface="Courier New" panose="02070309020205020404" pitchFamily="49" charset="0"/>
              <a:ea typeface="Calibri" panose="020F0502020204030204" pitchFamily="34" charset="0"/>
              <a:cs typeface="Courier New" panose="02070309020205020404" pitchFamily="49" charset="0"/>
            </a:endParaRPr>
          </a:p>
          <a:p>
            <a:pPr lvl="2">
              <a:lnSpc>
                <a:spcPct val="107000"/>
              </a:lnSpc>
              <a:spcAft>
                <a:spcPts val="800"/>
              </a:spcAft>
            </a:pPr>
            <a:r>
              <a:rPr lang="en-IN" sz="2000" b="1" dirty="0">
                <a:effectLst/>
                <a:latin typeface="Courier New" panose="02070309020205020404" pitchFamily="49" charset="0"/>
                <a:ea typeface="Calibri" panose="020F0502020204030204" pitchFamily="34" charset="0"/>
                <a:cs typeface="Courier New" panose="02070309020205020404" pitchFamily="49" charset="0"/>
              </a:rPr>
              <a:t> }</a:t>
            </a:r>
            <a:r>
              <a:rPr lang="en-US" sz="2000" b="1" dirty="0">
                <a:latin typeface="Courier New" panose="02070309020205020404" pitchFamily="49" charset="0"/>
                <a:ea typeface="Calibri" panose="020F0502020204030204" pitchFamily="34" charset="0"/>
                <a:cs typeface="Courier New" panose="02070309020205020404" pitchFamily="49" charset="0"/>
              </a:rPr>
              <a:t> </a:t>
            </a:r>
          </a:p>
          <a:p>
            <a:pPr lvl="1">
              <a:lnSpc>
                <a:spcPct val="107000"/>
              </a:lnSpc>
              <a:spcAft>
                <a:spcPts val="800"/>
              </a:spcAft>
            </a:pPr>
            <a:r>
              <a:rPr lang="en-IN" sz="2000" b="1" dirty="0">
                <a:effectLst/>
                <a:latin typeface="Courier New" panose="02070309020205020404" pitchFamily="49" charset="0"/>
                <a:ea typeface="Calibri" panose="020F0502020204030204" pitchFamily="34" charset="0"/>
                <a:cs typeface="Courier New" panose="02070309020205020404" pitchFamily="49" charset="0"/>
              </a:rPr>
              <a:t> }</a:t>
            </a:r>
            <a:endParaRPr lang="en-US" sz="2000" b="1" dirty="0">
              <a:latin typeface="Courier New" panose="02070309020205020404" pitchFamily="49" charset="0"/>
              <a:ea typeface="Calibri" panose="020F0502020204030204" pitchFamily="34" charset="0"/>
              <a:cs typeface="Courier New" panose="02070309020205020404" pitchFamily="49" charset="0"/>
            </a:endParaRPr>
          </a:p>
          <a:p>
            <a:pPr lvl="1">
              <a:lnSpc>
                <a:spcPct val="107000"/>
              </a:lnSpc>
              <a:spcAft>
                <a:spcPts val="800"/>
              </a:spcAft>
            </a:pPr>
            <a:r>
              <a:rPr lang="en-IN" sz="2000" b="1" dirty="0">
                <a:effectLst/>
                <a:latin typeface="Courier New" panose="02070309020205020404" pitchFamily="49" charset="0"/>
                <a:ea typeface="Calibri" panose="020F0502020204030204" pitchFamily="34" charset="0"/>
                <a:cs typeface="Courier New" panose="02070309020205020404" pitchFamily="49" charset="0"/>
              </a:rPr>
              <a:t> private static int peek() {</a:t>
            </a:r>
            <a:endParaRPr lang="en-US" sz="2000" b="1" dirty="0">
              <a:effectLst/>
              <a:latin typeface="Courier New" panose="02070309020205020404" pitchFamily="49" charset="0"/>
              <a:ea typeface="Calibri" panose="020F0502020204030204" pitchFamily="34" charset="0"/>
              <a:cs typeface="Courier New" panose="02070309020205020404" pitchFamily="49" charset="0"/>
            </a:endParaRPr>
          </a:p>
          <a:p>
            <a:pPr marL="0" marR="0">
              <a:lnSpc>
                <a:spcPct val="107000"/>
              </a:lnSpc>
              <a:spcBef>
                <a:spcPts val="0"/>
              </a:spcBef>
              <a:spcAft>
                <a:spcPts val="800"/>
              </a:spcAft>
            </a:pPr>
            <a:r>
              <a:rPr lang="en-IN" sz="2000" b="1" dirty="0">
                <a:effectLst/>
                <a:latin typeface="Courier New" panose="02070309020205020404" pitchFamily="49" charset="0"/>
                <a:ea typeface="Calibri" panose="020F0502020204030204" pitchFamily="34" charset="0"/>
                <a:cs typeface="Courier New" panose="02070309020205020404" pitchFamily="49" charset="0"/>
              </a:rPr>
              <a:t>        	if (head != null) {</a:t>
            </a:r>
            <a:endParaRPr lang="en-US" sz="2000" b="1" dirty="0">
              <a:effectLst/>
              <a:latin typeface="Courier New" panose="02070309020205020404" pitchFamily="49" charset="0"/>
              <a:ea typeface="Calibri" panose="020F0502020204030204" pitchFamily="34" charset="0"/>
              <a:cs typeface="Courier New" panose="02070309020205020404" pitchFamily="49" charset="0"/>
            </a:endParaRPr>
          </a:p>
          <a:p>
            <a:pPr marL="0" marR="0">
              <a:lnSpc>
                <a:spcPct val="107000"/>
              </a:lnSpc>
              <a:spcBef>
                <a:spcPts val="0"/>
              </a:spcBef>
              <a:spcAft>
                <a:spcPts val="800"/>
              </a:spcAft>
            </a:pPr>
            <a:r>
              <a:rPr lang="en-IN" sz="2000" b="1" dirty="0">
                <a:effectLst/>
                <a:latin typeface="Courier New" panose="02070309020205020404" pitchFamily="49" charset="0"/>
                <a:ea typeface="Calibri" panose="020F0502020204030204" pitchFamily="34" charset="0"/>
                <a:cs typeface="Courier New" panose="02070309020205020404" pitchFamily="49" charset="0"/>
              </a:rPr>
              <a:t>            		return </a:t>
            </a:r>
            <a:r>
              <a:rPr lang="en-IN" sz="2000" b="1" dirty="0" err="1">
                <a:effectLst/>
                <a:latin typeface="Courier New" panose="02070309020205020404" pitchFamily="49" charset="0"/>
                <a:ea typeface="Calibri" panose="020F0502020204030204" pitchFamily="34" charset="0"/>
                <a:cs typeface="Courier New" panose="02070309020205020404" pitchFamily="49" charset="0"/>
              </a:rPr>
              <a:t>head.data</a:t>
            </a:r>
            <a:r>
              <a:rPr lang="en-IN" sz="2000" b="1" dirty="0">
                <a:effectLst/>
                <a:latin typeface="Courier New" panose="02070309020205020404" pitchFamily="49" charset="0"/>
                <a:ea typeface="Calibri" panose="020F0502020204030204" pitchFamily="34" charset="0"/>
                <a:cs typeface="Courier New" panose="02070309020205020404" pitchFamily="49" charset="0"/>
              </a:rPr>
              <a:t>;</a:t>
            </a:r>
            <a:endParaRPr lang="en-US" sz="2000" b="1" dirty="0">
              <a:effectLst/>
              <a:latin typeface="Courier New" panose="02070309020205020404" pitchFamily="49" charset="0"/>
              <a:ea typeface="Calibri" panose="020F0502020204030204" pitchFamily="34" charset="0"/>
              <a:cs typeface="Courier New" panose="02070309020205020404" pitchFamily="49" charset="0"/>
            </a:endParaRPr>
          </a:p>
          <a:p>
            <a:pPr marL="0" marR="0">
              <a:lnSpc>
                <a:spcPct val="107000"/>
              </a:lnSpc>
              <a:spcBef>
                <a:spcPts val="0"/>
              </a:spcBef>
              <a:spcAft>
                <a:spcPts val="800"/>
              </a:spcAft>
            </a:pPr>
            <a:r>
              <a:rPr lang="en-IN" sz="2000" b="1" dirty="0">
                <a:effectLst/>
                <a:latin typeface="Courier New" panose="02070309020205020404" pitchFamily="49" charset="0"/>
                <a:ea typeface="Calibri" panose="020F0502020204030204" pitchFamily="34" charset="0"/>
                <a:cs typeface="Courier New" panose="02070309020205020404" pitchFamily="49" charset="0"/>
              </a:rPr>
              <a:t>        	}</a:t>
            </a:r>
            <a:endParaRPr lang="en-US" sz="2000" b="1" dirty="0">
              <a:effectLst/>
              <a:latin typeface="Courier New" panose="02070309020205020404" pitchFamily="49" charset="0"/>
              <a:ea typeface="Calibri" panose="020F0502020204030204" pitchFamily="34" charset="0"/>
              <a:cs typeface="Courier New" panose="02070309020205020404" pitchFamily="49" charset="0"/>
            </a:endParaRPr>
          </a:p>
          <a:p>
            <a:pPr marL="0" marR="0">
              <a:lnSpc>
                <a:spcPct val="107000"/>
              </a:lnSpc>
              <a:spcBef>
                <a:spcPts val="0"/>
              </a:spcBef>
              <a:spcAft>
                <a:spcPts val="800"/>
              </a:spcAft>
            </a:pPr>
            <a:r>
              <a:rPr lang="en-IN" sz="2000" b="1" dirty="0">
                <a:effectLst/>
                <a:latin typeface="Courier New" panose="02070309020205020404" pitchFamily="49" charset="0"/>
                <a:ea typeface="Calibri" panose="020F0502020204030204" pitchFamily="34" charset="0"/>
                <a:cs typeface="Courier New" panose="02070309020205020404" pitchFamily="49" charset="0"/>
              </a:rPr>
              <a:t>        	return -1; }</a:t>
            </a: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3" name="Picture 2">
            <a:extLst>
              <a:ext uri="{FF2B5EF4-FFF2-40B4-BE49-F238E27FC236}">
                <a16:creationId xmlns:a16="http://schemas.microsoft.com/office/drawing/2014/main" id="{181C2DD5-DE0A-B0A7-7FF6-CC09F60F989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326181526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fade">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fade">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fade">
                                      <p:cBhvr>
                                        <p:cTn id="32" dur="500"/>
                                        <p:tgtEl>
                                          <p:spTgt spid="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animEffect transition="in" filter="fade">
                                      <p:cBhvr>
                                        <p:cTn id="37" dur="500"/>
                                        <p:tgtEl>
                                          <p:spTgt spid="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
                                            <p:txEl>
                                              <p:pRg st="7" end="7"/>
                                            </p:txEl>
                                          </p:spTgt>
                                        </p:tgtEl>
                                        <p:attrNameLst>
                                          <p:attrName>style.visibility</p:attrName>
                                        </p:attrNameLst>
                                      </p:cBhvr>
                                      <p:to>
                                        <p:strVal val="visible"/>
                                      </p:to>
                                    </p:set>
                                    <p:animEffect transition="in" filter="fade">
                                      <p:cBhvr>
                                        <p:cTn id="42" dur="500"/>
                                        <p:tgtEl>
                                          <p:spTgt spid="2">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
                                            <p:txEl>
                                              <p:pRg st="8" end="8"/>
                                            </p:txEl>
                                          </p:spTgt>
                                        </p:tgtEl>
                                        <p:attrNameLst>
                                          <p:attrName>style.visibility</p:attrName>
                                        </p:attrNameLst>
                                      </p:cBhvr>
                                      <p:to>
                                        <p:strVal val="visible"/>
                                      </p:to>
                                    </p:set>
                                    <p:animEffect transition="in" filter="fade">
                                      <p:cBhvr>
                                        <p:cTn id="47" dur="500"/>
                                        <p:tgtEl>
                                          <p:spTgt spid="2">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2">
                                            <p:txEl>
                                              <p:pRg st="9" end="9"/>
                                            </p:txEl>
                                          </p:spTgt>
                                        </p:tgtEl>
                                        <p:attrNameLst>
                                          <p:attrName>style.visibility</p:attrName>
                                        </p:attrNameLst>
                                      </p:cBhvr>
                                      <p:to>
                                        <p:strVal val="visible"/>
                                      </p:to>
                                    </p:set>
                                    <p:animEffect transition="in" filter="fade">
                                      <p:cBhvr>
                                        <p:cTn id="52" dur="500"/>
                                        <p:tgtEl>
                                          <p:spTgt spid="2">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2">
                                            <p:txEl>
                                              <p:pRg st="10" end="10"/>
                                            </p:txEl>
                                          </p:spTgt>
                                        </p:tgtEl>
                                        <p:attrNameLst>
                                          <p:attrName>style.visibility</p:attrName>
                                        </p:attrNameLst>
                                      </p:cBhvr>
                                      <p:to>
                                        <p:strVal val="visible"/>
                                      </p:to>
                                    </p:set>
                                    <p:animEffect transition="in" filter="fade">
                                      <p:cBhvr>
                                        <p:cTn id="57" dur="500"/>
                                        <p:tgtEl>
                                          <p:spTgt spid="2">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2">
                                            <p:txEl>
                                              <p:pRg st="11" end="11"/>
                                            </p:txEl>
                                          </p:spTgt>
                                        </p:tgtEl>
                                        <p:attrNameLst>
                                          <p:attrName>style.visibility</p:attrName>
                                        </p:attrNameLst>
                                      </p:cBhvr>
                                      <p:to>
                                        <p:strVal val="visible"/>
                                      </p:to>
                                    </p:set>
                                    <p:animEffect transition="in" filter="fade">
                                      <p:cBhvr>
                                        <p:cTn id="62" dur="500"/>
                                        <p:tgtEl>
                                          <p:spTgt spid="2">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2">
                                            <p:txEl>
                                              <p:pRg st="12" end="12"/>
                                            </p:txEl>
                                          </p:spTgt>
                                        </p:tgtEl>
                                        <p:attrNameLst>
                                          <p:attrName>style.visibility</p:attrName>
                                        </p:attrNameLst>
                                      </p:cBhvr>
                                      <p:to>
                                        <p:strVal val="visible"/>
                                      </p:to>
                                    </p:set>
                                    <p:animEffect transition="in" filter="fade">
                                      <p:cBhvr>
                                        <p:cTn id="67" dur="500"/>
                                        <p:tgtEl>
                                          <p:spTgt spid="2">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2">
                                            <p:txEl>
                                              <p:pRg st="13" end="13"/>
                                            </p:txEl>
                                          </p:spTgt>
                                        </p:tgtEl>
                                        <p:attrNameLst>
                                          <p:attrName>style.visibility</p:attrName>
                                        </p:attrNameLst>
                                      </p:cBhvr>
                                      <p:to>
                                        <p:strVal val="visible"/>
                                      </p:to>
                                    </p:set>
                                    <p:animEffect transition="in" filter="fade">
                                      <p:cBhvr>
                                        <p:cTn id="72" dur="500"/>
                                        <p:tgtEl>
                                          <p:spTgt spid="2">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2">
                                            <p:txEl>
                                              <p:pRg st="14" end="14"/>
                                            </p:txEl>
                                          </p:spTgt>
                                        </p:tgtEl>
                                        <p:attrNameLst>
                                          <p:attrName>style.visibility</p:attrName>
                                        </p:attrNameLst>
                                      </p:cBhvr>
                                      <p:to>
                                        <p:strVal val="visible"/>
                                      </p:to>
                                    </p:set>
                                    <p:animEffect transition="in" filter="fade">
                                      <p:cBhvr>
                                        <p:cTn id="77" dur="500"/>
                                        <p:tgtEl>
                                          <p:spTgt spid="2">
                                            <p:txEl>
                                              <p:pRg st="14" end="14"/>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2">
                                            <p:txEl>
                                              <p:pRg st="15" end="15"/>
                                            </p:txEl>
                                          </p:spTgt>
                                        </p:tgtEl>
                                        <p:attrNameLst>
                                          <p:attrName>style.visibility</p:attrName>
                                        </p:attrNameLst>
                                      </p:cBhvr>
                                      <p:to>
                                        <p:strVal val="visible"/>
                                      </p:to>
                                    </p:set>
                                    <p:animEffect transition="in" filter="fade">
                                      <p:cBhvr>
                                        <p:cTn id="82" dur="500"/>
                                        <p:tgtEl>
                                          <p:spTgt spid="2">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pPr lvl="1">
              <a:lnSpc>
                <a:spcPct val="107000"/>
              </a:lnSpc>
              <a:spcAft>
                <a:spcPts val="800"/>
              </a:spcAft>
            </a:pPr>
            <a:r>
              <a:rPr lang="en-IN" sz="2000" b="1" dirty="0">
                <a:effectLst/>
                <a:latin typeface="Courier New" panose="02070309020205020404" pitchFamily="49" charset="0"/>
                <a:ea typeface="Calibri" panose="020F0502020204030204" pitchFamily="34" charset="0"/>
                <a:cs typeface="Courier New" panose="02070309020205020404" pitchFamily="49" charset="0"/>
              </a:rPr>
              <a:t>private static int pop() {</a:t>
            </a:r>
            <a:endParaRPr lang="en-US" sz="2000" b="1" dirty="0">
              <a:latin typeface="Courier New" panose="02070309020205020404" pitchFamily="49" charset="0"/>
              <a:ea typeface="Calibri" panose="020F0502020204030204" pitchFamily="34" charset="0"/>
              <a:cs typeface="Courier New" panose="02070309020205020404" pitchFamily="49" charset="0"/>
            </a:endParaRPr>
          </a:p>
          <a:p>
            <a:pPr lvl="1">
              <a:lnSpc>
                <a:spcPct val="107000"/>
              </a:lnSpc>
              <a:spcAft>
                <a:spcPts val="800"/>
              </a:spcAft>
            </a:pPr>
            <a:r>
              <a:rPr lang="en-US" sz="2000" b="1" dirty="0">
                <a:effectLst/>
                <a:latin typeface="Courier New" panose="02070309020205020404" pitchFamily="49" charset="0"/>
                <a:ea typeface="Calibri" panose="020F0502020204030204" pitchFamily="34" charset="0"/>
                <a:cs typeface="Courier New" panose="02070309020205020404" pitchFamily="49" charset="0"/>
              </a:rPr>
              <a:t>	</a:t>
            </a:r>
            <a:r>
              <a:rPr lang="en-IN" sz="2000" b="1" dirty="0">
                <a:effectLst/>
                <a:latin typeface="Courier New" panose="02070309020205020404" pitchFamily="49" charset="0"/>
                <a:ea typeface="Calibri" panose="020F0502020204030204" pitchFamily="34" charset="0"/>
                <a:cs typeface="Courier New" panose="02070309020205020404" pitchFamily="49" charset="0"/>
              </a:rPr>
              <a:t>if (head != null) {</a:t>
            </a:r>
            <a:endParaRPr lang="en-US" sz="2000" b="1" dirty="0">
              <a:latin typeface="Courier New" panose="02070309020205020404" pitchFamily="49" charset="0"/>
              <a:ea typeface="Calibri" panose="020F0502020204030204" pitchFamily="34" charset="0"/>
              <a:cs typeface="Courier New" panose="02070309020205020404" pitchFamily="49" charset="0"/>
            </a:endParaRPr>
          </a:p>
          <a:p>
            <a:pPr lvl="1">
              <a:lnSpc>
                <a:spcPct val="107000"/>
              </a:lnSpc>
              <a:spcAft>
                <a:spcPts val="800"/>
              </a:spcAft>
            </a:pPr>
            <a:r>
              <a:rPr lang="en-US" sz="2000" b="1" dirty="0">
                <a:effectLst/>
                <a:latin typeface="Courier New" panose="02070309020205020404" pitchFamily="49" charset="0"/>
                <a:ea typeface="Calibri" panose="020F0502020204030204" pitchFamily="34" charset="0"/>
                <a:cs typeface="Courier New" panose="02070309020205020404" pitchFamily="49" charset="0"/>
              </a:rPr>
              <a:t>		</a:t>
            </a:r>
            <a:r>
              <a:rPr lang="en-IN" sz="2000" b="1" dirty="0">
                <a:effectLst/>
                <a:latin typeface="Courier New" panose="02070309020205020404" pitchFamily="49" charset="0"/>
                <a:ea typeface="Calibri" panose="020F0502020204030204" pitchFamily="34" charset="0"/>
                <a:cs typeface="Courier New" panose="02070309020205020404" pitchFamily="49" charset="0"/>
              </a:rPr>
              <a:t>int </a:t>
            </a:r>
            <a:r>
              <a:rPr lang="en-IN" sz="2000" b="1" dirty="0" err="1">
                <a:effectLst/>
                <a:latin typeface="Courier New" panose="02070309020205020404" pitchFamily="49" charset="0"/>
                <a:ea typeface="Calibri" panose="020F0502020204030204" pitchFamily="34" charset="0"/>
                <a:cs typeface="Courier New" panose="02070309020205020404" pitchFamily="49" charset="0"/>
              </a:rPr>
              <a:t>curr</a:t>
            </a:r>
            <a:r>
              <a:rPr lang="en-IN" sz="2000" b="1" dirty="0">
                <a:effectLst/>
                <a:latin typeface="Courier New" panose="02070309020205020404" pitchFamily="49" charset="0"/>
                <a:ea typeface="Calibri" panose="020F0502020204030204" pitchFamily="34" charset="0"/>
                <a:cs typeface="Courier New" panose="02070309020205020404" pitchFamily="49" charset="0"/>
              </a:rPr>
              <a:t> = </a:t>
            </a:r>
            <a:r>
              <a:rPr lang="en-IN" sz="2000" b="1" dirty="0" err="1">
                <a:effectLst/>
                <a:latin typeface="Courier New" panose="02070309020205020404" pitchFamily="49" charset="0"/>
                <a:ea typeface="Calibri" panose="020F0502020204030204" pitchFamily="34" charset="0"/>
                <a:cs typeface="Courier New" panose="02070309020205020404" pitchFamily="49" charset="0"/>
              </a:rPr>
              <a:t>head.data</a:t>
            </a:r>
            <a:r>
              <a:rPr lang="en-IN" sz="2000" b="1" dirty="0">
                <a:effectLst/>
                <a:latin typeface="Courier New" panose="02070309020205020404" pitchFamily="49" charset="0"/>
                <a:ea typeface="Calibri" panose="020F0502020204030204" pitchFamily="34" charset="0"/>
                <a:cs typeface="Courier New" panose="02070309020205020404" pitchFamily="49" charset="0"/>
              </a:rPr>
              <a:t>;</a:t>
            </a:r>
            <a:endParaRPr lang="en-US" sz="2000" b="1" dirty="0">
              <a:effectLst/>
              <a:latin typeface="Courier New" panose="02070309020205020404" pitchFamily="49" charset="0"/>
              <a:ea typeface="Calibri" panose="020F0502020204030204" pitchFamily="34" charset="0"/>
              <a:cs typeface="Courier New" panose="02070309020205020404" pitchFamily="49" charset="0"/>
            </a:endParaRPr>
          </a:p>
          <a:p>
            <a:pPr lvl="1">
              <a:lnSpc>
                <a:spcPct val="107000"/>
              </a:lnSpc>
              <a:spcAft>
                <a:spcPts val="800"/>
              </a:spcAft>
            </a:pPr>
            <a:r>
              <a:rPr lang="en-IN" sz="2000" b="1" dirty="0">
                <a:effectLst/>
                <a:latin typeface="Courier New" panose="02070309020205020404" pitchFamily="49" charset="0"/>
                <a:ea typeface="Calibri" panose="020F0502020204030204" pitchFamily="34" charset="0"/>
                <a:cs typeface="Courier New" panose="02070309020205020404" pitchFamily="49" charset="0"/>
              </a:rPr>
              <a:t>         head = </a:t>
            </a:r>
            <a:r>
              <a:rPr lang="en-IN" sz="2000" b="1" dirty="0" err="1">
                <a:effectLst/>
                <a:latin typeface="Courier New" panose="02070309020205020404" pitchFamily="49" charset="0"/>
                <a:ea typeface="Calibri" panose="020F0502020204030204" pitchFamily="34" charset="0"/>
                <a:cs typeface="Courier New" panose="02070309020205020404" pitchFamily="49" charset="0"/>
              </a:rPr>
              <a:t>head.next</a:t>
            </a:r>
            <a:r>
              <a:rPr lang="en-IN" sz="2000" b="1" dirty="0">
                <a:effectLst/>
                <a:latin typeface="Courier New" panose="02070309020205020404" pitchFamily="49" charset="0"/>
                <a:ea typeface="Calibri" panose="020F0502020204030204" pitchFamily="34" charset="0"/>
                <a:cs typeface="Courier New" panose="02070309020205020404" pitchFamily="49" charset="0"/>
              </a:rPr>
              <a:t>;</a:t>
            </a:r>
          </a:p>
          <a:p>
            <a:pPr lvl="1">
              <a:lnSpc>
                <a:spcPct val="107000"/>
              </a:lnSpc>
              <a:spcAft>
                <a:spcPts val="800"/>
              </a:spcAft>
            </a:pPr>
            <a:r>
              <a:rPr lang="en-IN" sz="2000" b="1" dirty="0">
                <a:latin typeface="Courier New" panose="02070309020205020404" pitchFamily="49" charset="0"/>
                <a:ea typeface="Calibri" panose="020F0502020204030204" pitchFamily="34" charset="0"/>
                <a:cs typeface="Courier New" panose="02070309020205020404" pitchFamily="49" charset="0"/>
              </a:rPr>
              <a:t>		</a:t>
            </a:r>
            <a:r>
              <a:rPr lang="en-IN" sz="2000" b="1" dirty="0">
                <a:effectLst/>
                <a:latin typeface="Courier New" panose="02070309020205020404" pitchFamily="49" charset="0"/>
                <a:ea typeface="Calibri" panose="020F0502020204030204" pitchFamily="34" charset="0"/>
                <a:cs typeface="Courier New" panose="02070309020205020404" pitchFamily="49" charset="0"/>
              </a:rPr>
              <a:t>if (head != null)</a:t>
            </a:r>
          </a:p>
          <a:p>
            <a:pPr lvl="1">
              <a:lnSpc>
                <a:spcPct val="107000"/>
              </a:lnSpc>
              <a:spcAft>
                <a:spcPts val="800"/>
              </a:spcAft>
            </a:pPr>
            <a:r>
              <a:rPr lang="en-IN" sz="2000" b="1" dirty="0">
                <a:latin typeface="Courier New" panose="02070309020205020404" pitchFamily="49" charset="0"/>
                <a:ea typeface="Calibri" panose="020F0502020204030204" pitchFamily="34" charset="0"/>
                <a:cs typeface="Courier New" panose="02070309020205020404" pitchFamily="49" charset="0"/>
              </a:rPr>
              <a:t>			</a:t>
            </a:r>
            <a:r>
              <a:rPr lang="en-IN" sz="2000" b="1" dirty="0" err="1">
                <a:effectLst/>
                <a:latin typeface="Courier New" panose="02070309020205020404" pitchFamily="49" charset="0"/>
                <a:ea typeface="Calibri" panose="020F0502020204030204" pitchFamily="34" charset="0"/>
                <a:cs typeface="Courier New" panose="02070309020205020404" pitchFamily="49" charset="0"/>
              </a:rPr>
              <a:t>head.prev</a:t>
            </a:r>
            <a:r>
              <a:rPr lang="en-IN" sz="2000" b="1" dirty="0">
                <a:effectLst/>
                <a:latin typeface="Courier New" panose="02070309020205020404" pitchFamily="49" charset="0"/>
                <a:ea typeface="Calibri" panose="020F0502020204030204" pitchFamily="34" charset="0"/>
                <a:cs typeface="Courier New" panose="02070309020205020404" pitchFamily="49" charset="0"/>
              </a:rPr>
              <a:t> = null;</a:t>
            </a:r>
            <a:endParaRPr lang="en-US" sz="2000" b="1" dirty="0">
              <a:effectLst/>
              <a:latin typeface="Courier New" panose="02070309020205020404" pitchFamily="49" charset="0"/>
              <a:ea typeface="Calibri" panose="020F0502020204030204" pitchFamily="34" charset="0"/>
              <a:cs typeface="Courier New" panose="02070309020205020404" pitchFamily="49" charset="0"/>
            </a:endParaRPr>
          </a:p>
          <a:p>
            <a:pPr lvl="2">
              <a:lnSpc>
                <a:spcPct val="107000"/>
              </a:lnSpc>
              <a:spcAft>
                <a:spcPts val="800"/>
              </a:spcAft>
            </a:pPr>
            <a:r>
              <a:rPr lang="en-IN" sz="2000" b="1" dirty="0">
                <a:effectLst/>
                <a:latin typeface="Courier New" panose="02070309020205020404" pitchFamily="49" charset="0"/>
                <a:ea typeface="Calibri" panose="020F0502020204030204" pitchFamily="34" charset="0"/>
                <a:cs typeface="Courier New" panose="02070309020205020404" pitchFamily="49" charset="0"/>
              </a:rPr>
              <a:t>      return </a:t>
            </a:r>
            <a:r>
              <a:rPr lang="en-IN" sz="2000" b="1" dirty="0" err="1">
                <a:effectLst/>
                <a:latin typeface="Courier New" panose="02070309020205020404" pitchFamily="49" charset="0"/>
                <a:ea typeface="Calibri" panose="020F0502020204030204" pitchFamily="34" charset="0"/>
                <a:cs typeface="Courier New" panose="02070309020205020404" pitchFamily="49" charset="0"/>
              </a:rPr>
              <a:t>curr</a:t>
            </a:r>
            <a:r>
              <a:rPr lang="en-IN" sz="2000" b="1" dirty="0">
                <a:effectLst/>
                <a:latin typeface="Courier New" panose="02070309020205020404" pitchFamily="49" charset="0"/>
                <a:ea typeface="Calibri" panose="020F0502020204030204" pitchFamily="34" charset="0"/>
                <a:cs typeface="Courier New" panose="02070309020205020404" pitchFamily="49" charset="0"/>
              </a:rPr>
              <a:t>;</a:t>
            </a:r>
            <a:endParaRPr lang="en-US" sz="2000" b="1" dirty="0">
              <a:effectLst/>
              <a:latin typeface="Courier New" panose="02070309020205020404" pitchFamily="49" charset="0"/>
              <a:ea typeface="Calibri" panose="020F0502020204030204" pitchFamily="34" charset="0"/>
              <a:cs typeface="Courier New" panose="02070309020205020404" pitchFamily="49" charset="0"/>
            </a:endParaRPr>
          </a:p>
          <a:p>
            <a:pPr lvl="2">
              <a:lnSpc>
                <a:spcPct val="107000"/>
              </a:lnSpc>
              <a:spcAft>
                <a:spcPts val="800"/>
              </a:spcAft>
            </a:pPr>
            <a:r>
              <a:rPr lang="en-IN" sz="2000" b="1" dirty="0">
                <a:effectLst/>
                <a:latin typeface="Courier New" panose="02070309020205020404" pitchFamily="49" charset="0"/>
                <a:ea typeface="Calibri" panose="020F0502020204030204" pitchFamily="34" charset="0"/>
                <a:cs typeface="Courier New" panose="02070309020205020404" pitchFamily="49" charset="0"/>
              </a:rPr>
              <a:t>}</a:t>
            </a:r>
            <a:endParaRPr lang="en-US" sz="2000" b="1" dirty="0">
              <a:effectLst/>
              <a:latin typeface="Courier New" panose="02070309020205020404" pitchFamily="49" charset="0"/>
              <a:ea typeface="Calibri" panose="020F0502020204030204" pitchFamily="34" charset="0"/>
              <a:cs typeface="Courier New" panose="02070309020205020404" pitchFamily="49" charset="0"/>
            </a:endParaRPr>
          </a:p>
          <a:p>
            <a:pPr lvl="2">
              <a:lnSpc>
                <a:spcPct val="107000"/>
              </a:lnSpc>
              <a:spcAft>
                <a:spcPts val="800"/>
              </a:spcAft>
            </a:pPr>
            <a:r>
              <a:rPr lang="en-IN" sz="2000" b="1" dirty="0">
                <a:effectLst/>
                <a:latin typeface="Courier New" panose="02070309020205020404" pitchFamily="49" charset="0"/>
                <a:ea typeface="Calibri" panose="020F0502020204030204" pitchFamily="34" charset="0"/>
                <a:cs typeface="Courier New" panose="02070309020205020404" pitchFamily="49" charset="0"/>
              </a:rPr>
              <a:t>return -1;  </a:t>
            </a:r>
          </a:p>
          <a:p>
            <a:pPr lvl="1">
              <a:lnSpc>
                <a:spcPct val="107000"/>
              </a:lnSpc>
              <a:spcAft>
                <a:spcPts val="800"/>
              </a:spcAft>
            </a:pPr>
            <a:r>
              <a:rPr lang="en-IN" sz="2000" b="1" dirty="0">
                <a:effectLst/>
                <a:latin typeface="Courier New" panose="02070309020205020404" pitchFamily="49" charset="0"/>
                <a:ea typeface="Calibri" panose="020F0502020204030204" pitchFamily="34" charset="0"/>
                <a:cs typeface="Courier New" panose="02070309020205020404" pitchFamily="49" charset="0"/>
              </a:rPr>
              <a:t>}</a:t>
            </a:r>
          </a:p>
          <a:p>
            <a:pPr lvl="1">
              <a:lnSpc>
                <a:spcPct val="107000"/>
              </a:lnSpc>
              <a:spcAft>
                <a:spcPts val="800"/>
              </a:spcAft>
            </a:pPr>
            <a:r>
              <a:rPr lang="en-IN" sz="2000" b="1" dirty="0">
                <a:effectLst/>
                <a:latin typeface="Courier New" panose="02070309020205020404" pitchFamily="49" charset="0"/>
                <a:ea typeface="Calibri" panose="020F0502020204030204" pitchFamily="34" charset="0"/>
                <a:cs typeface="Courier New" panose="02070309020205020404" pitchFamily="49" charset="0"/>
              </a:rPr>
              <a:t>public static void main(String[] </a:t>
            </a:r>
            <a:r>
              <a:rPr lang="en-IN" sz="2000" b="1" dirty="0" err="1">
                <a:effectLst/>
                <a:latin typeface="Courier New" panose="02070309020205020404" pitchFamily="49" charset="0"/>
                <a:ea typeface="Calibri" panose="020F0502020204030204" pitchFamily="34" charset="0"/>
                <a:cs typeface="Courier New" panose="02070309020205020404" pitchFamily="49" charset="0"/>
              </a:rPr>
              <a:t>args</a:t>
            </a:r>
            <a:r>
              <a:rPr lang="en-IN" sz="2000" b="1" dirty="0">
                <a:effectLst/>
                <a:latin typeface="Courier New" panose="02070309020205020404" pitchFamily="49" charset="0"/>
                <a:ea typeface="Calibri" panose="020F0502020204030204" pitchFamily="34" charset="0"/>
                <a:cs typeface="Courier New" panose="02070309020205020404" pitchFamily="49" charset="0"/>
              </a:rPr>
              <a:t>) {</a:t>
            </a:r>
            <a:endParaRPr lang="en-US" sz="2000" b="1" dirty="0">
              <a:effectLst/>
              <a:latin typeface="Courier New" panose="02070309020205020404" pitchFamily="49" charset="0"/>
              <a:ea typeface="Calibri" panose="020F0502020204030204" pitchFamily="34" charset="0"/>
              <a:cs typeface="Courier New" panose="02070309020205020404" pitchFamily="49" charset="0"/>
            </a:endParaRPr>
          </a:p>
          <a:p>
            <a:pPr lvl="1">
              <a:lnSpc>
                <a:spcPct val="107000"/>
              </a:lnSpc>
              <a:spcAft>
                <a:spcPts val="800"/>
              </a:spcAft>
            </a:pPr>
            <a:r>
              <a:rPr lang="en-IN" sz="2000" b="1" dirty="0">
                <a:effectLst/>
                <a:latin typeface="Courier New" panose="02070309020205020404" pitchFamily="49" charset="0"/>
                <a:ea typeface="Calibri" panose="020F0502020204030204" pitchFamily="34" charset="0"/>
                <a:cs typeface="Courier New" panose="02070309020205020404" pitchFamily="49" charset="0"/>
              </a:rPr>
              <a:t>        Scanner </a:t>
            </a:r>
            <a:r>
              <a:rPr lang="en-IN" sz="2000" b="1" dirty="0" err="1">
                <a:effectLst/>
                <a:latin typeface="Courier New" panose="02070309020205020404" pitchFamily="49" charset="0"/>
                <a:ea typeface="Calibri" panose="020F0502020204030204" pitchFamily="34" charset="0"/>
                <a:cs typeface="Courier New" panose="02070309020205020404" pitchFamily="49" charset="0"/>
              </a:rPr>
              <a:t>sc</a:t>
            </a:r>
            <a:r>
              <a:rPr lang="en-IN" sz="2000" b="1" dirty="0">
                <a:effectLst/>
                <a:latin typeface="Courier New" panose="02070309020205020404" pitchFamily="49" charset="0"/>
                <a:ea typeface="Calibri" panose="020F0502020204030204" pitchFamily="34" charset="0"/>
                <a:cs typeface="Courier New" panose="02070309020205020404" pitchFamily="49" charset="0"/>
              </a:rPr>
              <a:t>=new Scanner(System.in);</a:t>
            </a:r>
            <a:endParaRPr lang="en-US" sz="2000" b="1" dirty="0">
              <a:effectLst/>
              <a:latin typeface="Courier New" panose="02070309020205020404" pitchFamily="49" charset="0"/>
              <a:ea typeface="Calibri" panose="020F0502020204030204" pitchFamily="34" charset="0"/>
              <a:cs typeface="Courier New" panose="02070309020205020404" pitchFamily="49" charset="0"/>
            </a:endParaRPr>
          </a:p>
          <a:p>
            <a:pPr lvl="1">
              <a:lnSpc>
                <a:spcPct val="107000"/>
              </a:lnSpc>
              <a:spcAft>
                <a:spcPts val="800"/>
              </a:spcAft>
            </a:pPr>
            <a:r>
              <a:rPr lang="en-IN" sz="2000" b="1" dirty="0">
                <a:effectLst/>
                <a:latin typeface="Courier New" panose="02070309020205020404" pitchFamily="49" charset="0"/>
                <a:ea typeface="Calibri" panose="020F0502020204030204" pitchFamily="34" charset="0"/>
                <a:cs typeface="Courier New" panose="02070309020205020404" pitchFamily="49" charset="0"/>
              </a:rPr>
              <a:t>        int n=</a:t>
            </a:r>
            <a:r>
              <a:rPr lang="en-IN" sz="2000" b="1" dirty="0" err="1">
                <a:effectLst/>
                <a:latin typeface="Courier New" panose="02070309020205020404" pitchFamily="49" charset="0"/>
                <a:ea typeface="Calibri" panose="020F0502020204030204" pitchFamily="34" charset="0"/>
                <a:cs typeface="Courier New" panose="02070309020205020404" pitchFamily="49" charset="0"/>
              </a:rPr>
              <a:t>sc.nextInt</a:t>
            </a:r>
            <a:r>
              <a:rPr lang="en-IN" sz="2000" b="1" dirty="0">
                <a:effectLst/>
                <a:latin typeface="Courier New" panose="02070309020205020404" pitchFamily="49" charset="0"/>
                <a:ea typeface="Calibri" panose="020F0502020204030204" pitchFamily="34" charset="0"/>
                <a:cs typeface="Courier New" panose="02070309020205020404" pitchFamily="49" charset="0"/>
              </a:rPr>
              <a:t>();</a:t>
            </a:r>
            <a:endParaRPr lang="en-US" sz="2000" b="1" dirty="0">
              <a:effectLst/>
              <a:latin typeface="Courier New" panose="02070309020205020404" pitchFamily="49" charset="0"/>
              <a:ea typeface="Calibri" panose="020F0502020204030204" pitchFamily="34" charset="0"/>
              <a:cs typeface="Courier New" panose="02070309020205020404" pitchFamily="49" charset="0"/>
            </a:endParaRPr>
          </a:p>
          <a:p>
            <a:pPr lvl="1">
              <a:lnSpc>
                <a:spcPct val="107000"/>
              </a:lnSpc>
              <a:spcAft>
                <a:spcPts val="800"/>
              </a:spcAft>
            </a:pPr>
            <a:r>
              <a:rPr lang="en-IN" sz="2000" b="1" dirty="0">
                <a:effectLst/>
                <a:latin typeface="Courier New" panose="02070309020205020404" pitchFamily="49" charset="0"/>
                <a:ea typeface="Calibri" panose="020F0502020204030204" pitchFamily="34" charset="0"/>
                <a:cs typeface="Courier New" panose="02070309020205020404" pitchFamily="49" charset="0"/>
              </a:rPr>
              <a:t>        for(int </a:t>
            </a:r>
            <a:r>
              <a:rPr lang="en-IN" sz="2000" b="1" dirty="0" err="1">
                <a:effectLst/>
                <a:latin typeface="Courier New" panose="02070309020205020404" pitchFamily="49" charset="0"/>
                <a:ea typeface="Calibri" panose="020F0502020204030204" pitchFamily="34" charset="0"/>
                <a:cs typeface="Courier New" panose="02070309020205020404" pitchFamily="49" charset="0"/>
              </a:rPr>
              <a:t>i</a:t>
            </a:r>
            <a:r>
              <a:rPr lang="en-IN" sz="2000" b="1" dirty="0">
                <a:effectLst/>
                <a:latin typeface="Courier New" panose="02070309020205020404" pitchFamily="49" charset="0"/>
                <a:ea typeface="Calibri" panose="020F0502020204030204" pitchFamily="34" charset="0"/>
                <a:cs typeface="Courier New" panose="02070309020205020404" pitchFamily="49" charset="0"/>
              </a:rPr>
              <a:t>=0;i&lt;</a:t>
            </a:r>
            <a:r>
              <a:rPr lang="en-IN" sz="2000" b="1" dirty="0" err="1">
                <a:effectLst/>
                <a:latin typeface="Courier New" panose="02070309020205020404" pitchFamily="49" charset="0"/>
                <a:ea typeface="Calibri" panose="020F0502020204030204" pitchFamily="34" charset="0"/>
                <a:cs typeface="Courier New" panose="02070309020205020404" pitchFamily="49" charset="0"/>
              </a:rPr>
              <a:t>n;i</a:t>
            </a:r>
            <a:r>
              <a:rPr lang="en-IN" sz="2000" b="1" dirty="0">
                <a:effectLst/>
                <a:latin typeface="Courier New" panose="02070309020205020404" pitchFamily="49" charset="0"/>
                <a:ea typeface="Calibri" panose="020F0502020204030204" pitchFamily="34" charset="0"/>
                <a:cs typeface="Courier New" panose="02070309020205020404" pitchFamily="49" charset="0"/>
              </a:rPr>
              <a:t>++)</a:t>
            </a:r>
            <a:endParaRPr lang="en-US" sz="2000" b="1" dirty="0">
              <a:effectLst/>
              <a:latin typeface="Courier New" panose="02070309020205020404" pitchFamily="49" charset="0"/>
              <a:ea typeface="Calibri" panose="020F0502020204030204" pitchFamily="34" charset="0"/>
              <a:cs typeface="Courier New" panose="02070309020205020404" pitchFamily="49" charset="0"/>
            </a:endParaRPr>
          </a:p>
          <a:p>
            <a:pPr lvl="1">
              <a:lnSpc>
                <a:spcPct val="107000"/>
              </a:lnSpc>
              <a:spcAft>
                <a:spcPts val="800"/>
              </a:spcAft>
            </a:pPr>
            <a:r>
              <a:rPr lang="en-IN" sz="2000" b="1" dirty="0">
                <a:effectLst/>
                <a:latin typeface="Courier New" panose="02070309020205020404" pitchFamily="49" charset="0"/>
                <a:ea typeface="Calibri" panose="020F0502020204030204" pitchFamily="34" charset="0"/>
                <a:cs typeface="Courier New" panose="02070309020205020404" pitchFamily="49" charset="0"/>
              </a:rPr>
              <a:t>        {</a:t>
            </a:r>
            <a:endParaRPr lang="en-US" sz="2000" b="1" dirty="0">
              <a:effectLst/>
              <a:latin typeface="Courier New" panose="02070309020205020404" pitchFamily="49" charset="0"/>
              <a:ea typeface="Calibri" panose="020F0502020204030204" pitchFamily="34" charset="0"/>
              <a:cs typeface="Courier New" panose="02070309020205020404" pitchFamily="49" charset="0"/>
            </a:endParaRPr>
          </a:p>
          <a:p>
            <a:pPr lvl="1">
              <a:lnSpc>
                <a:spcPct val="107000"/>
              </a:lnSpc>
              <a:spcAft>
                <a:spcPts val="800"/>
              </a:spcAft>
            </a:pPr>
            <a:r>
              <a:rPr lang="en-IN" sz="2000" b="1" dirty="0">
                <a:effectLst/>
                <a:latin typeface="Courier New" panose="02070309020205020404" pitchFamily="49" charset="0"/>
                <a:ea typeface="Calibri" panose="020F0502020204030204" pitchFamily="34" charset="0"/>
                <a:cs typeface="Courier New" panose="02070309020205020404" pitchFamily="49" charset="0"/>
              </a:rPr>
              <a:t>            int data=</a:t>
            </a:r>
            <a:r>
              <a:rPr lang="en-IN" sz="2000" b="1" dirty="0" err="1">
                <a:effectLst/>
                <a:latin typeface="Courier New" panose="02070309020205020404" pitchFamily="49" charset="0"/>
                <a:ea typeface="Calibri" panose="020F0502020204030204" pitchFamily="34" charset="0"/>
                <a:cs typeface="Courier New" panose="02070309020205020404" pitchFamily="49" charset="0"/>
              </a:rPr>
              <a:t>sc.nextInt</a:t>
            </a:r>
            <a:r>
              <a:rPr lang="en-IN" sz="2000" b="1" dirty="0">
                <a:effectLst/>
                <a:latin typeface="Courier New" panose="02070309020205020404" pitchFamily="49" charset="0"/>
                <a:ea typeface="Calibri" panose="020F0502020204030204" pitchFamily="34" charset="0"/>
                <a:cs typeface="Courier New" panose="02070309020205020404" pitchFamily="49" charset="0"/>
              </a:rPr>
              <a:t>();</a:t>
            </a:r>
            <a:endParaRPr lang="en-US" sz="2000" b="1" dirty="0">
              <a:effectLst/>
              <a:latin typeface="Courier New" panose="02070309020205020404" pitchFamily="49" charset="0"/>
              <a:ea typeface="Calibri" panose="020F0502020204030204" pitchFamily="34" charset="0"/>
              <a:cs typeface="Courier New" panose="02070309020205020404" pitchFamily="49"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3" name="Picture 2">
            <a:extLst>
              <a:ext uri="{FF2B5EF4-FFF2-40B4-BE49-F238E27FC236}">
                <a16:creationId xmlns:a16="http://schemas.microsoft.com/office/drawing/2014/main" id="{89BC5A27-007B-80E6-5307-11BD1EA9D72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158379732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additive="base">
                                        <p:cTn id="31"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
                                            <p:txEl>
                                              <p:pRg st="5" end="5"/>
                                            </p:txEl>
                                          </p:spTgt>
                                        </p:tgtEl>
                                        <p:attrNameLst>
                                          <p:attrName>style.visibility</p:attrName>
                                        </p:attrNameLst>
                                      </p:cBhvr>
                                      <p:to>
                                        <p:strVal val="visible"/>
                                      </p:to>
                                    </p:set>
                                    <p:anim calcmode="lin" valueType="num">
                                      <p:cBhvr additive="base">
                                        <p:cTn id="37"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2">
                                            <p:txEl>
                                              <p:pRg st="6" end="6"/>
                                            </p:txEl>
                                          </p:spTgt>
                                        </p:tgtEl>
                                        <p:attrNameLst>
                                          <p:attrName>style.visibility</p:attrName>
                                        </p:attrNameLst>
                                      </p:cBhvr>
                                      <p:to>
                                        <p:strVal val="visible"/>
                                      </p:to>
                                    </p:set>
                                    <p:anim calcmode="lin" valueType="num">
                                      <p:cBhvr additive="base">
                                        <p:cTn id="43"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2">
                                            <p:txEl>
                                              <p:pRg st="7" end="7"/>
                                            </p:txEl>
                                          </p:spTgt>
                                        </p:tgtEl>
                                        <p:attrNameLst>
                                          <p:attrName>style.visibility</p:attrName>
                                        </p:attrNameLst>
                                      </p:cBhvr>
                                      <p:to>
                                        <p:strVal val="visible"/>
                                      </p:to>
                                    </p:set>
                                    <p:anim calcmode="lin" valueType="num">
                                      <p:cBhvr additive="base">
                                        <p:cTn id="49" dur="500" fill="hold"/>
                                        <p:tgtEl>
                                          <p:spTgt spid="2">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2">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2">
                                            <p:txEl>
                                              <p:pRg st="8" end="8"/>
                                            </p:txEl>
                                          </p:spTgt>
                                        </p:tgtEl>
                                        <p:attrNameLst>
                                          <p:attrName>style.visibility</p:attrName>
                                        </p:attrNameLst>
                                      </p:cBhvr>
                                      <p:to>
                                        <p:strVal val="visible"/>
                                      </p:to>
                                    </p:set>
                                    <p:anim calcmode="lin" valueType="num">
                                      <p:cBhvr additive="base">
                                        <p:cTn id="55" dur="500" fill="hold"/>
                                        <p:tgtEl>
                                          <p:spTgt spid="2">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2">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2">
                                            <p:txEl>
                                              <p:pRg st="9" end="9"/>
                                            </p:txEl>
                                          </p:spTgt>
                                        </p:tgtEl>
                                        <p:attrNameLst>
                                          <p:attrName>style.visibility</p:attrName>
                                        </p:attrNameLst>
                                      </p:cBhvr>
                                      <p:to>
                                        <p:strVal val="visible"/>
                                      </p:to>
                                    </p:set>
                                    <p:anim calcmode="lin" valueType="num">
                                      <p:cBhvr additive="base">
                                        <p:cTn id="61" dur="500" fill="hold"/>
                                        <p:tgtEl>
                                          <p:spTgt spid="2">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2">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2">
                                            <p:txEl>
                                              <p:pRg st="10" end="10"/>
                                            </p:txEl>
                                          </p:spTgt>
                                        </p:tgtEl>
                                        <p:attrNameLst>
                                          <p:attrName>style.visibility</p:attrName>
                                        </p:attrNameLst>
                                      </p:cBhvr>
                                      <p:to>
                                        <p:strVal val="visible"/>
                                      </p:to>
                                    </p:set>
                                    <p:anim calcmode="lin" valueType="num">
                                      <p:cBhvr additive="base">
                                        <p:cTn id="67" dur="500" fill="hold"/>
                                        <p:tgtEl>
                                          <p:spTgt spid="2">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2">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2">
                                            <p:txEl>
                                              <p:pRg st="11" end="11"/>
                                            </p:txEl>
                                          </p:spTgt>
                                        </p:tgtEl>
                                        <p:attrNameLst>
                                          <p:attrName>style.visibility</p:attrName>
                                        </p:attrNameLst>
                                      </p:cBhvr>
                                      <p:to>
                                        <p:strVal val="visible"/>
                                      </p:to>
                                    </p:set>
                                    <p:anim calcmode="lin" valueType="num">
                                      <p:cBhvr additive="base">
                                        <p:cTn id="73" dur="500" fill="hold"/>
                                        <p:tgtEl>
                                          <p:spTgt spid="2">
                                            <p:txEl>
                                              <p:pRg st="11" end="11"/>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2">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2">
                                            <p:txEl>
                                              <p:pRg st="12" end="12"/>
                                            </p:txEl>
                                          </p:spTgt>
                                        </p:tgtEl>
                                        <p:attrNameLst>
                                          <p:attrName>style.visibility</p:attrName>
                                        </p:attrNameLst>
                                      </p:cBhvr>
                                      <p:to>
                                        <p:strVal val="visible"/>
                                      </p:to>
                                    </p:set>
                                    <p:anim calcmode="lin" valueType="num">
                                      <p:cBhvr additive="base">
                                        <p:cTn id="79" dur="500" fill="hold"/>
                                        <p:tgtEl>
                                          <p:spTgt spid="2">
                                            <p:txEl>
                                              <p:pRg st="12" end="12"/>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2">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nodeType="clickEffect">
                                  <p:stCondLst>
                                    <p:cond delay="0"/>
                                  </p:stCondLst>
                                  <p:childTnLst>
                                    <p:set>
                                      <p:cBhvr>
                                        <p:cTn id="84" dur="1" fill="hold">
                                          <p:stCondLst>
                                            <p:cond delay="0"/>
                                          </p:stCondLst>
                                        </p:cTn>
                                        <p:tgtEl>
                                          <p:spTgt spid="2">
                                            <p:txEl>
                                              <p:pRg st="13" end="13"/>
                                            </p:txEl>
                                          </p:spTgt>
                                        </p:tgtEl>
                                        <p:attrNameLst>
                                          <p:attrName>style.visibility</p:attrName>
                                        </p:attrNameLst>
                                      </p:cBhvr>
                                      <p:to>
                                        <p:strVal val="visible"/>
                                      </p:to>
                                    </p:set>
                                    <p:anim calcmode="lin" valueType="num">
                                      <p:cBhvr additive="base">
                                        <p:cTn id="85" dur="500" fill="hold"/>
                                        <p:tgtEl>
                                          <p:spTgt spid="2">
                                            <p:txEl>
                                              <p:pRg st="13" end="13"/>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2">
                                            <p:txEl>
                                              <p:pRg st="13" end="13"/>
                                            </p:txEl>
                                          </p:spTgt>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nodeType="clickEffect">
                                  <p:stCondLst>
                                    <p:cond delay="0"/>
                                  </p:stCondLst>
                                  <p:childTnLst>
                                    <p:set>
                                      <p:cBhvr>
                                        <p:cTn id="90" dur="1" fill="hold">
                                          <p:stCondLst>
                                            <p:cond delay="0"/>
                                          </p:stCondLst>
                                        </p:cTn>
                                        <p:tgtEl>
                                          <p:spTgt spid="2">
                                            <p:txEl>
                                              <p:pRg st="14" end="14"/>
                                            </p:txEl>
                                          </p:spTgt>
                                        </p:tgtEl>
                                        <p:attrNameLst>
                                          <p:attrName>style.visibility</p:attrName>
                                        </p:attrNameLst>
                                      </p:cBhvr>
                                      <p:to>
                                        <p:strVal val="visible"/>
                                      </p:to>
                                    </p:set>
                                    <p:anim calcmode="lin" valueType="num">
                                      <p:cBhvr additive="base">
                                        <p:cTn id="91" dur="500" fill="hold"/>
                                        <p:tgtEl>
                                          <p:spTgt spid="2">
                                            <p:txEl>
                                              <p:pRg st="14" end="14"/>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2">
                                            <p:txEl>
                                              <p:pRg st="14" end="14"/>
                                            </p:txEl>
                                          </p:spTgt>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nodeType="clickEffect">
                                  <p:stCondLst>
                                    <p:cond delay="0"/>
                                  </p:stCondLst>
                                  <p:childTnLst>
                                    <p:set>
                                      <p:cBhvr>
                                        <p:cTn id="96" dur="1" fill="hold">
                                          <p:stCondLst>
                                            <p:cond delay="0"/>
                                          </p:stCondLst>
                                        </p:cTn>
                                        <p:tgtEl>
                                          <p:spTgt spid="2">
                                            <p:txEl>
                                              <p:pRg st="15" end="15"/>
                                            </p:txEl>
                                          </p:spTgt>
                                        </p:tgtEl>
                                        <p:attrNameLst>
                                          <p:attrName>style.visibility</p:attrName>
                                        </p:attrNameLst>
                                      </p:cBhvr>
                                      <p:to>
                                        <p:strVal val="visible"/>
                                      </p:to>
                                    </p:set>
                                    <p:anim calcmode="lin" valueType="num">
                                      <p:cBhvr additive="base">
                                        <p:cTn id="97" dur="500" fill="hold"/>
                                        <p:tgtEl>
                                          <p:spTgt spid="2">
                                            <p:txEl>
                                              <p:pRg st="15" end="15"/>
                                            </p:txEl>
                                          </p:spTgt>
                                        </p:tgtEl>
                                        <p:attrNameLst>
                                          <p:attrName>ppt_x</p:attrName>
                                        </p:attrNameLst>
                                      </p:cBhvr>
                                      <p:tavLst>
                                        <p:tav tm="0">
                                          <p:val>
                                            <p:strVal val="#ppt_x"/>
                                          </p:val>
                                        </p:tav>
                                        <p:tav tm="100000">
                                          <p:val>
                                            <p:strVal val="#ppt_x"/>
                                          </p:val>
                                        </p:tav>
                                      </p:tavLst>
                                    </p:anim>
                                    <p:anim calcmode="lin" valueType="num">
                                      <p:cBhvr additive="base">
                                        <p:cTn id="98" dur="500" fill="hold"/>
                                        <p:tgtEl>
                                          <p:spTgt spid="2">
                                            <p:txEl>
                                              <p:pRg st="15" end="1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pPr marL="0" marR="0">
              <a:lnSpc>
                <a:spcPct val="107000"/>
              </a:lnSpc>
              <a:spcBef>
                <a:spcPts val="0"/>
              </a:spcBef>
              <a:spcAft>
                <a:spcPts val="800"/>
              </a:spcAft>
            </a:pPr>
            <a:r>
              <a:rPr lang="en-IN" sz="2000" b="1" dirty="0">
                <a:effectLst/>
                <a:latin typeface="Courier New" panose="02070309020205020404" pitchFamily="49" charset="0"/>
                <a:ea typeface="Calibri" panose="020F0502020204030204" pitchFamily="34" charset="0"/>
                <a:cs typeface="Courier New" panose="02070309020205020404" pitchFamily="49" charset="0"/>
              </a:rPr>
              <a:t> 				int </a:t>
            </a:r>
            <a:r>
              <a:rPr lang="en-IN" sz="2000" b="1" dirty="0" err="1">
                <a:effectLst/>
                <a:latin typeface="Courier New" panose="02070309020205020404" pitchFamily="49" charset="0"/>
                <a:ea typeface="Calibri" panose="020F0502020204030204" pitchFamily="34" charset="0"/>
                <a:cs typeface="Courier New" panose="02070309020205020404" pitchFamily="49" charset="0"/>
              </a:rPr>
              <a:t>pri</a:t>
            </a:r>
            <a:r>
              <a:rPr lang="en-IN" sz="2000" b="1" dirty="0">
                <a:effectLst/>
                <a:latin typeface="Courier New" panose="02070309020205020404" pitchFamily="49" charset="0"/>
                <a:ea typeface="Calibri" panose="020F0502020204030204" pitchFamily="34" charset="0"/>
                <a:cs typeface="Courier New" panose="02070309020205020404" pitchFamily="49" charset="0"/>
              </a:rPr>
              <a:t>=</a:t>
            </a:r>
            <a:r>
              <a:rPr lang="en-IN" sz="2000" b="1" dirty="0" err="1">
                <a:effectLst/>
                <a:latin typeface="Courier New" panose="02070309020205020404" pitchFamily="49" charset="0"/>
                <a:ea typeface="Calibri" panose="020F0502020204030204" pitchFamily="34" charset="0"/>
                <a:cs typeface="Courier New" panose="02070309020205020404" pitchFamily="49" charset="0"/>
              </a:rPr>
              <a:t>sc.nextInt</a:t>
            </a:r>
            <a:r>
              <a:rPr lang="en-IN" sz="2000" b="1" dirty="0">
                <a:effectLst/>
                <a:latin typeface="Courier New" panose="02070309020205020404" pitchFamily="49" charset="0"/>
                <a:ea typeface="Calibri" panose="020F0502020204030204" pitchFamily="34" charset="0"/>
                <a:cs typeface="Courier New" panose="02070309020205020404" pitchFamily="49" charset="0"/>
              </a:rPr>
              <a:t>();</a:t>
            </a:r>
            <a:r>
              <a:rPr lang="en-US" sz="2000" b="1" dirty="0">
                <a:effectLst/>
                <a:latin typeface="Courier New" panose="02070309020205020404" pitchFamily="49" charset="0"/>
                <a:ea typeface="Calibri" panose="020F0502020204030204" pitchFamily="34" charset="0"/>
                <a:cs typeface="Courier New" panose="02070309020205020404" pitchFamily="49" charset="0"/>
              </a:rPr>
              <a:t> </a:t>
            </a:r>
          </a:p>
          <a:p>
            <a:pPr marL="0" marR="0">
              <a:lnSpc>
                <a:spcPct val="107000"/>
              </a:lnSpc>
              <a:spcBef>
                <a:spcPts val="0"/>
              </a:spcBef>
              <a:spcAft>
                <a:spcPts val="800"/>
              </a:spcAft>
            </a:pPr>
            <a:r>
              <a:rPr lang="en-US" sz="2000" b="1" dirty="0">
                <a:latin typeface="Courier New" panose="02070309020205020404" pitchFamily="49" charset="0"/>
                <a:ea typeface="Calibri" panose="020F0502020204030204" pitchFamily="34" charset="0"/>
                <a:cs typeface="Courier New" panose="02070309020205020404" pitchFamily="49" charset="0"/>
              </a:rPr>
              <a:t>				</a:t>
            </a:r>
            <a:r>
              <a:rPr lang="en-IN" sz="2000" b="1" dirty="0">
                <a:effectLst/>
                <a:latin typeface="Courier New" panose="02070309020205020404" pitchFamily="49" charset="0"/>
                <a:ea typeface="Calibri" panose="020F0502020204030204" pitchFamily="34" charset="0"/>
                <a:cs typeface="Courier New" panose="02070309020205020404" pitchFamily="49" charset="0"/>
              </a:rPr>
              <a:t>push(data, </a:t>
            </a:r>
            <a:r>
              <a:rPr lang="en-IN" sz="2000" b="1" dirty="0" err="1">
                <a:effectLst/>
                <a:latin typeface="Courier New" panose="02070309020205020404" pitchFamily="49" charset="0"/>
                <a:ea typeface="Calibri" panose="020F0502020204030204" pitchFamily="34" charset="0"/>
                <a:cs typeface="Courier New" panose="02070309020205020404" pitchFamily="49" charset="0"/>
              </a:rPr>
              <a:t>pri</a:t>
            </a:r>
            <a:r>
              <a:rPr lang="en-IN" sz="2000" b="1" dirty="0">
                <a:effectLst/>
                <a:latin typeface="Courier New" panose="02070309020205020404" pitchFamily="49" charset="0"/>
                <a:ea typeface="Calibri" panose="020F0502020204030204" pitchFamily="34" charset="0"/>
                <a:cs typeface="Courier New" panose="02070309020205020404" pitchFamily="49" charset="0"/>
              </a:rPr>
              <a:t>);</a:t>
            </a:r>
            <a:endParaRPr lang="en-US" sz="2000" b="1" dirty="0">
              <a:effectLst/>
              <a:latin typeface="Courier New" panose="02070309020205020404" pitchFamily="49" charset="0"/>
              <a:ea typeface="Calibri" panose="020F0502020204030204" pitchFamily="34" charset="0"/>
              <a:cs typeface="Courier New" panose="02070309020205020404" pitchFamily="49" charset="0"/>
            </a:endParaRPr>
          </a:p>
          <a:p>
            <a:pPr marL="0" marR="0">
              <a:lnSpc>
                <a:spcPct val="107000"/>
              </a:lnSpc>
              <a:spcBef>
                <a:spcPts val="0"/>
              </a:spcBef>
              <a:spcAft>
                <a:spcPts val="800"/>
              </a:spcAft>
            </a:pPr>
            <a:r>
              <a:rPr lang="en-IN" sz="2000" b="1" dirty="0">
                <a:effectLst/>
                <a:latin typeface="Courier New" panose="02070309020205020404" pitchFamily="49" charset="0"/>
                <a:ea typeface="Calibri" panose="020F0502020204030204" pitchFamily="34" charset="0"/>
                <a:cs typeface="Courier New" panose="02070309020205020404" pitchFamily="49" charset="0"/>
              </a:rPr>
              <a:t>        		}</a:t>
            </a:r>
            <a:endParaRPr lang="en-US" sz="2000" b="1" dirty="0">
              <a:latin typeface="Courier New" panose="02070309020205020404" pitchFamily="49" charset="0"/>
              <a:ea typeface="Calibri" panose="020F0502020204030204" pitchFamily="34" charset="0"/>
              <a:cs typeface="Courier New" panose="02070309020205020404" pitchFamily="49" charset="0"/>
            </a:endParaRPr>
          </a:p>
          <a:p>
            <a:pPr marL="0" marR="0">
              <a:lnSpc>
                <a:spcPct val="107000"/>
              </a:lnSpc>
              <a:spcBef>
                <a:spcPts val="0"/>
              </a:spcBef>
              <a:spcAft>
                <a:spcPts val="800"/>
              </a:spcAft>
            </a:pPr>
            <a:r>
              <a:rPr lang="en-US" sz="2000" b="1" dirty="0">
                <a:effectLst/>
                <a:latin typeface="Courier New" panose="02070309020205020404" pitchFamily="49" charset="0"/>
                <a:ea typeface="Calibri" panose="020F0502020204030204" pitchFamily="34" charset="0"/>
                <a:cs typeface="Courier New" panose="02070309020205020404" pitchFamily="49" charset="0"/>
              </a:rPr>
              <a:t>			</a:t>
            </a:r>
            <a:r>
              <a:rPr lang="en-IN" sz="2000" b="1" dirty="0" err="1">
                <a:effectLst/>
                <a:latin typeface="Courier New" panose="02070309020205020404" pitchFamily="49" charset="0"/>
                <a:ea typeface="Calibri" panose="020F0502020204030204" pitchFamily="34" charset="0"/>
                <a:cs typeface="Courier New" panose="02070309020205020404" pitchFamily="49" charset="0"/>
              </a:rPr>
              <a:t>System.out.println</a:t>
            </a:r>
            <a:r>
              <a:rPr lang="en-IN" sz="2000" b="1" dirty="0">
                <a:effectLst/>
                <a:latin typeface="Courier New" panose="02070309020205020404" pitchFamily="49" charset="0"/>
                <a:ea typeface="Calibri" panose="020F0502020204030204" pitchFamily="34" charset="0"/>
                <a:cs typeface="Courier New" panose="02070309020205020404" pitchFamily="49" charset="0"/>
              </a:rPr>
              <a:t>(peek());</a:t>
            </a:r>
            <a:endParaRPr lang="en-US" sz="2000" b="1" dirty="0">
              <a:effectLst/>
              <a:latin typeface="Courier New" panose="02070309020205020404" pitchFamily="49" charset="0"/>
              <a:ea typeface="Calibri" panose="020F0502020204030204" pitchFamily="34" charset="0"/>
              <a:cs typeface="Courier New" panose="02070309020205020404" pitchFamily="49" charset="0"/>
            </a:endParaRPr>
          </a:p>
          <a:p>
            <a:pPr marL="0" marR="0">
              <a:lnSpc>
                <a:spcPct val="107000"/>
              </a:lnSpc>
              <a:spcBef>
                <a:spcPts val="0"/>
              </a:spcBef>
              <a:spcAft>
                <a:spcPts val="800"/>
              </a:spcAft>
            </a:pPr>
            <a:r>
              <a:rPr lang="en-IN" sz="2000" b="1" dirty="0">
                <a:effectLst/>
                <a:latin typeface="Courier New" panose="02070309020205020404" pitchFamily="49" charset="0"/>
                <a:ea typeface="Calibri" panose="020F0502020204030204" pitchFamily="34" charset="0"/>
                <a:cs typeface="Courier New" panose="02070309020205020404" pitchFamily="49" charset="0"/>
              </a:rPr>
              <a:t>        		</a:t>
            </a:r>
            <a:r>
              <a:rPr lang="en-IN" sz="2000" b="1" dirty="0" err="1">
                <a:effectLst/>
                <a:latin typeface="Courier New" panose="02070309020205020404" pitchFamily="49" charset="0"/>
                <a:ea typeface="Calibri" panose="020F0502020204030204" pitchFamily="34" charset="0"/>
                <a:cs typeface="Courier New" panose="02070309020205020404" pitchFamily="49" charset="0"/>
              </a:rPr>
              <a:t>System.out.println</a:t>
            </a:r>
            <a:r>
              <a:rPr lang="en-IN" sz="2000" b="1" dirty="0">
                <a:effectLst/>
                <a:latin typeface="Courier New" panose="02070309020205020404" pitchFamily="49" charset="0"/>
                <a:ea typeface="Calibri" panose="020F0502020204030204" pitchFamily="34" charset="0"/>
                <a:cs typeface="Courier New" panose="02070309020205020404" pitchFamily="49" charset="0"/>
              </a:rPr>
              <a:t>(pop());</a:t>
            </a:r>
            <a:endParaRPr lang="en-US" sz="2000" b="1" dirty="0">
              <a:effectLst/>
              <a:latin typeface="Courier New" panose="02070309020205020404" pitchFamily="49" charset="0"/>
              <a:ea typeface="Calibri" panose="020F0502020204030204" pitchFamily="34" charset="0"/>
              <a:cs typeface="Courier New" panose="02070309020205020404" pitchFamily="49" charset="0"/>
            </a:endParaRPr>
          </a:p>
          <a:p>
            <a:pPr marL="0" marR="0">
              <a:lnSpc>
                <a:spcPct val="107000"/>
              </a:lnSpc>
              <a:spcBef>
                <a:spcPts val="0"/>
              </a:spcBef>
              <a:spcAft>
                <a:spcPts val="800"/>
              </a:spcAft>
            </a:pPr>
            <a:r>
              <a:rPr lang="en-IN" sz="2000" b="1" dirty="0">
                <a:effectLst/>
                <a:latin typeface="Courier New" panose="02070309020205020404" pitchFamily="49" charset="0"/>
                <a:ea typeface="Calibri" panose="020F0502020204030204" pitchFamily="34" charset="0"/>
                <a:cs typeface="Courier New" panose="02070309020205020404" pitchFamily="49" charset="0"/>
              </a:rPr>
              <a:t>        		</a:t>
            </a:r>
            <a:r>
              <a:rPr lang="en-IN" sz="2000" b="1" dirty="0" err="1">
                <a:effectLst/>
                <a:latin typeface="Courier New" panose="02070309020205020404" pitchFamily="49" charset="0"/>
                <a:ea typeface="Calibri" panose="020F0502020204030204" pitchFamily="34" charset="0"/>
                <a:cs typeface="Courier New" panose="02070309020205020404" pitchFamily="49" charset="0"/>
              </a:rPr>
              <a:t>System.out.println</a:t>
            </a:r>
            <a:r>
              <a:rPr lang="en-IN" sz="2000" b="1" dirty="0">
                <a:effectLst/>
                <a:latin typeface="Courier New" panose="02070309020205020404" pitchFamily="49" charset="0"/>
                <a:ea typeface="Calibri" panose="020F0502020204030204" pitchFamily="34" charset="0"/>
                <a:cs typeface="Courier New" panose="02070309020205020404" pitchFamily="49" charset="0"/>
              </a:rPr>
              <a:t>(pop());</a:t>
            </a:r>
            <a:endParaRPr lang="en-US" sz="2000" b="1" dirty="0">
              <a:effectLst/>
              <a:latin typeface="Courier New" panose="02070309020205020404" pitchFamily="49" charset="0"/>
              <a:ea typeface="Calibri" panose="020F0502020204030204" pitchFamily="34" charset="0"/>
              <a:cs typeface="Courier New" panose="02070309020205020404" pitchFamily="49" charset="0"/>
            </a:endParaRPr>
          </a:p>
          <a:p>
            <a:pPr marL="0" marR="0">
              <a:lnSpc>
                <a:spcPct val="107000"/>
              </a:lnSpc>
              <a:spcBef>
                <a:spcPts val="0"/>
              </a:spcBef>
              <a:spcAft>
                <a:spcPts val="800"/>
              </a:spcAft>
            </a:pPr>
            <a:r>
              <a:rPr lang="en-IN" sz="2000" b="1" dirty="0">
                <a:effectLst/>
                <a:latin typeface="Courier New" panose="02070309020205020404" pitchFamily="49" charset="0"/>
                <a:ea typeface="Calibri" panose="020F0502020204030204" pitchFamily="34" charset="0"/>
                <a:cs typeface="Courier New" panose="02070309020205020404" pitchFamily="49" charset="0"/>
              </a:rPr>
              <a:t>        		</a:t>
            </a:r>
            <a:r>
              <a:rPr lang="en-IN" sz="2000" b="1" dirty="0" err="1">
                <a:effectLst/>
                <a:latin typeface="Courier New" panose="02070309020205020404" pitchFamily="49" charset="0"/>
                <a:ea typeface="Calibri" panose="020F0502020204030204" pitchFamily="34" charset="0"/>
                <a:cs typeface="Courier New" panose="02070309020205020404" pitchFamily="49" charset="0"/>
              </a:rPr>
              <a:t>System.out.println</a:t>
            </a:r>
            <a:r>
              <a:rPr lang="en-IN" sz="2000" b="1" dirty="0">
                <a:effectLst/>
                <a:latin typeface="Courier New" panose="02070309020205020404" pitchFamily="49" charset="0"/>
                <a:ea typeface="Calibri" panose="020F0502020204030204" pitchFamily="34" charset="0"/>
                <a:cs typeface="Courier New" panose="02070309020205020404" pitchFamily="49" charset="0"/>
              </a:rPr>
              <a:t>(peek());</a:t>
            </a:r>
            <a:endParaRPr lang="en-US" sz="2000" b="1" dirty="0">
              <a:latin typeface="Courier New" panose="02070309020205020404" pitchFamily="49" charset="0"/>
              <a:ea typeface="Calibri" panose="020F0502020204030204" pitchFamily="34" charset="0"/>
              <a:cs typeface="Courier New" panose="02070309020205020404" pitchFamily="49" charset="0"/>
            </a:endParaRPr>
          </a:p>
          <a:p>
            <a:pPr marL="0" marR="0">
              <a:lnSpc>
                <a:spcPct val="107000"/>
              </a:lnSpc>
              <a:spcBef>
                <a:spcPts val="0"/>
              </a:spcBef>
              <a:spcAft>
                <a:spcPts val="800"/>
              </a:spcAft>
            </a:pPr>
            <a:r>
              <a:rPr lang="en-US" sz="2000" b="1" dirty="0">
                <a:effectLst/>
                <a:latin typeface="Courier New" panose="02070309020205020404" pitchFamily="49" charset="0"/>
                <a:ea typeface="Calibri" panose="020F0502020204030204" pitchFamily="34" charset="0"/>
                <a:cs typeface="Courier New" panose="02070309020205020404" pitchFamily="49" charset="0"/>
              </a:rPr>
              <a:t>	</a:t>
            </a:r>
            <a:r>
              <a:rPr lang="en-IN" sz="2000" b="1" dirty="0">
                <a:effectLst/>
                <a:latin typeface="Courier New" panose="02070309020205020404" pitchFamily="49" charset="0"/>
                <a:ea typeface="Calibri" panose="020F0502020204030204" pitchFamily="34" charset="0"/>
                <a:cs typeface="Courier New" panose="02070309020205020404" pitchFamily="49" charset="0"/>
              </a:rPr>
              <a:t>}</a:t>
            </a:r>
            <a:endParaRPr lang="en-US" sz="2000" b="1" dirty="0">
              <a:effectLst/>
              <a:latin typeface="Courier New" panose="02070309020205020404" pitchFamily="49" charset="0"/>
              <a:ea typeface="Calibri" panose="020F0502020204030204" pitchFamily="34" charset="0"/>
              <a:cs typeface="Courier New" panose="02070309020205020404" pitchFamily="49" charset="0"/>
            </a:endParaRPr>
          </a:p>
          <a:p>
            <a:pPr marL="0" marR="0">
              <a:lnSpc>
                <a:spcPct val="107000"/>
              </a:lnSpc>
              <a:spcBef>
                <a:spcPts val="0"/>
              </a:spcBef>
              <a:spcAft>
                <a:spcPts val="800"/>
              </a:spcAft>
            </a:pPr>
            <a:r>
              <a:rPr lang="en-IN" sz="2000" b="1" dirty="0">
                <a:effectLst/>
                <a:latin typeface="Courier New" panose="02070309020205020404" pitchFamily="49" charset="0"/>
                <a:ea typeface="Calibri" panose="020F0502020204030204" pitchFamily="34" charset="0"/>
                <a:cs typeface="Courier New" panose="02070309020205020404" pitchFamily="49" charset="0"/>
              </a:rPr>
              <a:t>}</a:t>
            </a:r>
            <a:endParaRPr lang="en-US" sz="2000" b="1" dirty="0">
              <a:effectLst/>
              <a:latin typeface="Courier New" panose="02070309020205020404" pitchFamily="49" charset="0"/>
              <a:ea typeface="Calibri" panose="020F0502020204030204" pitchFamily="34" charset="0"/>
              <a:cs typeface="Courier New" panose="02070309020205020404" pitchFamily="49" charset="0"/>
            </a:endParaRPr>
          </a:p>
          <a:p>
            <a:pPr marL="0" marR="0">
              <a:lnSpc>
                <a:spcPct val="107000"/>
              </a:lnSpc>
              <a:spcBef>
                <a:spcPts val="0"/>
              </a:spcBef>
              <a:spcAft>
                <a:spcPts val="800"/>
              </a:spcAft>
            </a:pPr>
            <a:endParaRPr lang="en-US" sz="2000" b="1" dirty="0">
              <a:effectLst/>
              <a:latin typeface="Courier New" panose="02070309020205020404" pitchFamily="49" charset="0"/>
              <a:ea typeface="Calibri" panose="020F0502020204030204" pitchFamily="34" charset="0"/>
              <a:cs typeface="Courier New" panose="02070309020205020404" pitchFamily="49"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3" name="Picture 2">
            <a:extLst>
              <a:ext uri="{FF2B5EF4-FFF2-40B4-BE49-F238E27FC236}">
                <a16:creationId xmlns:a16="http://schemas.microsoft.com/office/drawing/2014/main" id="{BF2A1B6A-8239-B99B-6B72-D7C57C280B8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134426998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additive="base">
                                        <p:cTn id="31"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
                                            <p:txEl>
                                              <p:pRg st="5" end="5"/>
                                            </p:txEl>
                                          </p:spTgt>
                                        </p:tgtEl>
                                        <p:attrNameLst>
                                          <p:attrName>style.visibility</p:attrName>
                                        </p:attrNameLst>
                                      </p:cBhvr>
                                      <p:to>
                                        <p:strVal val="visible"/>
                                      </p:to>
                                    </p:set>
                                    <p:anim calcmode="lin" valueType="num">
                                      <p:cBhvr additive="base">
                                        <p:cTn id="37"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2">
                                            <p:txEl>
                                              <p:pRg st="6" end="6"/>
                                            </p:txEl>
                                          </p:spTgt>
                                        </p:tgtEl>
                                        <p:attrNameLst>
                                          <p:attrName>style.visibility</p:attrName>
                                        </p:attrNameLst>
                                      </p:cBhvr>
                                      <p:to>
                                        <p:strVal val="visible"/>
                                      </p:to>
                                    </p:set>
                                    <p:anim calcmode="lin" valueType="num">
                                      <p:cBhvr additive="base">
                                        <p:cTn id="43"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2">
                                            <p:txEl>
                                              <p:pRg st="7" end="7"/>
                                            </p:txEl>
                                          </p:spTgt>
                                        </p:tgtEl>
                                        <p:attrNameLst>
                                          <p:attrName>style.visibility</p:attrName>
                                        </p:attrNameLst>
                                      </p:cBhvr>
                                      <p:to>
                                        <p:strVal val="visible"/>
                                      </p:to>
                                    </p:set>
                                    <p:anim calcmode="lin" valueType="num">
                                      <p:cBhvr additive="base">
                                        <p:cTn id="49" dur="500" fill="hold"/>
                                        <p:tgtEl>
                                          <p:spTgt spid="2">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2">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2">
                                            <p:txEl>
                                              <p:pRg st="8" end="8"/>
                                            </p:txEl>
                                          </p:spTgt>
                                        </p:tgtEl>
                                        <p:attrNameLst>
                                          <p:attrName>style.visibility</p:attrName>
                                        </p:attrNameLst>
                                      </p:cBhvr>
                                      <p:to>
                                        <p:strVal val="visible"/>
                                      </p:to>
                                    </p:set>
                                    <p:anim calcmode="lin" valueType="num">
                                      <p:cBhvr additive="base">
                                        <p:cTn id="55" dur="500" fill="hold"/>
                                        <p:tgtEl>
                                          <p:spTgt spid="2">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2">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AA635DAA-35C4-4438-9D75-515C2C193139}"/>
              </a:ext>
            </a:extLst>
          </p:cNvPr>
          <p:cNvSpPr txBox="1"/>
          <p:nvPr/>
        </p:nvSpPr>
        <p:spPr>
          <a:xfrm>
            <a:off x="526224" y="769163"/>
            <a:ext cx="11136326" cy="1015663"/>
          </a:xfrm>
          <a:prstGeom prst="rect">
            <a:avLst/>
          </a:prstGeom>
          <a:noFill/>
        </p:spPr>
        <p:txBody>
          <a:bodyPr wrap="square" rtlCol="0">
            <a:spAutoFit/>
          </a:bodyPr>
          <a:lstStyle/>
          <a:p>
            <a:pPr algn="l" fontAlgn="base"/>
            <a:r>
              <a:rPr lang="en-IN" sz="6000" b="1" dirty="0"/>
              <a:t>Sort without extra space</a:t>
            </a:r>
            <a:endParaRPr lang="en-US" sz="6000" b="1" i="0" dirty="0">
              <a:solidFill>
                <a:srgbClr val="273239"/>
              </a:solidFill>
              <a:effectLst/>
              <a:latin typeface="Nunito Sans" pitchFamily="2" charset="0"/>
            </a:endParaRPr>
          </a:p>
        </p:txBody>
      </p:sp>
      <p:sp>
        <p:nvSpPr>
          <p:cNvPr id="10" name="Rectangle 9">
            <a:extLst>
              <a:ext uri="{FF2B5EF4-FFF2-40B4-BE49-F238E27FC236}">
                <a16:creationId xmlns:a16="http://schemas.microsoft.com/office/drawing/2014/main" id="{3E767CAB-1FA5-494A-96EC-9E612067A695}"/>
              </a:ext>
            </a:extLst>
          </p:cNvPr>
          <p:cNvSpPr/>
          <p:nvPr/>
        </p:nvSpPr>
        <p:spPr>
          <a:xfrm>
            <a:off x="598714" y="711390"/>
            <a:ext cx="794852" cy="57773"/>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6373F422-781C-4385-84E3-34EDBC7AB3E7}"/>
              </a:ext>
            </a:extLst>
          </p:cNvPr>
          <p:cNvSpPr txBox="1"/>
          <p:nvPr/>
        </p:nvSpPr>
        <p:spPr>
          <a:xfrm>
            <a:off x="598714" y="1579455"/>
            <a:ext cx="11104481" cy="3699090"/>
          </a:xfrm>
          <a:prstGeom prst="rect">
            <a:avLst/>
          </a:prstGeom>
          <a:noFill/>
        </p:spPr>
        <p:txBody>
          <a:bodyPr wrap="square" rtlCol="0">
            <a:spAutoFit/>
          </a:bodyPr>
          <a:lstStyle/>
          <a:p>
            <a:endParaRPr lang="en-US" sz="2500" b="1" dirty="0">
              <a:latin typeface="Nunito Sans" pitchFamily="2" charset="0"/>
            </a:endParaRPr>
          </a:p>
          <a:p>
            <a:r>
              <a:rPr lang="en-US" sz="2500" b="1" dirty="0">
                <a:latin typeface="Nunito Sans" pitchFamily="2" charset="0"/>
              </a:rPr>
              <a:t>Problem: </a:t>
            </a:r>
          </a:p>
          <a:p>
            <a:r>
              <a:rPr lang="en-US" sz="2500" b="1" dirty="0">
                <a:latin typeface="Nunito Sans" pitchFamily="2" charset="0"/>
              </a:rPr>
              <a:t>	</a:t>
            </a:r>
          </a:p>
          <a:p>
            <a:r>
              <a:rPr lang="en-US" sz="2500" b="1" dirty="0">
                <a:latin typeface="Nunito Sans" pitchFamily="2" charset="0"/>
              </a:rPr>
              <a:t>	</a:t>
            </a:r>
            <a:r>
              <a:rPr lang="en-US" sz="2500" dirty="0">
                <a:latin typeface="Nunito Sans" pitchFamily="2" charset="0"/>
              </a:rPr>
              <a:t>Sort the given queue without using any extra space</a:t>
            </a:r>
          </a:p>
          <a:p>
            <a:endParaRPr lang="en-US" sz="2500" dirty="0">
              <a:latin typeface="Nunito Sans" pitchFamily="2" charset="0"/>
            </a:endParaRPr>
          </a:p>
          <a:p>
            <a:pPr>
              <a:lnSpc>
                <a:spcPct val="150000"/>
              </a:lnSpc>
            </a:pPr>
            <a:endParaRPr lang="en-US" sz="2500" dirty="0">
              <a:latin typeface="Nunito Sans" pitchFamily="2" charset="0"/>
            </a:endParaRPr>
          </a:p>
          <a:p>
            <a:pPr>
              <a:lnSpc>
                <a:spcPct val="150000"/>
              </a:lnSpc>
            </a:pPr>
            <a:endParaRPr lang="en-US" sz="2500" dirty="0">
              <a:latin typeface="Nunito Sans" panose="020B0604020202020204" charset="0"/>
            </a:endParaRPr>
          </a:p>
          <a:p>
            <a:pPr>
              <a:lnSpc>
                <a:spcPct val="150000"/>
              </a:lnSpc>
            </a:pPr>
            <a:endParaRPr lang="en-US" sz="2500" dirty="0">
              <a:latin typeface="Nunito Sans" panose="020B0604020202020204" charset="0"/>
            </a:endParaRPr>
          </a:p>
        </p:txBody>
      </p:sp>
      <p:sp>
        <p:nvSpPr>
          <p:cNvPr id="28" name="Rectangle 27">
            <a:extLst>
              <a:ext uri="{FF2B5EF4-FFF2-40B4-BE49-F238E27FC236}">
                <a16:creationId xmlns:a16="http://schemas.microsoft.com/office/drawing/2014/main" id="{F39BD579-EAF9-24E8-9F2D-CCBAA4889F93}"/>
              </a:ext>
            </a:extLst>
          </p:cNvPr>
          <p:cNvSpPr/>
          <p:nvPr/>
        </p:nvSpPr>
        <p:spPr>
          <a:xfrm>
            <a:off x="1546827" y="3526867"/>
            <a:ext cx="994277"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Rectangle 28">
            <a:extLst>
              <a:ext uri="{FF2B5EF4-FFF2-40B4-BE49-F238E27FC236}">
                <a16:creationId xmlns:a16="http://schemas.microsoft.com/office/drawing/2014/main" id="{64DD0C21-4D29-02E7-7D2A-F18289812685}"/>
              </a:ext>
            </a:extLst>
          </p:cNvPr>
          <p:cNvSpPr/>
          <p:nvPr/>
        </p:nvSpPr>
        <p:spPr>
          <a:xfrm>
            <a:off x="3363010" y="3541769"/>
            <a:ext cx="1006894"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Rectangle 29">
            <a:extLst>
              <a:ext uri="{FF2B5EF4-FFF2-40B4-BE49-F238E27FC236}">
                <a16:creationId xmlns:a16="http://schemas.microsoft.com/office/drawing/2014/main" id="{D82F26B5-2CA6-5289-061B-45CA4CDA5496}"/>
              </a:ext>
            </a:extLst>
          </p:cNvPr>
          <p:cNvSpPr/>
          <p:nvPr/>
        </p:nvSpPr>
        <p:spPr>
          <a:xfrm>
            <a:off x="5210081" y="3525851"/>
            <a:ext cx="1006894"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Rectangle 30">
            <a:extLst>
              <a:ext uri="{FF2B5EF4-FFF2-40B4-BE49-F238E27FC236}">
                <a16:creationId xmlns:a16="http://schemas.microsoft.com/office/drawing/2014/main" id="{FA95C32D-08D9-388F-2EBA-AC84AD492B91}"/>
              </a:ext>
            </a:extLst>
          </p:cNvPr>
          <p:cNvSpPr/>
          <p:nvPr/>
        </p:nvSpPr>
        <p:spPr>
          <a:xfrm>
            <a:off x="7036904" y="3544591"/>
            <a:ext cx="115233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Rectangle 31">
            <a:extLst>
              <a:ext uri="{FF2B5EF4-FFF2-40B4-BE49-F238E27FC236}">
                <a16:creationId xmlns:a16="http://schemas.microsoft.com/office/drawing/2014/main" id="{428026D1-3DF6-B94B-39AE-9CE070827F4C}"/>
              </a:ext>
            </a:extLst>
          </p:cNvPr>
          <p:cNvSpPr/>
          <p:nvPr/>
        </p:nvSpPr>
        <p:spPr>
          <a:xfrm>
            <a:off x="9042774" y="3544591"/>
            <a:ext cx="816234"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TextBox 32">
            <a:extLst>
              <a:ext uri="{FF2B5EF4-FFF2-40B4-BE49-F238E27FC236}">
                <a16:creationId xmlns:a16="http://schemas.microsoft.com/office/drawing/2014/main" id="{B9EAE186-DCEC-F52E-19AF-16BC1144138A}"/>
              </a:ext>
            </a:extLst>
          </p:cNvPr>
          <p:cNvSpPr txBox="1"/>
          <p:nvPr/>
        </p:nvSpPr>
        <p:spPr>
          <a:xfrm>
            <a:off x="1617508" y="3585662"/>
            <a:ext cx="839100" cy="523220"/>
          </a:xfrm>
          <a:prstGeom prst="rect">
            <a:avLst/>
          </a:prstGeom>
          <a:noFill/>
        </p:spPr>
        <p:txBody>
          <a:bodyPr wrap="square" rtlCol="0">
            <a:spAutoFit/>
          </a:bodyPr>
          <a:lstStyle/>
          <a:p>
            <a:pPr algn="ctr"/>
            <a:r>
              <a:rPr lang="en-US" sz="2800" b="1" dirty="0"/>
              <a:t>10</a:t>
            </a:r>
            <a:endParaRPr lang="en-IN" sz="2800" b="1" dirty="0"/>
          </a:p>
        </p:txBody>
      </p:sp>
      <p:cxnSp>
        <p:nvCxnSpPr>
          <p:cNvPr id="34" name="Straight Arrow Connector 33">
            <a:extLst>
              <a:ext uri="{FF2B5EF4-FFF2-40B4-BE49-F238E27FC236}">
                <a16:creationId xmlns:a16="http://schemas.microsoft.com/office/drawing/2014/main" id="{8879F034-665B-BFEF-174D-D79B8BD3ABD5}"/>
              </a:ext>
            </a:extLst>
          </p:cNvPr>
          <p:cNvCxnSpPr/>
          <p:nvPr/>
        </p:nvCxnSpPr>
        <p:spPr>
          <a:xfrm>
            <a:off x="2559554" y="3860469"/>
            <a:ext cx="80345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5" name="Straight Arrow Connector 34">
            <a:extLst>
              <a:ext uri="{FF2B5EF4-FFF2-40B4-BE49-F238E27FC236}">
                <a16:creationId xmlns:a16="http://schemas.microsoft.com/office/drawing/2014/main" id="{59012564-30D7-AF66-291C-97B2B5A6BE92}"/>
              </a:ext>
            </a:extLst>
          </p:cNvPr>
          <p:cNvCxnSpPr/>
          <p:nvPr/>
        </p:nvCxnSpPr>
        <p:spPr>
          <a:xfrm>
            <a:off x="4369904" y="3840841"/>
            <a:ext cx="80345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6" name="Straight Arrow Connector 35">
            <a:extLst>
              <a:ext uri="{FF2B5EF4-FFF2-40B4-BE49-F238E27FC236}">
                <a16:creationId xmlns:a16="http://schemas.microsoft.com/office/drawing/2014/main" id="{B0FA9ED4-38B5-D948-B981-B82C8374E67C}"/>
              </a:ext>
            </a:extLst>
          </p:cNvPr>
          <p:cNvCxnSpPr/>
          <p:nvPr/>
        </p:nvCxnSpPr>
        <p:spPr>
          <a:xfrm>
            <a:off x="6233448" y="3860469"/>
            <a:ext cx="80345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7" name="Straight Arrow Connector 36">
            <a:extLst>
              <a:ext uri="{FF2B5EF4-FFF2-40B4-BE49-F238E27FC236}">
                <a16:creationId xmlns:a16="http://schemas.microsoft.com/office/drawing/2014/main" id="{05CC1C82-9FC7-F06A-E093-EA11852AB496}"/>
              </a:ext>
            </a:extLst>
          </p:cNvPr>
          <p:cNvCxnSpPr>
            <a:cxnSpLocks/>
          </p:cNvCxnSpPr>
          <p:nvPr/>
        </p:nvCxnSpPr>
        <p:spPr>
          <a:xfrm>
            <a:off x="8213904" y="3857140"/>
            <a:ext cx="828870" cy="665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38" name="TextBox 37">
            <a:extLst>
              <a:ext uri="{FF2B5EF4-FFF2-40B4-BE49-F238E27FC236}">
                <a16:creationId xmlns:a16="http://schemas.microsoft.com/office/drawing/2014/main" id="{5E28C220-81B1-5A62-B07F-63DF6B5DB331}"/>
              </a:ext>
            </a:extLst>
          </p:cNvPr>
          <p:cNvSpPr txBox="1"/>
          <p:nvPr/>
        </p:nvSpPr>
        <p:spPr>
          <a:xfrm>
            <a:off x="3463800" y="3571840"/>
            <a:ext cx="825464" cy="523220"/>
          </a:xfrm>
          <a:prstGeom prst="rect">
            <a:avLst/>
          </a:prstGeom>
          <a:noFill/>
        </p:spPr>
        <p:txBody>
          <a:bodyPr wrap="square" rtlCol="0">
            <a:spAutoFit/>
          </a:bodyPr>
          <a:lstStyle/>
          <a:p>
            <a:pPr algn="ctr"/>
            <a:r>
              <a:rPr lang="en-US" sz="2800" b="1" dirty="0"/>
              <a:t>1</a:t>
            </a:r>
            <a:endParaRPr lang="en-IN" sz="2800" b="1" dirty="0"/>
          </a:p>
        </p:txBody>
      </p:sp>
      <p:sp>
        <p:nvSpPr>
          <p:cNvPr id="39" name="TextBox 38">
            <a:extLst>
              <a:ext uri="{FF2B5EF4-FFF2-40B4-BE49-F238E27FC236}">
                <a16:creationId xmlns:a16="http://schemas.microsoft.com/office/drawing/2014/main" id="{6BDA9B75-5AAE-59D8-4BE5-0C1D9075696A}"/>
              </a:ext>
            </a:extLst>
          </p:cNvPr>
          <p:cNvSpPr txBox="1"/>
          <p:nvPr/>
        </p:nvSpPr>
        <p:spPr>
          <a:xfrm>
            <a:off x="5248054" y="3591909"/>
            <a:ext cx="824113" cy="523220"/>
          </a:xfrm>
          <a:prstGeom prst="rect">
            <a:avLst/>
          </a:prstGeom>
          <a:noFill/>
        </p:spPr>
        <p:txBody>
          <a:bodyPr wrap="square" rtlCol="0">
            <a:spAutoFit/>
          </a:bodyPr>
          <a:lstStyle/>
          <a:p>
            <a:pPr algn="ctr"/>
            <a:r>
              <a:rPr lang="en-US" sz="2800" b="1" dirty="0"/>
              <a:t>90</a:t>
            </a:r>
            <a:endParaRPr lang="en-IN" sz="2800" b="1" dirty="0"/>
          </a:p>
        </p:txBody>
      </p:sp>
      <p:sp>
        <p:nvSpPr>
          <p:cNvPr id="41" name="TextBox 40">
            <a:extLst>
              <a:ext uri="{FF2B5EF4-FFF2-40B4-BE49-F238E27FC236}">
                <a16:creationId xmlns:a16="http://schemas.microsoft.com/office/drawing/2014/main" id="{5A7BE735-1466-8D1E-6DF0-EFC3F4634A7B}"/>
              </a:ext>
            </a:extLst>
          </p:cNvPr>
          <p:cNvSpPr txBox="1"/>
          <p:nvPr/>
        </p:nvSpPr>
        <p:spPr>
          <a:xfrm>
            <a:off x="7198185" y="3551949"/>
            <a:ext cx="838649" cy="523220"/>
          </a:xfrm>
          <a:prstGeom prst="rect">
            <a:avLst/>
          </a:prstGeom>
          <a:noFill/>
        </p:spPr>
        <p:txBody>
          <a:bodyPr wrap="square" rtlCol="0">
            <a:spAutoFit/>
          </a:bodyPr>
          <a:lstStyle/>
          <a:p>
            <a:pPr algn="ctr"/>
            <a:r>
              <a:rPr lang="en-US" sz="2800" b="1" dirty="0"/>
              <a:t>107</a:t>
            </a:r>
            <a:endParaRPr lang="en-IN" sz="2800" b="1" dirty="0"/>
          </a:p>
        </p:txBody>
      </p:sp>
      <p:sp>
        <p:nvSpPr>
          <p:cNvPr id="42" name="TextBox 41">
            <a:extLst>
              <a:ext uri="{FF2B5EF4-FFF2-40B4-BE49-F238E27FC236}">
                <a16:creationId xmlns:a16="http://schemas.microsoft.com/office/drawing/2014/main" id="{32B88F5F-B4BD-9B19-6D6C-1D3EFBBC3BA9}"/>
              </a:ext>
            </a:extLst>
          </p:cNvPr>
          <p:cNvSpPr txBox="1"/>
          <p:nvPr/>
        </p:nvSpPr>
        <p:spPr>
          <a:xfrm>
            <a:off x="9200457" y="3598859"/>
            <a:ext cx="503448" cy="523220"/>
          </a:xfrm>
          <a:prstGeom prst="rect">
            <a:avLst/>
          </a:prstGeom>
          <a:noFill/>
        </p:spPr>
        <p:txBody>
          <a:bodyPr wrap="square" rtlCol="0">
            <a:spAutoFit/>
          </a:bodyPr>
          <a:lstStyle/>
          <a:p>
            <a:pPr algn="ctr"/>
            <a:r>
              <a:rPr lang="en-US" sz="2800" b="1" dirty="0"/>
              <a:t>5</a:t>
            </a:r>
            <a:endParaRPr lang="en-IN" sz="2800" b="1" dirty="0"/>
          </a:p>
        </p:txBody>
      </p:sp>
      <p:pic>
        <p:nvPicPr>
          <p:cNvPr id="2" name="Picture 1">
            <a:extLst>
              <a:ext uri="{FF2B5EF4-FFF2-40B4-BE49-F238E27FC236}">
                <a16:creationId xmlns:a16="http://schemas.microsoft.com/office/drawing/2014/main" id="{28FCF534-6C69-DE88-1822-33C91001472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16868"/>
            <a:ext cx="2356664" cy="298800"/>
          </a:xfrm>
          <a:prstGeom prst="rect">
            <a:avLst/>
          </a:prstGeom>
        </p:spPr>
      </p:pic>
    </p:spTree>
    <p:extLst>
      <p:ext uri="{BB962C8B-B14F-4D97-AF65-F5344CB8AC3E}">
        <p14:creationId xmlns:p14="http://schemas.microsoft.com/office/powerpoint/2010/main" val="4207816644"/>
      </p:ext>
    </p:extLst>
  </p:cSld>
  <p:clrMapOvr>
    <a:masterClrMapping/>
  </p:clrMapOvr>
  <p:transition spd="slow">
    <p:push dir="u"/>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E06D8A-723A-B45F-4338-10EBCF6EF329}"/>
              </a:ext>
            </a:extLst>
          </p:cNvPr>
          <p:cNvSpPr>
            <a:spLocks noGrp="1"/>
          </p:cNvSpPr>
          <p:nvPr>
            <p:ph type="title"/>
          </p:nvPr>
        </p:nvSpPr>
        <p:spPr>
          <a:xfrm>
            <a:off x="716902" y="130629"/>
            <a:ext cx="10515600" cy="1017035"/>
          </a:xfrm>
        </p:spPr>
        <p:txBody>
          <a:bodyPr/>
          <a:lstStyle/>
          <a:p>
            <a:r>
              <a:rPr lang="en-IN" b="1" dirty="0"/>
              <a:t>Code</a:t>
            </a:r>
          </a:p>
        </p:txBody>
      </p:sp>
      <p:sp>
        <p:nvSpPr>
          <p:cNvPr id="3" name="Content Placeholder 2">
            <a:extLst>
              <a:ext uri="{FF2B5EF4-FFF2-40B4-BE49-F238E27FC236}">
                <a16:creationId xmlns:a16="http://schemas.microsoft.com/office/drawing/2014/main" id="{291946DF-D5CC-B89F-B36B-915C3C5DF1DF}"/>
              </a:ext>
            </a:extLst>
          </p:cNvPr>
          <p:cNvSpPr>
            <a:spLocks noGrp="1"/>
          </p:cNvSpPr>
          <p:nvPr>
            <p:ph idx="1"/>
          </p:nvPr>
        </p:nvSpPr>
        <p:spPr>
          <a:xfrm>
            <a:off x="838200" y="1231641"/>
            <a:ext cx="10515600" cy="5495730"/>
          </a:xfrm>
        </p:spPr>
        <p:txBody>
          <a:bodyPr>
            <a:noAutofit/>
          </a:bodyPr>
          <a:lstStyle/>
          <a:p>
            <a:pPr marR="0" indent="-457200">
              <a:buFont typeface="+mj-lt"/>
              <a:buAutoNum type="arabicPeriod"/>
            </a:pPr>
            <a:r>
              <a:rPr lang="fr-FR" sz="2200" b="1" dirty="0">
                <a:solidFill>
                  <a:srgbClr val="7F0055"/>
                </a:solidFill>
                <a:effectLst/>
                <a:latin typeface="Courier New" panose="02070309020205020404" pitchFamily="49" charset="0"/>
                <a:cs typeface="Courier New" panose="02070309020205020404" pitchFamily="49" charset="0"/>
              </a:rPr>
              <a:t>import</a:t>
            </a:r>
            <a:r>
              <a:rPr lang="fr-FR" sz="2200" b="1" dirty="0">
                <a:solidFill>
                  <a:srgbClr val="000000"/>
                </a:solidFill>
                <a:effectLst/>
                <a:latin typeface="Courier New" panose="02070309020205020404" pitchFamily="49" charset="0"/>
                <a:cs typeface="Courier New" panose="02070309020205020404" pitchFamily="49" charset="0"/>
              </a:rPr>
              <a:t> </a:t>
            </a:r>
            <a:r>
              <a:rPr lang="fr-FR" sz="2200" b="1" dirty="0" err="1">
                <a:solidFill>
                  <a:srgbClr val="000000"/>
                </a:solidFill>
                <a:effectLst/>
                <a:latin typeface="Courier New" panose="02070309020205020404" pitchFamily="49" charset="0"/>
                <a:cs typeface="Courier New" panose="02070309020205020404" pitchFamily="49" charset="0"/>
              </a:rPr>
              <a:t>java.util</a:t>
            </a:r>
            <a:r>
              <a:rPr lang="fr-FR" sz="2200" b="1" dirty="0">
                <a:solidFill>
                  <a:srgbClr val="000000"/>
                </a:solidFill>
                <a:effectLst/>
                <a:latin typeface="Courier New" panose="02070309020205020404" pitchFamily="49" charset="0"/>
                <a:cs typeface="Courier New" panose="02070309020205020404" pitchFamily="49" charset="0"/>
              </a:rPr>
              <a:t>.*;</a:t>
            </a:r>
          </a:p>
          <a:p>
            <a:pPr marR="0" indent="-457200">
              <a:buFont typeface="+mj-lt"/>
              <a:buAutoNum type="arabicPeriod"/>
            </a:pPr>
            <a:r>
              <a:rPr lang="fr-FR" sz="2200" b="1" dirty="0">
                <a:solidFill>
                  <a:srgbClr val="7F0055"/>
                </a:solidFill>
                <a:effectLst/>
                <a:latin typeface="Courier New" panose="02070309020205020404" pitchFamily="49" charset="0"/>
                <a:cs typeface="Courier New" panose="02070309020205020404" pitchFamily="49" charset="0"/>
              </a:rPr>
              <a:t>public</a:t>
            </a:r>
            <a:r>
              <a:rPr lang="fr-FR" sz="2200" b="1" dirty="0">
                <a:solidFill>
                  <a:srgbClr val="000000"/>
                </a:solidFill>
                <a:effectLst/>
                <a:latin typeface="Courier New" panose="02070309020205020404" pitchFamily="49" charset="0"/>
                <a:cs typeface="Courier New" panose="02070309020205020404" pitchFamily="49" charset="0"/>
              </a:rPr>
              <a:t> </a:t>
            </a:r>
            <a:r>
              <a:rPr lang="fr-FR" sz="2200" b="1" dirty="0">
                <a:solidFill>
                  <a:srgbClr val="7F0055"/>
                </a:solidFill>
                <a:effectLst/>
                <a:latin typeface="Courier New" panose="02070309020205020404" pitchFamily="49" charset="0"/>
                <a:cs typeface="Courier New" panose="02070309020205020404" pitchFamily="49" charset="0"/>
              </a:rPr>
              <a:t>class</a:t>
            </a:r>
            <a:r>
              <a:rPr lang="fr-FR" sz="2200" b="1" dirty="0">
                <a:solidFill>
                  <a:srgbClr val="000000"/>
                </a:solidFill>
                <a:effectLst/>
                <a:latin typeface="Courier New" panose="02070309020205020404" pitchFamily="49" charset="0"/>
                <a:cs typeface="Courier New" panose="02070309020205020404" pitchFamily="49" charset="0"/>
              </a:rPr>
              <a:t> </a:t>
            </a:r>
            <a:r>
              <a:rPr lang="fr-FR" sz="2200" b="1" dirty="0" err="1">
                <a:solidFill>
                  <a:srgbClr val="000000"/>
                </a:solidFill>
                <a:effectLst/>
                <a:latin typeface="Courier New" panose="02070309020205020404" pitchFamily="49" charset="0"/>
                <a:cs typeface="Courier New" panose="02070309020205020404" pitchFamily="49" charset="0"/>
              </a:rPr>
              <a:t>Queue_Sort</a:t>
            </a:r>
            <a:r>
              <a:rPr lang="fr-FR" sz="2200" b="1" dirty="0">
                <a:solidFill>
                  <a:srgbClr val="000000"/>
                </a:solidFill>
                <a:effectLst/>
                <a:latin typeface="Courier New" panose="02070309020205020404" pitchFamily="49" charset="0"/>
                <a:cs typeface="Courier New" panose="02070309020205020404" pitchFamily="49" charset="0"/>
              </a:rPr>
              <a:t> {</a:t>
            </a:r>
            <a:endParaRPr lang="en-IN" sz="2200" b="1" dirty="0">
              <a:solidFill>
                <a:srgbClr val="7F0055"/>
              </a:solidFill>
              <a:effectLst/>
              <a:latin typeface="Courier New" panose="02070309020205020404" pitchFamily="49" charset="0"/>
              <a:cs typeface="Courier New" panose="02070309020205020404" pitchFamily="49" charset="0"/>
            </a:endParaRPr>
          </a:p>
          <a:p>
            <a:pPr marR="0" indent="-457200">
              <a:buFont typeface="+mj-lt"/>
              <a:buAutoNum type="arabicPeriod"/>
            </a:pPr>
            <a:r>
              <a:rPr lang="en-IN" sz="2200" b="1" dirty="0">
                <a:solidFill>
                  <a:srgbClr val="7F0055"/>
                </a:solidFill>
                <a:effectLst/>
                <a:latin typeface="Courier New" panose="02070309020205020404" pitchFamily="49" charset="0"/>
                <a:cs typeface="Courier New" panose="02070309020205020404" pitchFamily="49" charset="0"/>
              </a:rPr>
              <a:t>public</a:t>
            </a:r>
            <a:r>
              <a:rPr lang="en-IN" sz="2200" b="1" dirty="0">
                <a:solidFill>
                  <a:srgbClr val="000000"/>
                </a:solidFill>
                <a:effectLst/>
                <a:latin typeface="Courier New" panose="02070309020205020404" pitchFamily="49" charset="0"/>
                <a:cs typeface="Courier New" panose="02070309020205020404" pitchFamily="49" charset="0"/>
              </a:rPr>
              <a:t> </a:t>
            </a:r>
            <a:r>
              <a:rPr lang="en-IN" sz="2200" b="1" dirty="0">
                <a:solidFill>
                  <a:srgbClr val="7F0055"/>
                </a:solidFill>
                <a:effectLst/>
                <a:latin typeface="Courier New" panose="02070309020205020404" pitchFamily="49" charset="0"/>
                <a:cs typeface="Courier New" panose="02070309020205020404" pitchFamily="49" charset="0"/>
              </a:rPr>
              <a:t>static</a:t>
            </a:r>
            <a:r>
              <a:rPr lang="en-IN" sz="2200" b="1" dirty="0">
                <a:solidFill>
                  <a:srgbClr val="000000"/>
                </a:solidFill>
                <a:effectLst/>
                <a:latin typeface="Courier New" panose="02070309020205020404" pitchFamily="49" charset="0"/>
                <a:cs typeface="Courier New" panose="02070309020205020404" pitchFamily="49" charset="0"/>
              </a:rPr>
              <a:t> </a:t>
            </a:r>
            <a:r>
              <a:rPr lang="en-IN" sz="2200" b="1" dirty="0">
                <a:solidFill>
                  <a:srgbClr val="7F0055"/>
                </a:solidFill>
                <a:effectLst/>
                <a:latin typeface="Courier New" panose="02070309020205020404" pitchFamily="49" charset="0"/>
                <a:cs typeface="Courier New" panose="02070309020205020404" pitchFamily="49" charset="0"/>
              </a:rPr>
              <a:t>void</a:t>
            </a:r>
            <a:r>
              <a:rPr lang="en-IN" sz="2200" b="1" dirty="0">
                <a:solidFill>
                  <a:srgbClr val="000000"/>
                </a:solidFill>
                <a:effectLst/>
                <a:latin typeface="Courier New" panose="02070309020205020404" pitchFamily="49" charset="0"/>
                <a:cs typeface="Courier New" panose="02070309020205020404" pitchFamily="49" charset="0"/>
              </a:rPr>
              <a:t> main (String[] </a:t>
            </a:r>
            <a:r>
              <a:rPr lang="en-IN" sz="2200" b="1" dirty="0" err="1">
                <a:solidFill>
                  <a:srgbClr val="6A3E3E"/>
                </a:solidFill>
                <a:effectLst/>
                <a:latin typeface="Courier New" panose="02070309020205020404" pitchFamily="49" charset="0"/>
                <a:cs typeface="Courier New" panose="02070309020205020404" pitchFamily="49" charset="0"/>
              </a:rPr>
              <a:t>args</a:t>
            </a:r>
            <a:r>
              <a:rPr lang="en-IN" sz="2200" b="1" dirty="0">
                <a:solidFill>
                  <a:srgbClr val="000000"/>
                </a:solidFill>
                <a:effectLst/>
                <a:latin typeface="Courier New" panose="02070309020205020404" pitchFamily="49" charset="0"/>
                <a:cs typeface="Courier New" panose="02070309020205020404" pitchFamily="49" charset="0"/>
              </a:rPr>
              <a:t>) </a:t>
            </a:r>
          </a:p>
          <a:p>
            <a:pPr marR="0" indent="-457200">
              <a:buFont typeface="+mj-lt"/>
              <a:buAutoNum type="arabicPeriod"/>
            </a:pPr>
            <a:r>
              <a:rPr lang="en-IN" sz="2200" b="1" dirty="0">
                <a:solidFill>
                  <a:srgbClr val="000000"/>
                </a:solidFill>
                <a:effectLst/>
                <a:latin typeface="Courier New" panose="02070309020205020404" pitchFamily="49" charset="0"/>
                <a:cs typeface="Courier New" panose="02070309020205020404" pitchFamily="49" charset="0"/>
              </a:rPr>
              <a:t>{ </a:t>
            </a:r>
          </a:p>
          <a:p>
            <a:pPr marR="0" indent="-457200">
              <a:buFont typeface="+mj-lt"/>
              <a:buAutoNum type="arabicPeriod"/>
            </a:pPr>
            <a:r>
              <a:rPr lang="en-IN" sz="2200" b="1" dirty="0">
                <a:solidFill>
                  <a:srgbClr val="000000"/>
                </a:solidFill>
                <a:effectLst/>
                <a:latin typeface="Courier New" panose="02070309020205020404" pitchFamily="49" charset="0"/>
                <a:cs typeface="Courier New" panose="02070309020205020404" pitchFamily="49" charset="0"/>
              </a:rPr>
              <a:t>Queue&lt;Integer&gt; </a:t>
            </a:r>
            <a:r>
              <a:rPr lang="en-IN" sz="2200" b="1" dirty="0">
                <a:solidFill>
                  <a:srgbClr val="6A3E3E"/>
                </a:solidFill>
                <a:effectLst/>
                <a:latin typeface="Courier New" panose="02070309020205020404" pitchFamily="49" charset="0"/>
                <a:cs typeface="Courier New" panose="02070309020205020404" pitchFamily="49" charset="0"/>
              </a:rPr>
              <a:t>q</a:t>
            </a:r>
            <a:r>
              <a:rPr lang="en-IN" sz="2200" b="1" dirty="0">
                <a:solidFill>
                  <a:srgbClr val="000000"/>
                </a:solidFill>
                <a:effectLst/>
                <a:latin typeface="Courier New" panose="02070309020205020404" pitchFamily="49" charset="0"/>
                <a:cs typeface="Courier New" panose="02070309020205020404" pitchFamily="49" charset="0"/>
              </a:rPr>
              <a:t> = </a:t>
            </a:r>
            <a:r>
              <a:rPr lang="en-IN" sz="2200" b="1" dirty="0">
                <a:solidFill>
                  <a:srgbClr val="7F0055"/>
                </a:solidFill>
                <a:effectLst/>
                <a:latin typeface="Courier New" panose="02070309020205020404" pitchFamily="49" charset="0"/>
                <a:cs typeface="Courier New" panose="02070309020205020404" pitchFamily="49" charset="0"/>
              </a:rPr>
              <a:t>new</a:t>
            </a:r>
            <a:r>
              <a:rPr lang="en-IN" sz="2200" b="1" dirty="0">
                <a:solidFill>
                  <a:srgbClr val="000000"/>
                </a:solidFill>
                <a:effectLst/>
                <a:latin typeface="Courier New" panose="02070309020205020404" pitchFamily="49" charset="0"/>
                <a:cs typeface="Courier New" panose="02070309020205020404" pitchFamily="49" charset="0"/>
              </a:rPr>
              <a:t> LinkedList&lt;Integer&gt;(); </a:t>
            </a:r>
          </a:p>
          <a:p>
            <a:pPr marR="0" indent="-457200">
              <a:buFont typeface="+mj-lt"/>
              <a:buAutoNum type="arabicPeriod"/>
            </a:pPr>
            <a:r>
              <a:rPr lang="en-IN" sz="2200" b="1" dirty="0" err="1">
                <a:solidFill>
                  <a:srgbClr val="6A3E3E"/>
                </a:solidFill>
                <a:effectLst/>
                <a:latin typeface="Courier New" panose="02070309020205020404" pitchFamily="49" charset="0"/>
                <a:cs typeface="Courier New" panose="02070309020205020404" pitchFamily="49" charset="0"/>
              </a:rPr>
              <a:t>q</a:t>
            </a:r>
            <a:r>
              <a:rPr lang="en-IN" sz="2200" b="1" dirty="0" err="1">
                <a:solidFill>
                  <a:srgbClr val="000000"/>
                </a:solidFill>
                <a:effectLst/>
                <a:latin typeface="Courier New" panose="02070309020205020404" pitchFamily="49" charset="0"/>
                <a:cs typeface="Courier New" panose="02070309020205020404" pitchFamily="49" charset="0"/>
              </a:rPr>
              <a:t>.add</a:t>
            </a:r>
            <a:r>
              <a:rPr lang="en-IN" sz="2200" b="1" dirty="0">
                <a:solidFill>
                  <a:srgbClr val="000000"/>
                </a:solidFill>
                <a:effectLst/>
                <a:latin typeface="Courier New" panose="02070309020205020404" pitchFamily="49" charset="0"/>
                <a:cs typeface="Courier New" panose="02070309020205020404" pitchFamily="49" charset="0"/>
              </a:rPr>
              <a:t>(3); </a:t>
            </a:r>
          </a:p>
          <a:p>
            <a:pPr marR="0" indent="-457200">
              <a:buFont typeface="+mj-lt"/>
              <a:buAutoNum type="arabicPeriod"/>
            </a:pPr>
            <a:r>
              <a:rPr lang="en-IN" sz="2200" b="1" dirty="0" err="1">
                <a:solidFill>
                  <a:srgbClr val="6A3E3E"/>
                </a:solidFill>
                <a:effectLst/>
                <a:latin typeface="Courier New" panose="02070309020205020404" pitchFamily="49" charset="0"/>
                <a:cs typeface="Courier New" panose="02070309020205020404" pitchFamily="49" charset="0"/>
              </a:rPr>
              <a:t>q</a:t>
            </a:r>
            <a:r>
              <a:rPr lang="en-IN" sz="2200" b="1" dirty="0" err="1">
                <a:solidFill>
                  <a:srgbClr val="000000"/>
                </a:solidFill>
                <a:effectLst/>
                <a:latin typeface="Courier New" panose="02070309020205020404" pitchFamily="49" charset="0"/>
                <a:cs typeface="Courier New" panose="02070309020205020404" pitchFamily="49" charset="0"/>
              </a:rPr>
              <a:t>.add</a:t>
            </a:r>
            <a:r>
              <a:rPr lang="en-IN" sz="2200" b="1" dirty="0">
                <a:solidFill>
                  <a:srgbClr val="000000"/>
                </a:solidFill>
                <a:effectLst/>
                <a:latin typeface="Courier New" panose="02070309020205020404" pitchFamily="49" charset="0"/>
                <a:cs typeface="Courier New" panose="02070309020205020404" pitchFamily="49" charset="0"/>
              </a:rPr>
              <a:t>(1); </a:t>
            </a:r>
          </a:p>
          <a:p>
            <a:pPr marR="0" indent="-457200">
              <a:buFont typeface="+mj-lt"/>
              <a:buAutoNum type="arabicPeriod"/>
            </a:pPr>
            <a:r>
              <a:rPr lang="en-IN" sz="2200" b="1" dirty="0" err="1">
                <a:solidFill>
                  <a:srgbClr val="6A3E3E"/>
                </a:solidFill>
                <a:effectLst/>
                <a:latin typeface="Courier New" panose="02070309020205020404" pitchFamily="49" charset="0"/>
                <a:cs typeface="Courier New" panose="02070309020205020404" pitchFamily="49" charset="0"/>
              </a:rPr>
              <a:t>q</a:t>
            </a:r>
            <a:r>
              <a:rPr lang="en-IN" sz="2200" b="1" dirty="0" err="1">
                <a:solidFill>
                  <a:srgbClr val="000000"/>
                </a:solidFill>
                <a:effectLst/>
                <a:latin typeface="Courier New" panose="02070309020205020404" pitchFamily="49" charset="0"/>
                <a:cs typeface="Courier New" panose="02070309020205020404" pitchFamily="49" charset="0"/>
              </a:rPr>
              <a:t>.add</a:t>
            </a:r>
            <a:r>
              <a:rPr lang="en-IN" sz="2200" b="1" dirty="0">
                <a:solidFill>
                  <a:srgbClr val="000000"/>
                </a:solidFill>
                <a:effectLst/>
                <a:latin typeface="Courier New" panose="02070309020205020404" pitchFamily="49" charset="0"/>
                <a:cs typeface="Courier New" panose="02070309020205020404" pitchFamily="49" charset="0"/>
              </a:rPr>
              <a:t>(4); </a:t>
            </a:r>
          </a:p>
          <a:p>
            <a:pPr marR="0" indent="-457200">
              <a:buFont typeface="+mj-lt"/>
              <a:buAutoNum type="arabicPeriod"/>
            </a:pPr>
            <a:r>
              <a:rPr lang="en-IN" sz="2200" b="1" dirty="0" err="1">
                <a:solidFill>
                  <a:srgbClr val="6A3E3E"/>
                </a:solidFill>
                <a:effectLst/>
                <a:latin typeface="Courier New" panose="02070309020205020404" pitchFamily="49" charset="0"/>
                <a:cs typeface="Courier New" panose="02070309020205020404" pitchFamily="49" charset="0"/>
              </a:rPr>
              <a:t>q</a:t>
            </a:r>
            <a:r>
              <a:rPr lang="en-IN" sz="2200" b="1" dirty="0" err="1">
                <a:solidFill>
                  <a:srgbClr val="000000"/>
                </a:solidFill>
                <a:effectLst/>
                <a:latin typeface="Courier New" panose="02070309020205020404" pitchFamily="49" charset="0"/>
                <a:cs typeface="Courier New" panose="02070309020205020404" pitchFamily="49" charset="0"/>
              </a:rPr>
              <a:t>.add</a:t>
            </a:r>
            <a:r>
              <a:rPr lang="en-IN" sz="2200" b="1" dirty="0">
                <a:solidFill>
                  <a:srgbClr val="000000"/>
                </a:solidFill>
                <a:effectLst/>
                <a:latin typeface="Courier New" panose="02070309020205020404" pitchFamily="49" charset="0"/>
                <a:cs typeface="Courier New" panose="02070309020205020404" pitchFamily="49" charset="0"/>
              </a:rPr>
              <a:t>(2);</a:t>
            </a:r>
          </a:p>
          <a:p>
            <a:pPr marR="0" indent="-457200">
              <a:buFont typeface="+mj-lt"/>
              <a:buAutoNum type="arabicPeriod"/>
            </a:pPr>
            <a:r>
              <a:rPr lang="en-IN" sz="2200" b="1" dirty="0" err="1">
                <a:solidFill>
                  <a:srgbClr val="6A3E3E"/>
                </a:solidFill>
                <a:effectLst/>
                <a:latin typeface="Courier New" panose="02070309020205020404" pitchFamily="49" charset="0"/>
                <a:cs typeface="Courier New" panose="02070309020205020404" pitchFamily="49" charset="0"/>
              </a:rPr>
              <a:t>q</a:t>
            </a:r>
            <a:r>
              <a:rPr lang="en-IN" sz="2200" b="1" dirty="0" err="1">
                <a:solidFill>
                  <a:srgbClr val="000000"/>
                </a:solidFill>
                <a:effectLst/>
                <a:latin typeface="Courier New" panose="02070309020205020404" pitchFamily="49" charset="0"/>
                <a:cs typeface="Courier New" panose="02070309020205020404" pitchFamily="49" charset="0"/>
              </a:rPr>
              <a:t>.add</a:t>
            </a:r>
            <a:r>
              <a:rPr lang="en-IN" sz="2200" b="1" dirty="0">
                <a:solidFill>
                  <a:srgbClr val="000000"/>
                </a:solidFill>
                <a:effectLst/>
                <a:latin typeface="Courier New" panose="02070309020205020404" pitchFamily="49" charset="0"/>
                <a:cs typeface="Courier New" panose="02070309020205020404" pitchFamily="49" charset="0"/>
              </a:rPr>
              <a:t>(5);</a:t>
            </a:r>
          </a:p>
          <a:p>
            <a:pPr marR="0" indent="-457200">
              <a:buFont typeface="+mj-lt"/>
              <a:buAutoNum type="arabicPeriod"/>
            </a:pPr>
            <a:r>
              <a:rPr lang="en-IN" sz="2200" b="1" i="1" dirty="0" err="1">
                <a:solidFill>
                  <a:srgbClr val="000000"/>
                </a:solidFill>
                <a:effectLst/>
                <a:latin typeface="Courier New" panose="02070309020205020404" pitchFamily="49" charset="0"/>
                <a:cs typeface="Courier New" panose="02070309020205020404" pitchFamily="49" charset="0"/>
              </a:rPr>
              <a:t>sortQueue</a:t>
            </a:r>
            <a:r>
              <a:rPr lang="en-IN" sz="2200" b="1" dirty="0">
                <a:solidFill>
                  <a:srgbClr val="000000"/>
                </a:solidFill>
                <a:effectLst/>
                <a:latin typeface="Courier New" panose="02070309020205020404" pitchFamily="49" charset="0"/>
                <a:cs typeface="Courier New" panose="02070309020205020404" pitchFamily="49" charset="0"/>
              </a:rPr>
              <a:t>(</a:t>
            </a:r>
            <a:r>
              <a:rPr lang="en-IN" sz="2200" b="1" dirty="0">
                <a:solidFill>
                  <a:srgbClr val="6A3E3E"/>
                </a:solidFill>
                <a:effectLst/>
                <a:latin typeface="Courier New" panose="02070309020205020404" pitchFamily="49" charset="0"/>
                <a:cs typeface="Courier New" panose="02070309020205020404" pitchFamily="49" charset="0"/>
              </a:rPr>
              <a:t>q</a:t>
            </a:r>
            <a:r>
              <a:rPr lang="en-IN" sz="2200" b="1" dirty="0">
                <a:solidFill>
                  <a:srgbClr val="000000"/>
                </a:solidFill>
                <a:effectLst/>
                <a:latin typeface="Courier New" panose="02070309020205020404" pitchFamily="49" charset="0"/>
                <a:cs typeface="Courier New" panose="02070309020205020404" pitchFamily="49" charset="0"/>
              </a:rPr>
              <a:t>); </a:t>
            </a:r>
          </a:p>
          <a:p>
            <a:pPr marR="0" indent="-457200">
              <a:buFont typeface="+mj-lt"/>
              <a:buAutoNum type="arabicPeriod"/>
            </a:pPr>
            <a:r>
              <a:rPr lang="en-IN" sz="2200" b="1" dirty="0" err="1">
                <a:solidFill>
                  <a:srgbClr val="000000"/>
                </a:solidFill>
                <a:effectLst/>
                <a:latin typeface="Courier New" panose="02070309020205020404" pitchFamily="49" charset="0"/>
                <a:cs typeface="Courier New" panose="02070309020205020404" pitchFamily="49" charset="0"/>
              </a:rPr>
              <a:t>System.</a:t>
            </a:r>
            <a:r>
              <a:rPr lang="en-IN" sz="2200" b="1" i="1" dirty="0" err="1">
                <a:solidFill>
                  <a:srgbClr val="0000C0"/>
                </a:solidFill>
                <a:effectLst/>
                <a:latin typeface="Courier New" panose="02070309020205020404" pitchFamily="49" charset="0"/>
                <a:cs typeface="Courier New" panose="02070309020205020404" pitchFamily="49" charset="0"/>
              </a:rPr>
              <a:t>out</a:t>
            </a:r>
            <a:r>
              <a:rPr lang="en-IN" sz="2200" b="1" dirty="0" err="1">
                <a:solidFill>
                  <a:srgbClr val="000000"/>
                </a:solidFill>
                <a:effectLst/>
                <a:latin typeface="Courier New" panose="02070309020205020404" pitchFamily="49" charset="0"/>
                <a:cs typeface="Courier New" panose="02070309020205020404" pitchFamily="49" charset="0"/>
              </a:rPr>
              <a:t>.println</a:t>
            </a:r>
            <a:r>
              <a:rPr lang="en-IN" sz="2200" b="1" dirty="0">
                <a:solidFill>
                  <a:srgbClr val="000000"/>
                </a:solidFill>
                <a:effectLst/>
                <a:latin typeface="Courier New" panose="02070309020205020404" pitchFamily="49" charset="0"/>
                <a:cs typeface="Courier New" panose="02070309020205020404" pitchFamily="49" charset="0"/>
              </a:rPr>
              <a:t>(</a:t>
            </a:r>
            <a:r>
              <a:rPr lang="en-IN" sz="2200" b="1" dirty="0">
                <a:solidFill>
                  <a:srgbClr val="6A3E3E"/>
                </a:solidFill>
                <a:effectLst/>
                <a:latin typeface="Courier New" panose="02070309020205020404" pitchFamily="49" charset="0"/>
                <a:cs typeface="Courier New" panose="02070309020205020404" pitchFamily="49" charset="0"/>
              </a:rPr>
              <a:t>q</a:t>
            </a:r>
            <a:r>
              <a:rPr lang="en-IN" sz="2200" b="1" dirty="0">
                <a:solidFill>
                  <a:srgbClr val="000000"/>
                </a:solidFill>
                <a:effectLst/>
                <a:latin typeface="Courier New" panose="02070309020205020404" pitchFamily="49" charset="0"/>
                <a:cs typeface="Courier New" panose="02070309020205020404" pitchFamily="49" charset="0"/>
              </a:rPr>
              <a:t>);</a:t>
            </a:r>
          </a:p>
          <a:p>
            <a:pPr marR="0" indent="-457200">
              <a:buFont typeface="+mj-lt"/>
              <a:buAutoNum type="arabicPeriod"/>
            </a:pPr>
            <a:r>
              <a:rPr lang="en-IN" sz="2200" b="1" dirty="0">
                <a:solidFill>
                  <a:srgbClr val="000000"/>
                </a:solidFill>
                <a:effectLst/>
                <a:latin typeface="Courier New" panose="02070309020205020404" pitchFamily="49" charset="0"/>
                <a:cs typeface="Courier New" panose="02070309020205020404" pitchFamily="49" charset="0"/>
              </a:rPr>
              <a:t>} </a:t>
            </a:r>
          </a:p>
          <a:p>
            <a:pPr marL="457200" indent="-457200">
              <a:buFont typeface="+mj-lt"/>
              <a:buAutoNum type="arabicPeriod"/>
            </a:pPr>
            <a:endParaRPr lang="en-IN" sz="2200" b="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63358469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407BF67-B0E1-69A5-FAE6-2B345E2BC6AC}"/>
              </a:ext>
            </a:extLst>
          </p:cNvPr>
          <p:cNvSpPr>
            <a:spLocks noGrp="1"/>
          </p:cNvSpPr>
          <p:nvPr>
            <p:ph idx="1"/>
          </p:nvPr>
        </p:nvSpPr>
        <p:spPr>
          <a:xfrm>
            <a:off x="838200" y="1175657"/>
            <a:ext cx="10515600" cy="5001306"/>
          </a:xfrm>
        </p:spPr>
        <p:txBody>
          <a:bodyPr>
            <a:normAutofit/>
          </a:bodyPr>
          <a:lstStyle/>
          <a:p>
            <a:pPr marL="114300" marR="0" indent="-342900">
              <a:buFont typeface="+mj-lt"/>
              <a:buAutoNum type="arabicParenR" startAt="14"/>
            </a:pPr>
            <a:r>
              <a:rPr lang="en-US" sz="2200" b="1" dirty="0">
                <a:solidFill>
                  <a:srgbClr val="7F0055"/>
                </a:solidFill>
                <a:effectLst/>
                <a:latin typeface="Courier New" panose="02070309020205020404" pitchFamily="49" charset="0"/>
                <a:cs typeface="Courier New" panose="02070309020205020404" pitchFamily="49" charset="0"/>
              </a:rPr>
              <a:t>public</a:t>
            </a:r>
            <a:r>
              <a:rPr lang="en-US" sz="2200" b="1" dirty="0">
                <a:solidFill>
                  <a:srgbClr val="000000"/>
                </a:solidFill>
                <a:effectLst/>
                <a:latin typeface="Courier New" panose="02070309020205020404" pitchFamily="49" charset="0"/>
                <a:cs typeface="Courier New" panose="02070309020205020404" pitchFamily="49" charset="0"/>
              </a:rPr>
              <a:t> </a:t>
            </a:r>
            <a:r>
              <a:rPr lang="en-US" sz="2200" b="1" dirty="0">
                <a:solidFill>
                  <a:srgbClr val="7F0055"/>
                </a:solidFill>
                <a:effectLst/>
                <a:latin typeface="Courier New" panose="02070309020205020404" pitchFamily="49" charset="0"/>
                <a:cs typeface="Courier New" panose="02070309020205020404" pitchFamily="49" charset="0"/>
              </a:rPr>
              <a:t>static</a:t>
            </a:r>
            <a:r>
              <a:rPr lang="en-US" sz="2200" b="1" dirty="0">
                <a:solidFill>
                  <a:srgbClr val="000000"/>
                </a:solidFill>
                <a:effectLst/>
                <a:latin typeface="Courier New" panose="02070309020205020404" pitchFamily="49" charset="0"/>
                <a:cs typeface="Courier New" panose="02070309020205020404" pitchFamily="49" charset="0"/>
              </a:rPr>
              <a:t> </a:t>
            </a:r>
            <a:r>
              <a:rPr lang="en-US" sz="2200" b="1" dirty="0">
                <a:solidFill>
                  <a:srgbClr val="7F0055"/>
                </a:solidFill>
                <a:effectLst/>
                <a:latin typeface="Courier New" panose="02070309020205020404" pitchFamily="49" charset="0"/>
                <a:cs typeface="Courier New" panose="02070309020205020404" pitchFamily="49" charset="0"/>
              </a:rPr>
              <a:t>void</a:t>
            </a:r>
            <a:r>
              <a:rPr lang="en-US" sz="2200" b="1" dirty="0">
                <a:solidFill>
                  <a:srgbClr val="000000"/>
                </a:solidFill>
                <a:effectLst/>
                <a:latin typeface="Courier New" panose="02070309020205020404" pitchFamily="49" charset="0"/>
                <a:cs typeface="Courier New" panose="02070309020205020404" pitchFamily="49" charset="0"/>
              </a:rPr>
              <a:t> </a:t>
            </a:r>
            <a:r>
              <a:rPr lang="en-US" sz="2200" b="1" dirty="0" err="1">
                <a:solidFill>
                  <a:srgbClr val="000000"/>
                </a:solidFill>
                <a:effectLst/>
                <a:latin typeface="Courier New" panose="02070309020205020404" pitchFamily="49" charset="0"/>
                <a:cs typeface="Courier New" panose="02070309020205020404" pitchFamily="49" charset="0"/>
              </a:rPr>
              <a:t>sortQueue</a:t>
            </a:r>
            <a:r>
              <a:rPr lang="en-US" sz="2200" b="1" dirty="0">
                <a:solidFill>
                  <a:srgbClr val="000000"/>
                </a:solidFill>
                <a:effectLst/>
                <a:latin typeface="Courier New" panose="02070309020205020404" pitchFamily="49" charset="0"/>
                <a:cs typeface="Courier New" panose="02070309020205020404" pitchFamily="49" charset="0"/>
              </a:rPr>
              <a:t>(Queue&lt;Integer&gt; </a:t>
            </a:r>
            <a:r>
              <a:rPr lang="en-US" sz="2200" b="1" dirty="0">
                <a:solidFill>
                  <a:srgbClr val="6A3E3E"/>
                </a:solidFill>
                <a:effectLst/>
                <a:latin typeface="Courier New" panose="02070309020205020404" pitchFamily="49" charset="0"/>
                <a:cs typeface="Courier New" panose="02070309020205020404" pitchFamily="49" charset="0"/>
              </a:rPr>
              <a:t>q</a:t>
            </a:r>
            <a:r>
              <a:rPr lang="en-US" sz="2200" b="1" dirty="0">
                <a:solidFill>
                  <a:srgbClr val="000000"/>
                </a:solidFill>
                <a:effectLst/>
                <a:latin typeface="Courier New" panose="02070309020205020404" pitchFamily="49" charset="0"/>
                <a:cs typeface="Courier New" panose="02070309020205020404" pitchFamily="49" charset="0"/>
              </a:rPr>
              <a:t>) </a:t>
            </a:r>
          </a:p>
          <a:p>
            <a:pPr marL="114300" marR="0" indent="-342900">
              <a:buFont typeface="+mj-lt"/>
              <a:buAutoNum type="arabicParenR" startAt="14"/>
            </a:pPr>
            <a:r>
              <a:rPr lang="en-US" sz="2200" b="1" dirty="0">
                <a:solidFill>
                  <a:srgbClr val="000000"/>
                </a:solidFill>
                <a:effectLst/>
                <a:latin typeface="Courier New" panose="02070309020205020404" pitchFamily="49" charset="0"/>
                <a:cs typeface="Courier New" panose="02070309020205020404" pitchFamily="49" charset="0"/>
              </a:rPr>
              <a:t>{ </a:t>
            </a:r>
          </a:p>
          <a:p>
            <a:pPr marL="114300" marR="0" indent="-342900">
              <a:buFont typeface="+mj-lt"/>
              <a:buAutoNum type="arabicParenR" startAt="14"/>
            </a:pPr>
            <a:r>
              <a:rPr lang="en-US" sz="2200" b="1" dirty="0">
                <a:solidFill>
                  <a:srgbClr val="7F0055"/>
                </a:solidFill>
                <a:effectLst/>
                <a:latin typeface="Courier New" panose="02070309020205020404" pitchFamily="49" charset="0"/>
                <a:cs typeface="Courier New" panose="02070309020205020404" pitchFamily="49" charset="0"/>
              </a:rPr>
              <a:t>for</a:t>
            </a:r>
            <a:r>
              <a:rPr lang="en-US" sz="2200" b="1" dirty="0">
                <a:solidFill>
                  <a:srgbClr val="000000"/>
                </a:solidFill>
                <a:effectLst/>
                <a:latin typeface="Courier New" panose="02070309020205020404" pitchFamily="49" charset="0"/>
                <a:cs typeface="Courier New" panose="02070309020205020404" pitchFamily="49" charset="0"/>
              </a:rPr>
              <a:t>(</a:t>
            </a:r>
            <a:r>
              <a:rPr lang="en-US" sz="2200" b="1" dirty="0">
                <a:solidFill>
                  <a:srgbClr val="7F0055"/>
                </a:solidFill>
                <a:effectLst/>
                <a:latin typeface="Courier New" panose="02070309020205020404" pitchFamily="49" charset="0"/>
                <a:cs typeface="Courier New" panose="02070309020205020404" pitchFamily="49" charset="0"/>
              </a:rPr>
              <a:t>int</a:t>
            </a:r>
            <a:r>
              <a:rPr lang="en-US" sz="2200" b="1" dirty="0">
                <a:solidFill>
                  <a:srgbClr val="000000"/>
                </a:solidFill>
                <a:effectLst/>
                <a:latin typeface="Courier New" panose="02070309020205020404" pitchFamily="49" charset="0"/>
                <a:cs typeface="Courier New" panose="02070309020205020404" pitchFamily="49" charset="0"/>
              </a:rPr>
              <a:t> </a:t>
            </a:r>
            <a:r>
              <a:rPr lang="en-US" sz="2200" b="1" dirty="0" err="1">
                <a:solidFill>
                  <a:srgbClr val="6A3E3E"/>
                </a:solidFill>
                <a:effectLst/>
                <a:latin typeface="Courier New" panose="02070309020205020404" pitchFamily="49" charset="0"/>
                <a:cs typeface="Courier New" panose="02070309020205020404" pitchFamily="49" charset="0"/>
              </a:rPr>
              <a:t>i</a:t>
            </a:r>
            <a:r>
              <a:rPr lang="en-US" sz="2200" b="1" dirty="0">
                <a:solidFill>
                  <a:srgbClr val="000000"/>
                </a:solidFill>
                <a:effectLst/>
                <a:latin typeface="Courier New" panose="02070309020205020404" pitchFamily="49" charset="0"/>
                <a:cs typeface="Courier New" panose="02070309020205020404" pitchFamily="49" charset="0"/>
              </a:rPr>
              <a:t> = 1; </a:t>
            </a:r>
            <a:r>
              <a:rPr lang="en-US" sz="2200" b="1" dirty="0" err="1">
                <a:solidFill>
                  <a:srgbClr val="6A3E3E"/>
                </a:solidFill>
                <a:effectLst/>
                <a:latin typeface="Courier New" panose="02070309020205020404" pitchFamily="49" charset="0"/>
                <a:cs typeface="Courier New" panose="02070309020205020404" pitchFamily="49" charset="0"/>
              </a:rPr>
              <a:t>i</a:t>
            </a:r>
            <a:r>
              <a:rPr lang="en-US" sz="2200" b="1" dirty="0">
                <a:solidFill>
                  <a:srgbClr val="000000"/>
                </a:solidFill>
                <a:effectLst/>
                <a:latin typeface="Courier New" panose="02070309020205020404" pitchFamily="49" charset="0"/>
                <a:cs typeface="Courier New" panose="02070309020205020404" pitchFamily="49" charset="0"/>
              </a:rPr>
              <a:t> &lt;= </a:t>
            </a:r>
            <a:r>
              <a:rPr lang="en-US" sz="2200" b="1" dirty="0" err="1">
                <a:solidFill>
                  <a:srgbClr val="6A3E3E"/>
                </a:solidFill>
                <a:effectLst/>
                <a:latin typeface="Courier New" panose="02070309020205020404" pitchFamily="49" charset="0"/>
                <a:cs typeface="Courier New" panose="02070309020205020404" pitchFamily="49" charset="0"/>
              </a:rPr>
              <a:t>q</a:t>
            </a:r>
            <a:r>
              <a:rPr lang="en-US" sz="2200" b="1" dirty="0" err="1">
                <a:solidFill>
                  <a:srgbClr val="000000"/>
                </a:solidFill>
                <a:effectLst/>
                <a:latin typeface="Courier New" panose="02070309020205020404" pitchFamily="49" charset="0"/>
                <a:cs typeface="Courier New" panose="02070309020205020404" pitchFamily="49" charset="0"/>
              </a:rPr>
              <a:t>.size</a:t>
            </a:r>
            <a:r>
              <a:rPr lang="en-US" sz="2200" b="1" dirty="0">
                <a:solidFill>
                  <a:srgbClr val="000000"/>
                </a:solidFill>
                <a:effectLst/>
                <a:latin typeface="Courier New" panose="02070309020205020404" pitchFamily="49" charset="0"/>
                <a:cs typeface="Courier New" panose="02070309020205020404" pitchFamily="49" charset="0"/>
              </a:rPr>
              <a:t>(); </a:t>
            </a:r>
            <a:r>
              <a:rPr lang="en-US" sz="2200" b="1" dirty="0" err="1">
                <a:solidFill>
                  <a:srgbClr val="6A3E3E"/>
                </a:solidFill>
                <a:effectLst/>
                <a:latin typeface="Courier New" panose="02070309020205020404" pitchFamily="49" charset="0"/>
                <a:cs typeface="Courier New" panose="02070309020205020404" pitchFamily="49" charset="0"/>
              </a:rPr>
              <a:t>i</a:t>
            </a:r>
            <a:r>
              <a:rPr lang="en-US" sz="2200" b="1" dirty="0">
                <a:solidFill>
                  <a:srgbClr val="000000"/>
                </a:solidFill>
                <a:effectLst/>
                <a:latin typeface="Courier New" panose="02070309020205020404" pitchFamily="49" charset="0"/>
                <a:cs typeface="Courier New" panose="02070309020205020404" pitchFamily="49" charset="0"/>
              </a:rPr>
              <a:t>++) </a:t>
            </a:r>
          </a:p>
          <a:p>
            <a:pPr marL="114300" marR="0" indent="-342900">
              <a:buFont typeface="+mj-lt"/>
              <a:buAutoNum type="arabicParenR" startAt="14"/>
            </a:pPr>
            <a:r>
              <a:rPr lang="en-US" sz="2200" b="1" dirty="0">
                <a:solidFill>
                  <a:srgbClr val="000000"/>
                </a:solidFill>
                <a:effectLst/>
                <a:latin typeface="Courier New" panose="02070309020205020404" pitchFamily="49" charset="0"/>
                <a:cs typeface="Courier New" panose="02070309020205020404" pitchFamily="49" charset="0"/>
              </a:rPr>
              <a:t>{ </a:t>
            </a:r>
          </a:p>
          <a:p>
            <a:pPr marL="114300" marR="0" indent="-342900">
              <a:buFont typeface="+mj-lt"/>
              <a:buAutoNum type="arabicParenR" startAt="14"/>
            </a:pPr>
            <a:r>
              <a:rPr lang="en-US" sz="2200" b="1" dirty="0">
                <a:solidFill>
                  <a:srgbClr val="7F0055"/>
                </a:solidFill>
                <a:effectLst/>
                <a:latin typeface="Courier New" panose="02070309020205020404" pitchFamily="49" charset="0"/>
                <a:cs typeface="Courier New" panose="02070309020205020404" pitchFamily="49" charset="0"/>
              </a:rPr>
              <a:t>int</a:t>
            </a:r>
            <a:r>
              <a:rPr lang="en-US" sz="2200" b="1" dirty="0">
                <a:solidFill>
                  <a:srgbClr val="000000"/>
                </a:solidFill>
                <a:effectLst/>
                <a:latin typeface="Courier New" panose="02070309020205020404" pitchFamily="49" charset="0"/>
                <a:cs typeface="Courier New" panose="02070309020205020404" pitchFamily="49" charset="0"/>
              </a:rPr>
              <a:t> </a:t>
            </a:r>
            <a:r>
              <a:rPr lang="en-US" sz="2200" b="1" dirty="0" err="1">
                <a:solidFill>
                  <a:srgbClr val="6A3E3E"/>
                </a:solidFill>
                <a:effectLst/>
                <a:latin typeface="Courier New" panose="02070309020205020404" pitchFamily="49" charset="0"/>
                <a:cs typeface="Courier New" panose="02070309020205020404" pitchFamily="49" charset="0"/>
              </a:rPr>
              <a:t>min_index</a:t>
            </a:r>
            <a:r>
              <a:rPr lang="en-US" sz="2200" b="1" dirty="0">
                <a:solidFill>
                  <a:srgbClr val="000000"/>
                </a:solidFill>
                <a:effectLst/>
                <a:latin typeface="Courier New" panose="02070309020205020404" pitchFamily="49" charset="0"/>
                <a:cs typeface="Courier New" panose="02070309020205020404" pitchFamily="49" charset="0"/>
              </a:rPr>
              <a:t> = </a:t>
            </a:r>
            <a:r>
              <a:rPr lang="en-US" sz="2200" b="1" i="1" dirty="0" err="1">
                <a:solidFill>
                  <a:srgbClr val="000000"/>
                </a:solidFill>
                <a:effectLst/>
                <a:latin typeface="Courier New" panose="02070309020205020404" pitchFamily="49" charset="0"/>
                <a:cs typeface="Courier New" panose="02070309020205020404" pitchFamily="49" charset="0"/>
              </a:rPr>
              <a:t>minInd</a:t>
            </a:r>
            <a:r>
              <a:rPr lang="en-US" sz="2200" b="1" dirty="0">
                <a:solidFill>
                  <a:srgbClr val="000000"/>
                </a:solidFill>
                <a:effectLst/>
                <a:latin typeface="Courier New" panose="02070309020205020404" pitchFamily="49" charset="0"/>
                <a:cs typeface="Courier New" panose="02070309020205020404" pitchFamily="49" charset="0"/>
              </a:rPr>
              <a:t>(</a:t>
            </a:r>
            <a:r>
              <a:rPr lang="en-US" sz="2200" b="1" dirty="0" err="1">
                <a:solidFill>
                  <a:srgbClr val="6A3E3E"/>
                </a:solidFill>
                <a:effectLst/>
                <a:latin typeface="Courier New" panose="02070309020205020404" pitchFamily="49" charset="0"/>
                <a:cs typeface="Courier New" panose="02070309020205020404" pitchFamily="49" charset="0"/>
              </a:rPr>
              <a:t>q</a:t>
            </a:r>
            <a:r>
              <a:rPr lang="en-US" sz="2200" b="1" dirty="0" err="1">
                <a:solidFill>
                  <a:srgbClr val="000000"/>
                </a:solidFill>
                <a:effectLst/>
                <a:latin typeface="Courier New" panose="02070309020205020404" pitchFamily="49" charset="0"/>
                <a:cs typeface="Courier New" panose="02070309020205020404" pitchFamily="49" charset="0"/>
              </a:rPr>
              <a:t>,</a:t>
            </a:r>
            <a:r>
              <a:rPr lang="en-US" sz="2200" b="1" dirty="0" err="1">
                <a:solidFill>
                  <a:srgbClr val="6A3E3E"/>
                </a:solidFill>
                <a:effectLst/>
                <a:latin typeface="Courier New" panose="02070309020205020404" pitchFamily="49" charset="0"/>
                <a:cs typeface="Courier New" panose="02070309020205020404" pitchFamily="49" charset="0"/>
              </a:rPr>
              <a:t>q</a:t>
            </a:r>
            <a:r>
              <a:rPr lang="en-US" sz="2200" b="1" dirty="0" err="1">
                <a:solidFill>
                  <a:srgbClr val="000000"/>
                </a:solidFill>
                <a:effectLst/>
                <a:latin typeface="Courier New" panose="02070309020205020404" pitchFamily="49" charset="0"/>
                <a:cs typeface="Courier New" panose="02070309020205020404" pitchFamily="49" charset="0"/>
              </a:rPr>
              <a:t>.size</a:t>
            </a:r>
            <a:r>
              <a:rPr lang="en-US" sz="2200" b="1" dirty="0">
                <a:solidFill>
                  <a:srgbClr val="000000"/>
                </a:solidFill>
                <a:effectLst/>
                <a:latin typeface="Courier New" panose="02070309020205020404" pitchFamily="49" charset="0"/>
                <a:cs typeface="Courier New" panose="02070309020205020404" pitchFamily="49" charset="0"/>
              </a:rPr>
              <a:t>() - </a:t>
            </a:r>
            <a:r>
              <a:rPr lang="en-US" sz="2200" b="1" dirty="0" err="1">
                <a:solidFill>
                  <a:srgbClr val="6A3E3E"/>
                </a:solidFill>
                <a:effectLst/>
                <a:latin typeface="Courier New" panose="02070309020205020404" pitchFamily="49" charset="0"/>
                <a:cs typeface="Courier New" panose="02070309020205020404" pitchFamily="49" charset="0"/>
              </a:rPr>
              <a:t>i</a:t>
            </a:r>
            <a:r>
              <a:rPr lang="en-US" sz="2200" b="1" dirty="0">
                <a:solidFill>
                  <a:srgbClr val="000000"/>
                </a:solidFill>
                <a:effectLst/>
                <a:latin typeface="Courier New" panose="02070309020205020404" pitchFamily="49" charset="0"/>
                <a:cs typeface="Courier New" panose="02070309020205020404" pitchFamily="49" charset="0"/>
              </a:rPr>
              <a:t>); </a:t>
            </a:r>
          </a:p>
          <a:p>
            <a:pPr marL="114300" marR="0" indent="-342900">
              <a:buFont typeface="+mj-lt"/>
              <a:buAutoNum type="arabicParenR" startAt="14"/>
            </a:pPr>
            <a:r>
              <a:rPr lang="en-US" sz="2200" b="1" i="1" dirty="0" err="1">
                <a:solidFill>
                  <a:srgbClr val="000000"/>
                </a:solidFill>
                <a:effectLst/>
                <a:latin typeface="Courier New" panose="02070309020205020404" pitchFamily="49" charset="0"/>
                <a:cs typeface="Courier New" panose="02070309020205020404" pitchFamily="49" charset="0"/>
              </a:rPr>
              <a:t>insertMinToRear</a:t>
            </a:r>
            <a:r>
              <a:rPr lang="en-US" sz="2200" b="1" dirty="0">
                <a:solidFill>
                  <a:srgbClr val="000000"/>
                </a:solidFill>
                <a:effectLst/>
                <a:latin typeface="Courier New" panose="02070309020205020404" pitchFamily="49" charset="0"/>
                <a:cs typeface="Courier New" panose="02070309020205020404" pitchFamily="49" charset="0"/>
              </a:rPr>
              <a:t>(</a:t>
            </a:r>
            <a:r>
              <a:rPr lang="en-US" sz="2200" b="1" dirty="0">
                <a:solidFill>
                  <a:srgbClr val="6A3E3E"/>
                </a:solidFill>
                <a:effectLst/>
                <a:latin typeface="Courier New" panose="02070309020205020404" pitchFamily="49" charset="0"/>
                <a:cs typeface="Courier New" panose="02070309020205020404" pitchFamily="49" charset="0"/>
              </a:rPr>
              <a:t>q</a:t>
            </a:r>
            <a:r>
              <a:rPr lang="en-US" sz="2200" b="1" dirty="0">
                <a:solidFill>
                  <a:srgbClr val="000000"/>
                </a:solidFill>
                <a:effectLst/>
                <a:latin typeface="Courier New" panose="02070309020205020404" pitchFamily="49" charset="0"/>
                <a:cs typeface="Courier New" panose="02070309020205020404" pitchFamily="49" charset="0"/>
              </a:rPr>
              <a:t>, </a:t>
            </a:r>
            <a:r>
              <a:rPr lang="en-US" sz="2200" b="1" dirty="0" err="1">
                <a:solidFill>
                  <a:srgbClr val="6A3E3E"/>
                </a:solidFill>
                <a:effectLst/>
                <a:latin typeface="Courier New" panose="02070309020205020404" pitchFamily="49" charset="0"/>
                <a:cs typeface="Courier New" panose="02070309020205020404" pitchFamily="49" charset="0"/>
              </a:rPr>
              <a:t>min_index</a:t>
            </a:r>
            <a:r>
              <a:rPr lang="en-US" sz="2200" b="1" dirty="0">
                <a:solidFill>
                  <a:srgbClr val="000000"/>
                </a:solidFill>
                <a:effectLst/>
                <a:latin typeface="Courier New" panose="02070309020205020404" pitchFamily="49" charset="0"/>
                <a:cs typeface="Courier New" panose="02070309020205020404" pitchFamily="49" charset="0"/>
              </a:rPr>
              <a:t>); </a:t>
            </a:r>
          </a:p>
          <a:p>
            <a:pPr marL="114300" marR="0" indent="-342900">
              <a:buFont typeface="+mj-lt"/>
              <a:buAutoNum type="arabicParenR" startAt="14"/>
            </a:pPr>
            <a:r>
              <a:rPr lang="en-US" sz="2200" b="1" dirty="0">
                <a:solidFill>
                  <a:srgbClr val="000000"/>
                </a:solidFill>
                <a:effectLst/>
                <a:latin typeface="Courier New" panose="02070309020205020404" pitchFamily="49" charset="0"/>
                <a:cs typeface="Courier New" panose="02070309020205020404" pitchFamily="49" charset="0"/>
              </a:rPr>
              <a:t>} </a:t>
            </a:r>
          </a:p>
          <a:p>
            <a:pPr marL="114300" marR="0" indent="-342900">
              <a:buFont typeface="+mj-lt"/>
              <a:buAutoNum type="arabicParenR" startAt="14"/>
            </a:pPr>
            <a:r>
              <a:rPr lang="en-US" sz="2200" b="1" dirty="0">
                <a:solidFill>
                  <a:srgbClr val="000000"/>
                </a:solidFill>
                <a:effectLst/>
                <a:latin typeface="Courier New" panose="02070309020205020404" pitchFamily="49" charset="0"/>
                <a:cs typeface="Courier New" panose="02070309020205020404" pitchFamily="49" charset="0"/>
              </a:rPr>
              <a:t>} </a:t>
            </a:r>
          </a:p>
          <a:p>
            <a:pPr marL="514350" indent="-514350">
              <a:buFont typeface="+mj-lt"/>
              <a:buAutoNum type="arabicParenR" startAt="14"/>
            </a:pPr>
            <a:endParaRPr lang="en-IN" sz="2200" b="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30638835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8F2A9F3-F0C2-9711-29DA-A884F66085FB}"/>
              </a:ext>
            </a:extLst>
          </p:cNvPr>
          <p:cNvSpPr>
            <a:spLocks noGrp="1"/>
          </p:cNvSpPr>
          <p:nvPr>
            <p:ph idx="1"/>
          </p:nvPr>
        </p:nvSpPr>
        <p:spPr>
          <a:xfrm>
            <a:off x="838200" y="102636"/>
            <a:ext cx="10515600" cy="6568751"/>
          </a:xfrm>
        </p:spPr>
        <p:txBody>
          <a:bodyPr>
            <a:noAutofit/>
          </a:bodyPr>
          <a:lstStyle/>
          <a:p>
            <a:pPr marR="0" indent="-457200">
              <a:buFont typeface="+mj-lt"/>
              <a:buAutoNum type="arabicParenR" startAt="22"/>
            </a:pPr>
            <a:r>
              <a:rPr lang="en-IN" sz="2200" b="1" dirty="0">
                <a:solidFill>
                  <a:srgbClr val="7F0055"/>
                </a:solidFill>
                <a:effectLst/>
                <a:latin typeface="Courier New" panose="02070309020205020404" pitchFamily="49" charset="0"/>
                <a:cs typeface="Courier New" panose="02070309020205020404" pitchFamily="49" charset="0"/>
              </a:rPr>
              <a:t>public</a:t>
            </a:r>
            <a:r>
              <a:rPr lang="en-IN" sz="2200" b="1" dirty="0">
                <a:solidFill>
                  <a:srgbClr val="000000"/>
                </a:solidFill>
                <a:effectLst/>
                <a:latin typeface="Courier New" panose="02070309020205020404" pitchFamily="49" charset="0"/>
                <a:cs typeface="Courier New" panose="02070309020205020404" pitchFamily="49" charset="0"/>
              </a:rPr>
              <a:t> </a:t>
            </a:r>
            <a:r>
              <a:rPr lang="en-IN" sz="2200" b="1" dirty="0">
                <a:solidFill>
                  <a:srgbClr val="7F0055"/>
                </a:solidFill>
                <a:effectLst/>
                <a:latin typeface="Courier New" panose="02070309020205020404" pitchFamily="49" charset="0"/>
                <a:cs typeface="Courier New" panose="02070309020205020404" pitchFamily="49" charset="0"/>
              </a:rPr>
              <a:t>static</a:t>
            </a:r>
            <a:r>
              <a:rPr lang="en-IN" sz="2200" b="1" dirty="0">
                <a:solidFill>
                  <a:srgbClr val="000000"/>
                </a:solidFill>
                <a:effectLst/>
                <a:latin typeface="Courier New" panose="02070309020205020404" pitchFamily="49" charset="0"/>
                <a:cs typeface="Courier New" panose="02070309020205020404" pitchFamily="49" charset="0"/>
              </a:rPr>
              <a:t> </a:t>
            </a:r>
            <a:r>
              <a:rPr lang="en-IN" sz="2200" b="1" dirty="0">
                <a:solidFill>
                  <a:srgbClr val="7F0055"/>
                </a:solidFill>
                <a:effectLst/>
                <a:latin typeface="Courier New" panose="02070309020205020404" pitchFamily="49" charset="0"/>
                <a:cs typeface="Courier New" panose="02070309020205020404" pitchFamily="49" charset="0"/>
              </a:rPr>
              <a:t>int</a:t>
            </a:r>
            <a:r>
              <a:rPr lang="en-IN" sz="2200" b="1" dirty="0">
                <a:solidFill>
                  <a:srgbClr val="000000"/>
                </a:solidFill>
                <a:effectLst/>
                <a:latin typeface="Courier New" panose="02070309020205020404" pitchFamily="49" charset="0"/>
                <a:cs typeface="Courier New" panose="02070309020205020404" pitchFamily="49" charset="0"/>
              </a:rPr>
              <a:t> </a:t>
            </a:r>
            <a:r>
              <a:rPr lang="en-IN" sz="2200" b="1" dirty="0" err="1">
                <a:solidFill>
                  <a:srgbClr val="000000"/>
                </a:solidFill>
                <a:effectLst/>
                <a:latin typeface="Courier New" panose="02070309020205020404" pitchFamily="49" charset="0"/>
                <a:cs typeface="Courier New" panose="02070309020205020404" pitchFamily="49" charset="0"/>
              </a:rPr>
              <a:t>minInd</a:t>
            </a:r>
            <a:r>
              <a:rPr lang="en-IN" sz="2200" b="1" dirty="0">
                <a:solidFill>
                  <a:srgbClr val="000000"/>
                </a:solidFill>
                <a:effectLst/>
                <a:latin typeface="Courier New" panose="02070309020205020404" pitchFamily="49" charset="0"/>
                <a:cs typeface="Courier New" panose="02070309020205020404" pitchFamily="49" charset="0"/>
              </a:rPr>
              <a:t>(Queue&lt;Integer&gt; </a:t>
            </a:r>
            <a:r>
              <a:rPr lang="en-IN" sz="2200" b="1" dirty="0">
                <a:solidFill>
                  <a:srgbClr val="6A3E3E"/>
                </a:solidFill>
                <a:latin typeface="Courier New" panose="02070309020205020404" pitchFamily="49" charset="0"/>
                <a:cs typeface="Courier New" panose="02070309020205020404" pitchFamily="49" charset="0"/>
              </a:rPr>
              <a:t>q</a:t>
            </a:r>
            <a:r>
              <a:rPr lang="en-IN" sz="2200" b="1" dirty="0">
                <a:solidFill>
                  <a:srgbClr val="000000"/>
                </a:solidFill>
                <a:effectLst/>
                <a:latin typeface="Courier New" panose="02070309020205020404" pitchFamily="49" charset="0"/>
                <a:cs typeface="Courier New" panose="02070309020205020404" pitchFamily="49" charset="0"/>
              </a:rPr>
              <a:t>, </a:t>
            </a:r>
            <a:r>
              <a:rPr lang="en-IN" sz="2200" b="1" dirty="0">
                <a:solidFill>
                  <a:srgbClr val="7F0055"/>
                </a:solidFill>
                <a:effectLst/>
                <a:latin typeface="Courier New" panose="02070309020205020404" pitchFamily="49" charset="0"/>
                <a:cs typeface="Courier New" panose="02070309020205020404" pitchFamily="49" charset="0"/>
              </a:rPr>
              <a:t>int</a:t>
            </a:r>
            <a:r>
              <a:rPr lang="en-IN" sz="2200" b="1" dirty="0">
                <a:solidFill>
                  <a:srgbClr val="000000"/>
                </a:solidFill>
                <a:effectLst/>
                <a:latin typeface="Courier New" panose="02070309020205020404" pitchFamily="49" charset="0"/>
                <a:cs typeface="Courier New" panose="02070309020205020404" pitchFamily="49" charset="0"/>
              </a:rPr>
              <a:t> </a:t>
            </a:r>
            <a:r>
              <a:rPr lang="en-IN" sz="2200" b="1" dirty="0" err="1">
                <a:solidFill>
                  <a:srgbClr val="6A3E3E"/>
                </a:solidFill>
                <a:effectLst/>
                <a:latin typeface="Courier New" panose="02070309020205020404" pitchFamily="49" charset="0"/>
                <a:cs typeface="Courier New" panose="02070309020205020404" pitchFamily="49" charset="0"/>
              </a:rPr>
              <a:t>sortIndex</a:t>
            </a:r>
            <a:r>
              <a:rPr lang="en-IN" sz="2200" b="1" dirty="0">
                <a:solidFill>
                  <a:srgbClr val="000000"/>
                </a:solidFill>
                <a:effectLst/>
                <a:latin typeface="Courier New" panose="02070309020205020404" pitchFamily="49" charset="0"/>
                <a:cs typeface="Courier New" panose="02070309020205020404" pitchFamily="49" charset="0"/>
              </a:rPr>
              <a:t>) { </a:t>
            </a:r>
          </a:p>
          <a:p>
            <a:pPr marR="0" indent="-457200">
              <a:buFont typeface="+mj-lt"/>
              <a:buAutoNum type="arabicParenR" startAt="22"/>
            </a:pPr>
            <a:r>
              <a:rPr lang="en-IN" sz="2200" b="1" dirty="0">
                <a:solidFill>
                  <a:srgbClr val="7F0055"/>
                </a:solidFill>
                <a:effectLst/>
                <a:latin typeface="Courier New" panose="02070309020205020404" pitchFamily="49" charset="0"/>
                <a:cs typeface="Courier New" panose="02070309020205020404" pitchFamily="49" charset="0"/>
              </a:rPr>
              <a:t>int</a:t>
            </a:r>
            <a:r>
              <a:rPr lang="en-IN" sz="2200" b="1" dirty="0">
                <a:solidFill>
                  <a:srgbClr val="000000"/>
                </a:solidFill>
                <a:effectLst/>
                <a:latin typeface="Courier New" panose="02070309020205020404" pitchFamily="49" charset="0"/>
                <a:cs typeface="Courier New" panose="02070309020205020404" pitchFamily="49" charset="0"/>
              </a:rPr>
              <a:t> </a:t>
            </a:r>
            <a:r>
              <a:rPr lang="en-IN" sz="2200" b="1" dirty="0" err="1">
                <a:solidFill>
                  <a:srgbClr val="6A3E3E"/>
                </a:solidFill>
                <a:effectLst/>
                <a:latin typeface="Courier New" panose="02070309020205020404" pitchFamily="49" charset="0"/>
                <a:cs typeface="Courier New" panose="02070309020205020404" pitchFamily="49" charset="0"/>
              </a:rPr>
              <a:t>min_index</a:t>
            </a:r>
            <a:r>
              <a:rPr lang="en-IN" sz="2200" b="1" dirty="0">
                <a:solidFill>
                  <a:srgbClr val="000000"/>
                </a:solidFill>
                <a:effectLst/>
                <a:latin typeface="Courier New" panose="02070309020205020404" pitchFamily="49" charset="0"/>
                <a:cs typeface="Courier New" panose="02070309020205020404" pitchFamily="49" charset="0"/>
              </a:rPr>
              <a:t> = -1; </a:t>
            </a:r>
          </a:p>
          <a:p>
            <a:pPr marR="0" indent="-457200">
              <a:buFont typeface="+mj-lt"/>
              <a:buAutoNum type="arabicParenR" startAt="22"/>
            </a:pPr>
            <a:r>
              <a:rPr lang="en-IN" sz="2200" b="1" dirty="0">
                <a:solidFill>
                  <a:srgbClr val="7F0055"/>
                </a:solidFill>
                <a:effectLst/>
                <a:latin typeface="Courier New" panose="02070309020205020404" pitchFamily="49" charset="0"/>
                <a:cs typeface="Courier New" panose="02070309020205020404" pitchFamily="49" charset="0"/>
              </a:rPr>
              <a:t>int</a:t>
            </a:r>
            <a:r>
              <a:rPr lang="en-IN" sz="2200" b="1" dirty="0">
                <a:solidFill>
                  <a:srgbClr val="000000"/>
                </a:solidFill>
                <a:effectLst/>
                <a:latin typeface="Courier New" panose="02070309020205020404" pitchFamily="49" charset="0"/>
                <a:cs typeface="Courier New" panose="02070309020205020404" pitchFamily="49" charset="0"/>
              </a:rPr>
              <a:t> </a:t>
            </a:r>
            <a:r>
              <a:rPr lang="en-IN" sz="2200" b="1" dirty="0" err="1">
                <a:solidFill>
                  <a:srgbClr val="6A3E3E"/>
                </a:solidFill>
                <a:effectLst/>
                <a:latin typeface="Courier New" panose="02070309020205020404" pitchFamily="49" charset="0"/>
                <a:cs typeface="Courier New" panose="02070309020205020404" pitchFamily="49" charset="0"/>
              </a:rPr>
              <a:t>min_value</a:t>
            </a:r>
            <a:r>
              <a:rPr lang="en-IN" sz="2200" b="1" dirty="0">
                <a:solidFill>
                  <a:srgbClr val="000000"/>
                </a:solidFill>
                <a:effectLst/>
                <a:latin typeface="Courier New" panose="02070309020205020404" pitchFamily="49" charset="0"/>
                <a:cs typeface="Courier New" panose="02070309020205020404" pitchFamily="49" charset="0"/>
              </a:rPr>
              <a:t> = </a:t>
            </a:r>
            <a:r>
              <a:rPr lang="en-IN" sz="2200" b="1" dirty="0" err="1">
                <a:solidFill>
                  <a:srgbClr val="000000"/>
                </a:solidFill>
                <a:effectLst/>
                <a:latin typeface="Courier New" panose="02070309020205020404" pitchFamily="49" charset="0"/>
                <a:cs typeface="Courier New" panose="02070309020205020404" pitchFamily="49" charset="0"/>
              </a:rPr>
              <a:t>Integer.</a:t>
            </a:r>
            <a:r>
              <a:rPr lang="en-IN" sz="2200" b="1" i="1" dirty="0" err="1">
                <a:solidFill>
                  <a:srgbClr val="0000C0"/>
                </a:solidFill>
                <a:effectLst/>
                <a:latin typeface="Courier New" panose="02070309020205020404" pitchFamily="49" charset="0"/>
                <a:cs typeface="Courier New" panose="02070309020205020404" pitchFamily="49" charset="0"/>
              </a:rPr>
              <a:t>MAX_VALUE</a:t>
            </a:r>
            <a:r>
              <a:rPr lang="en-IN" sz="2200" b="1" dirty="0">
                <a:solidFill>
                  <a:srgbClr val="000000"/>
                </a:solidFill>
                <a:effectLst/>
                <a:latin typeface="Courier New" panose="02070309020205020404" pitchFamily="49" charset="0"/>
                <a:cs typeface="Courier New" panose="02070309020205020404" pitchFamily="49" charset="0"/>
              </a:rPr>
              <a:t>; </a:t>
            </a:r>
          </a:p>
          <a:p>
            <a:pPr marR="0" indent="-457200">
              <a:buFont typeface="+mj-lt"/>
              <a:buAutoNum type="arabicParenR" startAt="22"/>
            </a:pPr>
            <a:r>
              <a:rPr lang="en-IN" sz="2200" b="1" dirty="0">
                <a:solidFill>
                  <a:srgbClr val="7F0055"/>
                </a:solidFill>
                <a:effectLst/>
                <a:latin typeface="Courier New" panose="02070309020205020404" pitchFamily="49" charset="0"/>
                <a:cs typeface="Courier New" panose="02070309020205020404" pitchFamily="49" charset="0"/>
              </a:rPr>
              <a:t>int</a:t>
            </a:r>
            <a:r>
              <a:rPr lang="en-IN" sz="2200" b="1" dirty="0">
                <a:solidFill>
                  <a:srgbClr val="000000"/>
                </a:solidFill>
                <a:effectLst/>
                <a:latin typeface="Courier New" panose="02070309020205020404" pitchFamily="49" charset="0"/>
                <a:cs typeface="Courier New" panose="02070309020205020404" pitchFamily="49" charset="0"/>
              </a:rPr>
              <a:t> </a:t>
            </a:r>
            <a:r>
              <a:rPr lang="en-IN" sz="2200" b="1" dirty="0">
                <a:solidFill>
                  <a:srgbClr val="6A3E3E"/>
                </a:solidFill>
                <a:effectLst/>
                <a:latin typeface="Courier New" panose="02070309020205020404" pitchFamily="49" charset="0"/>
                <a:cs typeface="Courier New" panose="02070309020205020404" pitchFamily="49" charset="0"/>
              </a:rPr>
              <a:t>s</a:t>
            </a:r>
            <a:r>
              <a:rPr lang="en-IN" sz="2200" b="1" dirty="0">
                <a:solidFill>
                  <a:srgbClr val="000000"/>
                </a:solidFill>
                <a:effectLst/>
                <a:latin typeface="Courier New" panose="02070309020205020404" pitchFamily="49" charset="0"/>
                <a:cs typeface="Courier New" panose="02070309020205020404" pitchFamily="49" charset="0"/>
              </a:rPr>
              <a:t> = </a:t>
            </a:r>
            <a:r>
              <a:rPr lang="en-IN" sz="2200" b="1" dirty="0" err="1">
                <a:solidFill>
                  <a:srgbClr val="6A3E3E"/>
                </a:solidFill>
                <a:latin typeface="Courier New" panose="02070309020205020404" pitchFamily="49" charset="0"/>
                <a:cs typeface="Courier New" panose="02070309020205020404" pitchFamily="49" charset="0"/>
              </a:rPr>
              <a:t>q</a:t>
            </a:r>
            <a:r>
              <a:rPr lang="en-IN" sz="2200" b="1" dirty="0" err="1">
                <a:solidFill>
                  <a:srgbClr val="000000"/>
                </a:solidFill>
                <a:effectLst/>
                <a:latin typeface="Courier New" panose="02070309020205020404" pitchFamily="49" charset="0"/>
                <a:cs typeface="Courier New" panose="02070309020205020404" pitchFamily="49" charset="0"/>
              </a:rPr>
              <a:t>.size</a:t>
            </a:r>
            <a:r>
              <a:rPr lang="en-IN" sz="2200" b="1" dirty="0">
                <a:solidFill>
                  <a:srgbClr val="000000"/>
                </a:solidFill>
                <a:effectLst/>
                <a:latin typeface="Courier New" panose="02070309020205020404" pitchFamily="49" charset="0"/>
                <a:cs typeface="Courier New" panose="02070309020205020404" pitchFamily="49" charset="0"/>
              </a:rPr>
              <a:t>(); </a:t>
            </a:r>
          </a:p>
          <a:p>
            <a:pPr marR="0" indent="-457200">
              <a:buFont typeface="+mj-lt"/>
              <a:buAutoNum type="arabicParenR" startAt="22"/>
            </a:pPr>
            <a:r>
              <a:rPr lang="en-IN" sz="2200" b="1" dirty="0">
                <a:solidFill>
                  <a:srgbClr val="7F0055"/>
                </a:solidFill>
                <a:effectLst/>
                <a:latin typeface="Courier New" panose="02070309020205020404" pitchFamily="49" charset="0"/>
                <a:cs typeface="Courier New" panose="02070309020205020404" pitchFamily="49" charset="0"/>
              </a:rPr>
              <a:t>for</a:t>
            </a:r>
            <a:r>
              <a:rPr lang="en-IN" sz="2200" b="1" dirty="0">
                <a:solidFill>
                  <a:srgbClr val="000000"/>
                </a:solidFill>
                <a:effectLst/>
                <a:latin typeface="Courier New" panose="02070309020205020404" pitchFamily="49" charset="0"/>
                <a:cs typeface="Courier New" panose="02070309020205020404" pitchFamily="49" charset="0"/>
              </a:rPr>
              <a:t> (</a:t>
            </a:r>
            <a:r>
              <a:rPr lang="en-IN" sz="2200" b="1" dirty="0">
                <a:solidFill>
                  <a:srgbClr val="7F0055"/>
                </a:solidFill>
                <a:effectLst/>
                <a:latin typeface="Courier New" panose="02070309020205020404" pitchFamily="49" charset="0"/>
                <a:cs typeface="Courier New" panose="02070309020205020404" pitchFamily="49" charset="0"/>
              </a:rPr>
              <a:t>int</a:t>
            </a:r>
            <a:r>
              <a:rPr lang="en-IN" sz="2200" b="1" dirty="0">
                <a:solidFill>
                  <a:srgbClr val="000000"/>
                </a:solidFill>
                <a:effectLst/>
                <a:latin typeface="Courier New" panose="02070309020205020404" pitchFamily="49" charset="0"/>
                <a:cs typeface="Courier New" panose="02070309020205020404" pitchFamily="49" charset="0"/>
              </a:rPr>
              <a:t> </a:t>
            </a:r>
            <a:r>
              <a:rPr lang="en-IN" sz="2200" b="1" dirty="0" err="1">
                <a:solidFill>
                  <a:srgbClr val="6A3E3E"/>
                </a:solidFill>
                <a:effectLst/>
                <a:latin typeface="Courier New" panose="02070309020205020404" pitchFamily="49" charset="0"/>
                <a:cs typeface="Courier New" panose="02070309020205020404" pitchFamily="49" charset="0"/>
              </a:rPr>
              <a:t>i</a:t>
            </a:r>
            <a:r>
              <a:rPr lang="en-IN" sz="2200" b="1" dirty="0">
                <a:solidFill>
                  <a:srgbClr val="000000"/>
                </a:solidFill>
                <a:effectLst/>
                <a:latin typeface="Courier New" panose="02070309020205020404" pitchFamily="49" charset="0"/>
                <a:cs typeface="Courier New" panose="02070309020205020404" pitchFamily="49" charset="0"/>
              </a:rPr>
              <a:t> = 0; </a:t>
            </a:r>
            <a:r>
              <a:rPr lang="en-IN" sz="2200" b="1" dirty="0" err="1">
                <a:solidFill>
                  <a:srgbClr val="6A3E3E"/>
                </a:solidFill>
                <a:effectLst/>
                <a:latin typeface="Courier New" panose="02070309020205020404" pitchFamily="49" charset="0"/>
                <a:cs typeface="Courier New" panose="02070309020205020404" pitchFamily="49" charset="0"/>
              </a:rPr>
              <a:t>i</a:t>
            </a:r>
            <a:r>
              <a:rPr lang="en-IN" sz="2200" b="1" dirty="0">
                <a:solidFill>
                  <a:srgbClr val="000000"/>
                </a:solidFill>
                <a:effectLst/>
                <a:latin typeface="Courier New" panose="02070309020205020404" pitchFamily="49" charset="0"/>
                <a:cs typeface="Courier New" panose="02070309020205020404" pitchFamily="49" charset="0"/>
              </a:rPr>
              <a:t> &lt; </a:t>
            </a:r>
            <a:r>
              <a:rPr lang="en-IN" sz="2200" b="1" dirty="0">
                <a:solidFill>
                  <a:srgbClr val="6A3E3E"/>
                </a:solidFill>
                <a:effectLst/>
                <a:latin typeface="Courier New" panose="02070309020205020404" pitchFamily="49" charset="0"/>
                <a:cs typeface="Courier New" panose="02070309020205020404" pitchFamily="49" charset="0"/>
              </a:rPr>
              <a:t>s</a:t>
            </a:r>
            <a:r>
              <a:rPr lang="en-IN" sz="2200" b="1" dirty="0">
                <a:solidFill>
                  <a:srgbClr val="000000"/>
                </a:solidFill>
                <a:effectLst/>
                <a:latin typeface="Courier New" panose="02070309020205020404" pitchFamily="49" charset="0"/>
                <a:cs typeface="Courier New" panose="02070309020205020404" pitchFamily="49" charset="0"/>
              </a:rPr>
              <a:t>; </a:t>
            </a:r>
            <a:r>
              <a:rPr lang="en-IN" sz="2200" b="1" dirty="0" err="1">
                <a:solidFill>
                  <a:srgbClr val="6A3E3E"/>
                </a:solidFill>
                <a:effectLst/>
                <a:latin typeface="Courier New" panose="02070309020205020404" pitchFamily="49" charset="0"/>
                <a:cs typeface="Courier New" panose="02070309020205020404" pitchFamily="49" charset="0"/>
              </a:rPr>
              <a:t>i</a:t>
            </a:r>
            <a:r>
              <a:rPr lang="en-IN" sz="2200" b="1" dirty="0">
                <a:solidFill>
                  <a:srgbClr val="000000"/>
                </a:solidFill>
                <a:effectLst/>
                <a:latin typeface="Courier New" panose="02070309020205020404" pitchFamily="49" charset="0"/>
                <a:cs typeface="Courier New" panose="02070309020205020404" pitchFamily="49" charset="0"/>
              </a:rPr>
              <a:t>++) { </a:t>
            </a:r>
          </a:p>
          <a:p>
            <a:pPr marR="0" indent="-457200">
              <a:buFont typeface="+mj-lt"/>
              <a:buAutoNum type="arabicParenR" startAt="22"/>
            </a:pPr>
            <a:r>
              <a:rPr lang="en-IN" sz="2200" b="1" dirty="0">
                <a:solidFill>
                  <a:srgbClr val="7F0055"/>
                </a:solidFill>
                <a:effectLst/>
                <a:latin typeface="Courier New" panose="02070309020205020404" pitchFamily="49" charset="0"/>
                <a:cs typeface="Courier New" panose="02070309020205020404" pitchFamily="49" charset="0"/>
              </a:rPr>
              <a:t>int</a:t>
            </a:r>
            <a:r>
              <a:rPr lang="en-IN" sz="2200" b="1" dirty="0">
                <a:solidFill>
                  <a:srgbClr val="000000"/>
                </a:solidFill>
                <a:effectLst/>
                <a:latin typeface="Courier New" panose="02070309020205020404" pitchFamily="49" charset="0"/>
                <a:cs typeface="Courier New" panose="02070309020205020404" pitchFamily="49" charset="0"/>
              </a:rPr>
              <a:t> </a:t>
            </a:r>
            <a:r>
              <a:rPr lang="en-IN" sz="2200" b="1" dirty="0">
                <a:solidFill>
                  <a:srgbClr val="6A3E3E"/>
                </a:solidFill>
                <a:effectLst/>
                <a:latin typeface="Courier New" panose="02070309020205020404" pitchFamily="49" charset="0"/>
                <a:cs typeface="Courier New" panose="02070309020205020404" pitchFamily="49" charset="0"/>
              </a:rPr>
              <a:t>current</a:t>
            </a:r>
            <a:r>
              <a:rPr lang="en-IN" sz="2200" b="1" dirty="0">
                <a:solidFill>
                  <a:srgbClr val="000000"/>
                </a:solidFill>
                <a:effectLst/>
                <a:latin typeface="Courier New" panose="02070309020205020404" pitchFamily="49" charset="0"/>
                <a:cs typeface="Courier New" panose="02070309020205020404" pitchFamily="49" charset="0"/>
              </a:rPr>
              <a:t> = </a:t>
            </a:r>
            <a:r>
              <a:rPr lang="en-IN" sz="2200" b="1" dirty="0" err="1">
                <a:solidFill>
                  <a:srgbClr val="6A3E3E"/>
                </a:solidFill>
                <a:effectLst/>
                <a:latin typeface="Courier New" panose="02070309020205020404" pitchFamily="49" charset="0"/>
                <a:cs typeface="Courier New" panose="02070309020205020404" pitchFamily="49" charset="0"/>
              </a:rPr>
              <a:t>q.</a:t>
            </a:r>
            <a:r>
              <a:rPr lang="en-IN" sz="2200" b="1" dirty="0" err="1">
                <a:solidFill>
                  <a:srgbClr val="000000"/>
                </a:solidFill>
                <a:effectLst/>
                <a:latin typeface="Courier New" panose="02070309020205020404" pitchFamily="49" charset="0"/>
                <a:cs typeface="Courier New" panose="02070309020205020404" pitchFamily="49" charset="0"/>
              </a:rPr>
              <a:t>poll</a:t>
            </a:r>
            <a:r>
              <a:rPr lang="en-IN" sz="2200" b="1" dirty="0">
                <a:solidFill>
                  <a:srgbClr val="000000"/>
                </a:solidFill>
                <a:effectLst/>
                <a:latin typeface="Courier New" panose="02070309020205020404" pitchFamily="49" charset="0"/>
                <a:cs typeface="Courier New" panose="02070309020205020404" pitchFamily="49" charset="0"/>
              </a:rPr>
              <a:t>(); </a:t>
            </a:r>
          </a:p>
          <a:p>
            <a:pPr marR="0" indent="-457200">
              <a:buFont typeface="+mj-lt"/>
              <a:buAutoNum type="arabicParenR" startAt="22"/>
            </a:pPr>
            <a:r>
              <a:rPr lang="en-IN" sz="2200" b="1" dirty="0">
                <a:solidFill>
                  <a:srgbClr val="7F0055"/>
                </a:solidFill>
                <a:effectLst/>
                <a:latin typeface="Courier New" panose="02070309020205020404" pitchFamily="49" charset="0"/>
                <a:cs typeface="Courier New" panose="02070309020205020404" pitchFamily="49" charset="0"/>
              </a:rPr>
              <a:t>if</a:t>
            </a:r>
            <a:r>
              <a:rPr lang="en-IN" sz="2200" b="1" dirty="0">
                <a:solidFill>
                  <a:srgbClr val="000000"/>
                </a:solidFill>
                <a:effectLst/>
                <a:latin typeface="Courier New" panose="02070309020205020404" pitchFamily="49" charset="0"/>
                <a:cs typeface="Courier New" panose="02070309020205020404" pitchFamily="49" charset="0"/>
              </a:rPr>
              <a:t> (</a:t>
            </a:r>
            <a:r>
              <a:rPr lang="en-IN" sz="2200" b="1" dirty="0">
                <a:solidFill>
                  <a:srgbClr val="6A3E3E"/>
                </a:solidFill>
                <a:effectLst/>
                <a:latin typeface="Courier New" panose="02070309020205020404" pitchFamily="49" charset="0"/>
                <a:cs typeface="Courier New" panose="02070309020205020404" pitchFamily="49" charset="0"/>
              </a:rPr>
              <a:t>current</a:t>
            </a:r>
            <a:r>
              <a:rPr lang="en-IN" sz="2200" b="1" dirty="0">
                <a:solidFill>
                  <a:srgbClr val="000000"/>
                </a:solidFill>
                <a:effectLst/>
                <a:latin typeface="Courier New" panose="02070309020205020404" pitchFamily="49" charset="0"/>
                <a:cs typeface="Courier New" panose="02070309020205020404" pitchFamily="49" charset="0"/>
              </a:rPr>
              <a:t> &lt;= </a:t>
            </a:r>
            <a:r>
              <a:rPr lang="en-IN" sz="2200" b="1" dirty="0" err="1">
                <a:solidFill>
                  <a:srgbClr val="6A3E3E"/>
                </a:solidFill>
                <a:effectLst/>
                <a:latin typeface="Courier New" panose="02070309020205020404" pitchFamily="49" charset="0"/>
                <a:cs typeface="Courier New" panose="02070309020205020404" pitchFamily="49" charset="0"/>
              </a:rPr>
              <a:t>min_value</a:t>
            </a:r>
            <a:r>
              <a:rPr lang="en-IN" sz="2200" b="1" dirty="0">
                <a:solidFill>
                  <a:srgbClr val="000000"/>
                </a:solidFill>
                <a:effectLst/>
                <a:latin typeface="Courier New" panose="02070309020205020404" pitchFamily="49" charset="0"/>
                <a:cs typeface="Courier New" panose="02070309020205020404" pitchFamily="49" charset="0"/>
              </a:rPr>
              <a:t> &amp;&amp; </a:t>
            </a:r>
            <a:r>
              <a:rPr lang="en-IN" sz="2200" b="1" dirty="0" err="1">
                <a:solidFill>
                  <a:srgbClr val="6A3E3E"/>
                </a:solidFill>
                <a:effectLst/>
                <a:latin typeface="Courier New" panose="02070309020205020404" pitchFamily="49" charset="0"/>
                <a:cs typeface="Courier New" panose="02070309020205020404" pitchFamily="49" charset="0"/>
              </a:rPr>
              <a:t>i</a:t>
            </a:r>
            <a:r>
              <a:rPr lang="en-IN" sz="2200" b="1" dirty="0">
                <a:solidFill>
                  <a:srgbClr val="000000"/>
                </a:solidFill>
                <a:effectLst/>
                <a:latin typeface="Courier New" panose="02070309020205020404" pitchFamily="49" charset="0"/>
                <a:cs typeface="Courier New" panose="02070309020205020404" pitchFamily="49" charset="0"/>
              </a:rPr>
              <a:t> &lt;= </a:t>
            </a:r>
            <a:r>
              <a:rPr lang="en-IN" sz="2200" b="1" dirty="0" err="1">
                <a:solidFill>
                  <a:srgbClr val="6A3E3E"/>
                </a:solidFill>
                <a:effectLst/>
                <a:latin typeface="Courier New" panose="02070309020205020404" pitchFamily="49" charset="0"/>
                <a:cs typeface="Courier New" panose="02070309020205020404" pitchFamily="49" charset="0"/>
              </a:rPr>
              <a:t>sortIndex</a:t>
            </a:r>
            <a:r>
              <a:rPr lang="en-IN" sz="2200" b="1" dirty="0">
                <a:solidFill>
                  <a:srgbClr val="000000"/>
                </a:solidFill>
                <a:effectLst/>
                <a:latin typeface="Courier New" panose="02070309020205020404" pitchFamily="49" charset="0"/>
                <a:cs typeface="Courier New" panose="02070309020205020404" pitchFamily="49" charset="0"/>
              </a:rPr>
              <a:t>) { </a:t>
            </a:r>
          </a:p>
          <a:p>
            <a:pPr marR="0" indent="-457200">
              <a:buFont typeface="+mj-lt"/>
              <a:buAutoNum type="arabicParenR" startAt="22"/>
            </a:pPr>
            <a:r>
              <a:rPr lang="en-IN" sz="2200" b="1" dirty="0" err="1">
                <a:solidFill>
                  <a:srgbClr val="6A3E3E"/>
                </a:solidFill>
                <a:effectLst/>
                <a:latin typeface="Courier New" panose="02070309020205020404" pitchFamily="49" charset="0"/>
                <a:cs typeface="Courier New" panose="02070309020205020404" pitchFamily="49" charset="0"/>
              </a:rPr>
              <a:t>min_index</a:t>
            </a:r>
            <a:r>
              <a:rPr lang="en-IN" sz="2200" b="1" dirty="0">
                <a:solidFill>
                  <a:srgbClr val="000000"/>
                </a:solidFill>
                <a:effectLst/>
                <a:latin typeface="Courier New" panose="02070309020205020404" pitchFamily="49" charset="0"/>
                <a:cs typeface="Courier New" panose="02070309020205020404" pitchFamily="49" charset="0"/>
              </a:rPr>
              <a:t> = </a:t>
            </a:r>
            <a:r>
              <a:rPr lang="en-IN" sz="2200" b="1" dirty="0" err="1">
                <a:solidFill>
                  <a:srgbClr val="6A3E3E"/>
                </a:solidFill>
                <a:effectLst/>
                <a:latin typeface="Courier New" panose="02070309020205020404" pitchFamily="49" charset="0"/>
                <a:cs typeface="Courier New" panose="02070309020205020404" pitchFamily="49" charset="0"/>
              </a:rPr>
              <a:t>i</a:t>
            </a:r>
            <a:r>
              <a:rPr lang="en-IN" sz="2200" b="1" dirty="0">
                <a:solidFill>
                  <a:srgbClr val="000000"/>
                </a:solidFill>
                <a:effectLst/>
                <a:latin typeface="Courier New" panose="02070309020205020404" pitchFamily="49" charset="0"/>
                <a:cs typeface="Courier New" panose="02070309020205020404" pitchFamily="49" charset="0"/>
              </a:rPr>
              <a:t>; </a:t>
            </a:r>
          </a:p>
          <a:p>
            <a:pPr marR="0" indent="-457200">
              <a:buFont typeface="+mj-lt"/>
              <a:buAutoNum type="arabicParenR" startAt="22"/>
            </a:pPr>
            <a:r>
              <a:rPr lang="en-IN" sz="2200" b="1" dirty="0" err="1">
                <a:solidFill>
                  <a:srgbClr val="6A3E3E"/>
                </a:solidFill>
                <a:effectLst/>
                <a:latin typeface="Courier New" panose="02070309020205020404" pitchFamily="49" charset="0"/>
                <a:cs typeface="Courier New" panose="02070309020205020404" pitchFamily="49" charset="0"/>
              </a:rPr>
              <a:t>min_value</a:t>
            </a:r>
            <a:r>
              <a:rPr lang="en-IN" sz="2200" b="1" dirty="0">
                <a:solidFill>
                  <a:srgbClr val="000000"/>
                </a:solidFill>
                <a:effectLst/>
                <a:latin typeface="Courier New" panose="02070309020205020404" pitchFamily="49" charset="0"/>
                <a:cs typeface="Courier New" panose="02070309020205020404" pitchFamily="49" charset="0"/>
              </a:rPr>
              <a:t> = </a:t>
            </a:r>
            <a:r>
              <a:rPr lang="en-IN" sz="2200" b="1" dirty="0">
                <a:solidFill>
                  <a:srgbClr val="6A3E3E"/>
                </a:solidFill>
                <a:effectLst/>
                <a:latin typeface="Courier New" panose="02070309020205020404" pitchFamily="49" charset="0"/>
                <a:cs typeface="Courier New" panose="02070309020205020404" pitchFamily="49" charset="0"/>
              </a:rPr>
              <a:t>current</a:t>
            </a:r>
            <a:r>
              <a:rPr lang="en-IN" sz="2200" b="1" dirty="0">
                <a:solidFill>
                  <a:srgbClr val="000000"/>
                </a:solidFill>
                <a:effectLst/>
                <a:latin typeface="Courier New" panose="02070309020205020404" pitchFamily="49" charset="0"/>
                <a:cs typeface="Courier New" panose="02070309020205020404" pitchFamily="49" charset="0"/>
              </a:rPr>
              <a:t>; </a:t>
            </a:r>
          </a:p>
          <a:p>
            <a:pPr marR="0" indent="-457200">
              <a:buFont typeface="+mj-lt"/>
              <a:buAutoNum type="arabicParenR" startAt="22"/>
            </a:pPr>
            <a:r>
              <a:rPr lang="en-IN" sz="2200" b="1" dirty="0">
                <a:solidFill>
                  <a:srgbClr val="000000"/>
                </a:solidFill>
                <a:effectLst/>
                <a:latin typeface="Courier New" panose="02070309020205020404" pitchFamily="49" charset="0"/>
                <a:cs typeface="Courier New" panose="02070309020205020404" pitchFamily="49" charset="0"/>
              </a:rPr>
              <a:t>} </a:t>
            </a:r>
          </a:p>
          <a:p>
            <a:pPr marR="0" indent="-457200">
              <a:buFont typeface="+mj-lt"/>
              <a:buAutoNum type="arabicParenR" startAt="22"/>
            </a:pPr>
            <a:r>
              <a:rPr lang="en-IN" sz="2200" b="1" dirty="0" err="1">
                <a:solidFill>
                  <a:srgbClr val="6A3E3E"/>
                </a:solidFill>
                <a:latin typeface="Courier New" panose="02070309020205020404" pitchFamily="49" charset="0"/>
                <a:cs typeface="Courier New" panose="02070309020205020404" pitchFamily="49" charset="0"/>
              </a:rPr>
              <a:t>q</a:t>
            </a:r>
            <a:r>
              <a:rPr lang="en-IN" sz="2200" b="1" dirty="0" err="1">
                <a:solidFill>
                  <a:srgbClr val="000000"/>
                </a:solidFill>
                <a:effectLst/>
                <a:latin typeface="Courier New" panose="02070309020205020404" pitchFamily="49" charset="0"/>
                <a:cs typeface="Courier New" panose="02070309020205020404" pitchFamily="49" charset="0"/>
              </a:rPr>
              <a:t>.add</a:t>
            </a:r>
            <a:r>
              <a:rPr lang="en-IN" sz="2200" b="1" dirty="0">
                <a:solidFill>
                  <a:srgbClr val="000000"/>
                </a:solidFill>
                <a:effectLst/>
                <a:latin typeface="Courier New" panose="02070309020205020404" pitchFamily="49" charset="0"/>
                <a:cs typeface="Courier New" panose="02070309020205020404" pitchFamily="49" charset="0"/>
              </a:rPr>
              <a:t>(</a:t>
            </a:r>
            <a:r>
              <a:rPr lang="en-IN" sz="2200" b="1" dirty="0">
                <a:solidFill>
                  <a:srgbClr val="6A3E3E"/>
                </a:solidFill>
                <a:effectLst/>
                <a:latin typeface="Courier New" panose="02070309020205020404" pitchFamily="49" charset="0"/>
                <a:cs typeface="Courier New" panose="02070309020205020404" pitchFamily="49" charset="0"/>
              </a:rPr>
              <a:t>current</a:t>
            </a:r>
            <a:r>
              <a:rPr lang="en-IN" sz="2200" b="1" dirty="0">
                <a:solidFill>
                  <a:srgbClr val="000000"/>
                </a:solidFill>
                <a:effectLst/>
                <a:latin typeface="Courier New" panose="02070309020205020404" pitchFamily="49" charset="0"/>
                <a:cs typeface="Courier New" panose="02070309020205020404" pitchFamily="49" charset="0"/>
              </a:rPr>
              <a:t>); </a:t>
            </a:r>
          </a:p>
          <a:p>
            <a:pPr marR="0" indent="-457200">
              <a:buFont typeface="+mj-lt"/>
              <a:buAutoNum type="arabicParenR" startAt="22"/>
            </a:pPr>
            <a:r>
              <a:rPr lang="en-IN" sz="2200" b="1" dirty="0">
                <a:solidFill>
                  <a:srgbClr val="000000"/>
                </a:solidFill>
                <a:effectLst/>
                <a:latin typeface="Courier New" panose="02070309020205020404" pitchFamily="49" charset="0"/>
                <a:cs typeface="Courier New" panose="02070309020205020404" pitchFamily="49" charset="0"/>
              </a:rPr>
              <a:t>} </a:t>
            </a:r>
          </a:p>
          <a:p>
            <a:pPr marR="0" indent="-457200">
              <a:buFont typeface="+mj-lt"/>
              <a:buAutoNum type="arabicParenR" startAt="22"/>
            </a:pPr>
            <a:r>
              <a:rPr lang="en-IN" sz="2200" b="1" dirty="0">
                <a:solidFill>
                  <a:srgbClr val="7F0055"/>
                </a:solidFill>
                <a:effectLst/>
                <a:latin typeface="Courier New" panose="02070309020205020404" pitchFamily="49" charset="0"/>
                <a:cs typeface="Courier New" panose="02070309020205020404" pitchFamily="49" charset="0"/>
              </a:rPr>
              <a:t>return</a:t>
            </a:r>
            <a:r>
              <a:rPr lang="en-IN" sz="2200" b="1" dirty="0">
                <a:solidFill>
                  <a:srgbClr val="000000"/>
                </a:solidFill>
                <a:effectLst/>
                <a:latin typeface="Courier New" panose="02070309020205020404" pitchFamily="49" charset="0"/>
                <a:cs typeface="Courier New" panose="02070309020205020404" pitchFamily="49" charset="0"/>
              </a:rPr>
              <a:t> </a:t>
            </a:r>
            <a:r>
              <a:rPr lang="en-IN" sz="2200" b="1" dirty="0" err="1">
                <a:solidFill>
                  <a:srgbClr val="6A3E3E"/>
                </a:solidFill>
                <a:effectLst/>
                <a:latin typeface="Courier New" panose="02070309020205020404" pitchFamily="49" charset="0"/>
                <a:cs typeface="Courier New" panose="02070309020205020404" pitchFamily="49" charset="0"/>
              </a:rPr>
              <a:t>min_index</a:t>
            </a:r>
            <a:r>
              <a:rPr lang="en-IN" sz="2200" b="1" dirty="0">
                <a:solidFill>
                  <a:srgbClr val="000000"/>
                </a:solidFill>
                <a:effectLst/>
                <a:latin typeface="Courier New" panose="02070309020205020404" pitchFamily="49" charset="0"/>
                <a:cs typeface="Courier New" panose="02070309020205020404" pitchFamily="49" charset="0"/>
              </a:rPr>
              <a:t>; </a:t>
            </a:r>
          </a:p>
          <a:p>
            <a:pPr marR="0" indent="-457200">
              <a:buFont typeface="+mj-lt"/>
              <a:buAutoNum type="arabicParenR" startAt="22"/>
            </a:pPr>
            <a:r>
              <a:rPr lang="en-IN" sz="2200" b="1" dirty="0">
                <a:solidFill>
                  <a:srgbClr val="000000"/>
                </a:solidFill>
                <a:effectLst/>
                <a:latin typeface="Courier New" panose="02070309020205020404" pitchFamily="49" charset="0"/>
                <a:cs typeface="Courier New" panose="02070309020205020404" pitchFamily="49" charset="0"/>
              </a:rPr>
              <a:t>}</a:t>
            </a:r>
            <a:endParaRPr lang="en-IN" sz="2200" b="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610173548"/>
      </p:ext>
    </p:extLst>
  </p:cSld>
  <p:clrMapOvr>
    <a:masterClrMapping/>
  </p:clrMapOvr>
  <p:transition spd="slow">
    <p:push dir="u"/>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3F44C11-BA97-3794-7DC7-F3059E0DD836}"/>
              </a:ext>
            </a:extLst>
          </p:cNvPr>
          <p:cNvSpPr>
            <a:spLocks noGrp="1"/>
          </p:cNvSpPr>
          <p:nvPr>
            <p:ph idx="1"/>
          </p:nvPr>
        </p:nvSpPr>
        <p:spPr>
          <a:xfrm>
            <a:off x="838200" y="317240"/>
            <a:ext cx="10515600" cy="6540759"/>
          </a:xfrm>
        </p:spPr>
        <p:txBody>
          <a:bodyPr>
            <a:noAutofit/>
          </a:bodyPr>
          <a:lstStyle/>
          <a:p>
            <a:pPr marL="114300" marR="0" indent="-342900">
              <a:buFont typeface="+mj-lt"/>
              <a:buAutoNum type="arabicParenR" startAt="37"/>
            </a:pPr>
            <a:r>
              <a:rPr lang="en-IN" sz="2200" b="1" dirty="0">
                <a:solidFill>
                  <a:srgbClr val="7F0055"/>
                </a:solidFill>
                <a:effectLst/>
                <a:latin typeface="Courier New" panose="02070309020205020404" pitchFamily="49" charset="0"/>
              </a:rPr>
              <a:t>public</a:t>
            </a:r>
            <a:r>
              <a:rPr lang="en-IN" sz="2200" b="1" dirty="0">
                <a:solidFill>
                  <a:srgbClr val="000000"/>
                </a:solidFill>
                <a:effectLst/>
                <a:latin typeface="Courier New" panose="02070309020205020404" pitchFamily="49" charset="0"/>
              </a:rPr>
              <a:t> </a:t>
            </a:r>
            <a:r>
              <a:rPr lang="en-IN" sz="2200" b="1" dirty="0">
                <a:solidFill>
                  <a:srgbClr val="7F0055"/>
                </a:solidFill>
                <a:effectLst/>
                <a:latin typeface="Courier New" panose="02070309020205020404" pitchFamily="49" charset="0"/>
              </a:rPr>
              <a:t>static</a:t>
            </a:r>
            <a:r>
              <a:rPr lang="en-IN" sz="2200" b="1" dirty="0">
                <a:solidFill>
                  <a:srgbClr val="000000"/>
                </a:solidFill>
                <a:effectLst/>
                <a:latin typeface="Courier New" panose="02070309020205020404" pitchFamily="49" charset="0"/>
              </a:rPr>
              <a:t> </a:t>
            </a:r>
            <a:r>
              <a:rPr lang="en-IN" sz="2200" b="1" dirty="0">
                <a:solidFill>
                  <a:srgbClr val="7F0055"/>
                </a:solidFill>
                <a:effectLst/>
                <a:latin typeface="Courier New" panose="02070309020205020404" pitchFamily="49" charset="0"/>
              </a:rPr>
              <a:t>void</a:t>
            </a:r>
            <a:r>
              <a:rPr lang="en-IN" sz="2200" b="1" dirty="0">
                <a:solidFill>
                  <a:srgbClr val="000000"/>
                </a:solidFill>
                <a:effectLst/>
                <a:latin typeface="Courier New" panose="02070309020205020404" pitchFamily="49" charset="0"/>
              </a:rPr>
              <a:t> </a:t>
            </a:r>
            <a:r>
              <a:rPr lang="en-IN" sz="2200" b="1" dirty="0" err="1">
                <a:solidFill>
                  <a:srgbClr val="000000"/>
                </a:solidFill>
                <a:effectLst/>
                <a:latin typeface="Courier New" panose="02070309020205020404" pitchFamily="49" charset="0"/>
              </a:rPr>
              <a:t>insertMinToRear</a:t>
            </a:r>
            <a:r>
              <a:rPr lang="en-IN" sz="2200" b="1" dirty="0">
                <a:solidFill>
                  <a:srgbClr val="000000"/>
                </a:solidFill>
                <a:effectLst/>
                <a:latin typeface="Courier New" panose="02070309020205020404" pitchFamily="49" charset="0"/>
              </a:rPr>
              <a:t>(Queue&lt;Integer&gt; </a:t>
            </a:r>
            <a:r>
              <a:rPr lang="en-IN" sz="2200" b="1" dirty="0">
                <a:solidFill>
                  <a:srgbClr val="6A3E3E"/>
                </a:solidFill>
                <a:latin typeface="Courier New" panose="02070309020205020404" pitchFamily="49" charset="0"/>
              </a:rPr>
              <a:t>q</a:t>
            </a:r>
            <a:r>
              <a:rPr lang="en-IN" sz="2200" b="1" dirty="0">
                <a:solidFill>
                  <a:srgbClr val="000000"/>
                </a:solidFill>
                <a:effectLst/>
                <a:latin typeface="Courier New" panose="02070309020205020404" pitchFamily="49" charset="0"/>
              </a:rPr>
              <a:t>, </a:t>
            </a:r>
            <a:r>
              <a:rPr lang="en-IN" sz="2200" b="1" dirty="0">
                <a:solidFill>
                  <a:srgbClr val="7F0055"/>
                </a:solidFill>
                <a:effectLst/>
                <a:latin typeface="Courier New" panose="02070309020205020404" pitchFamily="49" charset="0"/>
              </a:rPr>
              <a:t>int</a:t>
            </a:r>
            <a:r>
              <a:rPr lang="en-IN" sz="2200" b="1" dirty="0">
                <a:solidFill>
                  <a:srgbClr val="000000"/>
                </a:solidFill>
                <a:effectLst/>
                <a:latin typeface="Courier New" panose="02070309020205020404" pitchFamily="49" charset="0"/>
              </a:rPr>
              <a:t> </a:t>
            </a:r>
            <a:r>
              <a:rPr lang="en-IN" sz="2200" b="1" dirty="0" err="1">
                <a:solidFill>
                  <a:srgbClr val="6A3E3E"/>
                </a:solidFill>
                <a:effectLst/>
                <a:latin typeface="Courier New" panose="02070309020205020404" pitchFamily="49" charset="0"/>
              </a:rPr>
              <a:t>min_index</a:t>
            </a:r>
            <a:r>
              <a:rPr lang="en-IN" sz="2200" b="1" dirty="0">
                <a:solidFill>
                  <a:srgbClr val="000000"/>
                </a:solidFill>
                <a:effectLst/>
                <a:latin typeface="Courier New" panose="02070309020205020404" pitchFamily="49" charset="0"/>
              </a:rPr>
              <a:t>) </a:t>
            </a:r>
          </a:p>
          <a:p>
            <a:pPr marL="114300" marR="0" indent="-342900">
              <a:buFont typeface="+mj-lt"/>
              <a:buAutoNum type="arabicParenR" startAt="37"/>
            </a:pPr>
            <a:r>
              <a:rPr lang="en-IN" sz="2200" b="1" dirty="0">
                <a:solidFill>
                  <a:srgbClr val="000000"/>
                </a:solidFill>
                <a:effectLst/>
                <a:latin typeface="Courier New" panose="02070309020205020404" pitchFamily="49" charset="0"/>
              </a:rPr>
              <a:t>{ </a:t>
            </a:r>
          </a:p>
          <a:p>
            <a:pPr marL="114300" marR="0" indent="-342900">
              <a:buFont typeface="+mj-lt"/>
              <a:buAutoNum type="arabicParenR" startAt="37"/>
            </a:pPr>
            <a:r>
              <a:rPr lang="en-IN" sz="2200" b="1" dirty="0">
                <a:solidFill>
                  <a:srgbClr val="7F0055"/>
                </a:solidFill>
                <a:effectLst/>
                <a:latin typeface="Courier New" panose="02070309020205020404" pitchFamily="49" charset="0"/>
              </a:rPr>
              <a:t>int</a:t>
            </a:r>
            <a:r>
              <a:rPr lang="en-IN" sz="2200" b="1" dirty="0">
                <a:solidFill>
                  <a:srgbClr val="000000"/>
                </a:solidFill>
                <a:effectLst/>
                <a:latin typeface="Courier New" panose="02070309020205020404" pitchFamily="49" charset="0"/>
              </a:rPr>
              <a:t> </a:t>
            </a:r>
            <a:r>
              <a:rPr lang="en-IN" sz="2200" b="1" dirty="0" err="1">
                <a:solidFill>
                  <a:srgbClr val="6A3E3E"/>
                </a:solidFill>
                <a:effectLst/>
                <a:latin typeface="Courier New" panose="02070309020205020404" pitchFamily="49" charset="0"/>
              </a:rPr>
              <a:t>min_value</a:t>
            </a:r>
            <a:r>
              <a:rPr lang="en-IN" sz="2200" b="1" dirty="0">
                <a:solidFill>
                  <a:srgbClr val="000000"/>
                </a:solidFill>
                <a:effectLst/>
                <a:latin typeface="Courier New" panose="02070309020205020404" pitchFamily="49" charset="0"/>
              </a:rPr>
              <a:t> = 0; </a:t>
            </a:r>
          </a:p>
          <a:p>
            <a:pPr marL="114300" marR="0" indent="-342900">
              <a:buFont typeface="+mj-lt"/>
              <a:buAutoNum type="arabicParenR" startAt="37"/>
            </a:pPr>
            <a:r>
              <a:rPr lang="en-IN" sz="2200" b="1" dirty="0">
                <a:solidFill>
                  <a:srgbClr val="7F0055"/>
                </a:solidFill>
                <a:effectLst/>
                <a:latin typeface="Courier New" panose="02070309020205020404" pitchFamily="49" charset="0"/>
              </a:rPr>
              <a:t>int</a:t>
            </a:r>
            <a:r>
              <a:rPr lang="en-IN" sz="2200" b="1" dirty="0">
                <a:solidFill>
                  <a:srgbClr val="000000"/>
                </a:solidFill>
                <a:effectLst/>
                <a:latin typeface="Courier New" panose="02070309020205020404" pitchFamily="49" charset="0"/>
              </a:rPr>
              <a:t> </a:t>
            </a:r>
            <a:r>
              <a:rPr lang="en-IN" sz="2200" b="1" dirty="0">
                <a:solidFill>
                  <a:srgbClr val="6A3E3E"/>
                </a:solidFill>
                <a:effectLst/>
                <a:latin typeface="Courier New" panose="02070309020205020404" pitchFamily="49" charset="0"/>
              </a:rPr>
              <a:t>s</a:t>
            </a:r>
            <a:r>
              <a:rPr lang="en-IN" sz="2200" b="1" dirty="0">
                <a:solidFill>
                  <a:srgbClr val="000000"/>
                </a:solidFill>
                <a:effectLst/>
                <a:latin typeface="Courier New" panose="02070309020205020404" pitchFamily="49" charset="0"/>
              </a:rPr>
              <a:t> = </a:t>
            </a:r>
            <a:r>
              <a:rPr lang="en-IN" sz="2200" b="1" dirty="0" err="1">
                <a:solidFill>
                  <a:srgbClr val="6A3E3E"/>
                </a:solidFill>
                <a:latin typeface="Courier New" panose="02070309020205020404" pitchFamily="49" charset="0"/>
              </a:rPr>
              <a:t>q</a:t>
            </a:r>
            <a:r>
              <a:rPr lang="en-IN" sz="2200" b="1" dirty="0" err="1">
                <a:solidFill>
                  <a:srgbClr val="000000"/>
                </a:solidFill>
                <a:effectLst/>
                <a:latin typeface="Courier New" panose="02070309020205020404" pitchFamily="49" charset="0"/>
              </a:rPr>
              <a:t>.size</a:t>
            </a:r>
            <a:r>
              <a:rPr lang="en-IN" sz="2200" b="1" dirty="0">
                <a:solidFill>
                  <a:srgbClr val="000000"/>
                </a:solidFill>
                <a:effectLst/>
                <a:latin typeface="Courier New" panose="02070309020205020404" pitchFamily="49" charset="0"/>
              </a:rPr>
              <a:t>(); </a:t>
            </a:r>
          </a:p>
          <a:p>
            <a:pPr marL="114300" marR="0" indent="-342900">
              <a:buFont typeface="+mj-lt"/>
              <a:buAutoNum type="arabicParenR" startAt="37"/>
            </a:pPr>
            <a:r>
              <a:rPr lang="en-IN" sz="2200" b="1" dirty="0">
                <a:solidFill>
                  <a:srgbClr val="7F0055"/>
                </a:solidFill>
                <a:effectLst/>
                <a:latin typeface="Courier New" panose="02070309020205020404" pitchFamily="49" charset="0"/>
              </a:rPr>
              <a:t>for</a:t>
            </a:r>
            <a:r>
              <a:rPr lang="en-IN" sz="2200" b="1" dirty="0">
                <a:solidFill>
                  <a:srgbClr val="000000"/>
                </a:solidFill>
                <a:effectLst/>
                <a:latin typeface="Courier New" panose="02070309020205020404" pitchFamily="49" charset="0"/>
              </a:rPr>
              <a:t> (</a:t>
            </a:r>
            <a:r>
              <a:rPr lang="en-IN" sz="2200" b="1" dirty="0">
                <a:solidFill>
                  <a:srgbClr val="7F0055"/>
                </a:solidFill>
                <a:effectLst/>
                <a:latin typeface="Courier New" panose="02070309020205020404" pitchFamily="49" charset="0"/>
              </a:rPr>
              <a:t>int</a:t>
            </a:r>
            <a:r>
              <a:rPr lang="en-IN" sz="2200" b="1" dirty="0">
                <a:solidFill>
                  <a:srgbClr val="000000"/>
                </a:solidFill>
                <a:effectLst/>
                <a:latin typeface="Courier New" panose="02070309020205020404" pitchFamily="49" charset="0"/>
              </a:rPr>
              <a:t> </a:t>
            </a:r>
            <a:r>
              <a:rPr lang="en-IN" sz="2200" b="1" dirty="0" err="1">
                <a:solidFill>
                  <a:srgbClr val="6A3E3E"/>
                </a:solidFill>
                <a:effectLst/>
                <a:latin typeface="Courier New" panose="02070309020205020404" pitchFamily="49" charset="0"/>
              </a:rPr>
              <a:t>i</a:t>
            </a:r>
            <a:r>
              <a:rPr lang="en-IN" sz="2200" b="1" dirty="0">
                <a:solidFill>
                  <a:srgbClr val="000000"/>
                </a:solidFill>
                <a:effectLst/>
                <a:latin typeface="Courier New" panose="02070309020205020404" pitchFamily="49" charset="0"/>
              </a:rPr>
              <a:t> = 0; </a:t>
            </a:r>
            <a:r>
              <a:rPr lang="en-IN" sz="2200" b="1" dirty="0" err="1">
                <a:solidFill>
                  <a:srgbClr val="6A3E3E"/>
                </a:solidFill>
                <a:effectLst/>
                <a:latin typeface="Courier New" panose="02070309020205020404" pitchFamily="49" charset="0"/>
              </a:rPr>
              <a:t>i</a:t>
            </a:r>
            <a:r>
              <a:rPr lang="en-IN" sz="2200" b="1" dirty="0">
                <a:solidFill>
                  <a:srgbClr val="000000"/>
                </a:solidFill>
                <a:effectLst/>
                <a:latin typeface="Courier New" panose="02070309020205020404" pitchFamily="49" charset="0"/>
              </a:rPr>
              <a:t> &lt; </a:t>
            </a:r>
            <a:r>
              <a:rPr lang="en-IN" sz="2200" b="1" dirty="0">
                <a:solidFill>
                  <a:srgbClr val="6A3E3E"/>
                </a:solidFill>
                <a:effectLst/>
                <a:latin typeface="Courier New" panose="02070309020205020404" pitchFamily="49" charset="0"/>
              </a:rPr>
              <a:t>s</a:t>
            </a:r>
            <a:r>
              <a:rPr lang="en-IN" sz="2200" b="1" dirty="0">
                <a:solidFill>
                  <a:srgbClr val="000000"/>
                </a:solidFill>
                <a:effectLst/>
                <a:latin typeface="Courier New" panose="02070309020205020404" pitchFamily="49" charset="0"/>
              </a:rPr>
              <a:t>; </a:t>
            </a:r>
            <a:r>
              <a:rPr lang="en-IN" sz="2200" b="1" dirty="0" err="1">
                <a:solidFill>
                  <a:srgbClr val="6A3E3E"/>
                </a:solidFill>
                <a:effectLst/>
                <a:latin typeface="Courier New" panose="02070309020205020404" pitchFamily="49" charset="0"/>
              </a:rPr>
              <a:t>i</a:t>
            </a:r>
            <a:r>
              <a:rPr lang="en-IN" sz="2200" b="1" dirty="0">
                <a:solidFill>
                  <a:srgbClr val="000000"/>
                </a:solidFill>
                <a:effectLst/>
                <a:latin typeface="Courier New" panose="02070309020205020404" pitchFamily="49" charset="0"/>
              </a:rPr>
              <a:t>++) { </a:t>
            </a:r>
          </a:p>
          <a:p>
            <a:pPr marL="114300" marR="0" indent="-342900">
              <a:buFont typeface="+mj-lt"/>
              <a:buAutoNum type="arabicParenR" startAt="37"/>
            </a:pPr>
            <a:r>
              <a:rPr lang="en-IN" sz="2200" b="1" dirty="0">
                <a:solidFill>
                  <a:srgbClr val="7F0055"/>
                </a:solidFill>
                <a:effectLst/>
                <a:latin typeface="Courier New" panose="02070309020205020404" pitchFamily="49" charset="0"/>
              </a:rPr>
              <a:t>int</a:t>
            </a:r>
            <a:r>
              <a:rPr lang="en-IN" sz="2200" b="1" dirty="0">
                <a:solidFill>
                  <a:srgbClr val="000000"/>
                </a:solidFill>
                <a:effectLst/>
                <a:latin typeface="Courier New" panose="02070309020205020404" pitchFamily="49" charset="0"/>
              </a:rPr>
              <a:t> </a:t>
            </a:r>
            <a:r>
              <a:rPr lang="en-IN" sz="2200" b="1" dirty="0">
                <a:solidFill>
                  <a:srgbClr val="6A3E3E"/>
                </a:solidFill>
                <a:effectLst/>
                <a:latin typeface="Courier New" panose="02070309020205020404" pitchFamily="49" charset="0"/>
              </a:rPr>
              <a:t>current</a:t>
            </a:r>
            <a:r>
              <a:rPr lang="en-IN" sz="2200" b="1" dirty="0">
                <a:solidFill>
                  <a:srgbClr val="000000"/>
                </a:solidFill>
                <a:effectLst/>
                <a:latin typeface="Courier New" panose="02070309020205020404" pitchFamily="49" charset="0"/>
              </a:rPr>
              <a:t> = </a:t>
            </a:r>
            <a:r>
              <a:rPr lang="en-IN" sz="2200" b="1" dirty="0" err="1">
                <a:solidFill>
                  <a:srgbClr val="6A3E3E"/>
                </a:solidFill>
                <a:latin typeface="Courier New" panose="02070309020205020404" pitchFamily="49" charset="0"/>
              </a:rPr>
              <a:t>q</a:t>
            </a:r>
            <a:r>
              <a:rPr lang="en-IN" sz="2200" b="1" dirty="0" err="1">
                <a:solidFill>
                  <a:srgbClr val="000000"/>
                </a:solidFill>
                <a:effectLst/>
                <a:latin typeface="Courier New" panose="02070309020205020404" pitchFamily="49" charset="0"/>
              </a:rPr>
              <a:t>.poll</a:t>
            </a:r>
            <a:r>
              <a:rPr lang="en-IN" sz="2200" b="1" dirty="0">
                <a:solidFill>
                  <a:srgbClr val="000000"/>
                </a:solidFill>
                <a:effectLst/>
                <a:latin typeface="Courier New" panose="02070309020205020404" pitchFamily="49" charset="0"/>
              </a:rPr>
              <a:t>(); </a:t>
            </a:r>
          </a:p>
          <a:p>
            <a:pPr marL="114300" marR="0" indent="-342900">
              <a:buFont typeface="+mj-lt"/>
              <a:buAutoNum type="arabicParenR" startAt="37"/>
            </a:pPr>
            <a:r>
              <a:rPr lang="en-IN" sz="2200" b="1" dirty="0">
                <a:solidFill>
                  <a:srgbClr val="7F0055"/>
                </a:solidFill>
                <a:effectLst/>
                <a:latin typeface="Courier New" panose="02070309020205020404" pitchFamily="49" charset="0"/>
              </a:rPr>
              <a:t>if</a:t>
            </a:r>
            <a:r>
              <a:rPr lang="en-IN" sz="2200" b="1" dirty="0">
                <a:solidFill>
                  <a:srgbClr val="000000"/>
                </a:solidFill>
                <a:effectLst/>
                <a:latin typeface="Courier New" panose="02070309020205020404" pitchFamily="49" charset="0"/>
              </a:rPr>
              <a:t> (</a:t>
            </a:r>
            <a:r>
              <a:rPr lang="en-IN" sz="2200" b="1" dirty="0" err="1">
                <a:solidFill>
                  <a:srgbClr val="6A3E3E"/>
                </a:solidFill>
                <a:effectLst/>
                <a:latin typeface="Courier New" panose="02070309020205020404" pitchFamily="49" charset="0"/>
              </a:rPr>
              <a:t>i</a:t>
            </a:r>
            <a:r>
              <a:rPr lang="en-IN" sz="2200" b="1" dirty="0">
                <a:solidFill>
                  <a:srgbClr val="000000"/>
                </a:solidFill>
                <a:effectLst/>
                <a:latin typeface="Courier New" panose="02070309020205020404" pitchFamily="49" charset="0"/>
              </a:rPr>
              <a:t> != </a:t>
            </a:r>
            <a:r>
              <a:rPr lang="en-IN" sz="2200" b="1" dirty="0" err="1">
                <a:solidFill>
                  <a:srgbClr val="6A3E3E"/>
                </a:solidFill>
                <a:effectLst/>
                <a:latin typeface="Courier New" panose="02070309020205020404" pitchFamily="49" charset="0"/>
              </a:rPr>
              <a:t>min_index</a:t>
            </a:r>
            <a:r>
              <a:rPr lang="en-IN" sz="2200" b="1" dirty="0">
                <a:solidFill>
                  <a:srgbClr val="000000"/>
                </a:solidFill>
                <a:effectLst/>
                <a:latin typeface="Courier New" panose="02070309020205020404" pitchFamily="49" charset="0"/>
              </a:rPr>
              <a:t>) </a:t>
            </a:r>
          </a:p>
          <a:p>
            <a:pPr marL="114300" marR="0" indent="-342900">
              <a:buFont typeface="+mj-lt"/>
              <a:buAutoNum type="arabicParenR" startAt="37"/>
            </a:pPr>
            <a:r>
              <a:rPr lang="en-IN" sz="2200" b="1" dirty="0" err="1">
                <a:solidFill>
                  <a:srgbClr val="000000"/>
                </a:solidFill>
                <a:effectLst/>
                <a:latin typeface="Courier New" panose="02070309020205020404" pitchFamily="49" charset="0"/>
              </a:rPr>
              <a:t>q.add</a:t>
            </a:r>
            <a:r>
              <a:rPr lang="en-IN" sz="2200" b="1" dirty="0">
                <a:solidFill>
                  <a:srgbClr val="000000"/>
                </a:solidFill>
                <a:effectLst/>
                <a:latin typeface="Courier New" panose="02070309020205020404" pitchFamily="49" charset="0"/>
              </a:rPr>
              <a:t>(</a:t>
            </a:r>
            <a:r>
              <a:rPr lang="en-IN" sz="2200" b="1" dirty="0">
                <a:solidFill>
                  <a:srgbClr val="6A3E3E"/>
                </a:solidFill>
                <a:effectLst/>
                <a:latin typeface="Courier New" panose="02070309020205020404" pitchFamily="49" charset="0"/>
              </a:rPr>
              <a:t>current</a:t>
            </a:r>
            <a:r>
              <a:rPr lang="en-IN" sz="2200" b="1" dirty="0">
                <a:solidFill>
                  <a:srgbClr val="000000"/>
                </a:solidFill>
                <a:effectLst/>
                <a:latin typeface="Courier New" panose="02070309020205020404" pitchFamily="49" charset="0"/>
              </a:rPr>
              <a:t>); </a:t>
            </a:r>
          </a:p>
          <a:p>
            <a:pPr marL="114300" marR="0" indent="-342900">
              <a:buFont typeface="+mj-lt"/>
              <a:buAutoNum type="arabicParenR" startAt="37"/>
            </a:pPr>
            <a:r>
              <a:rPr lang="en-IN" sz="2200" b="1" dirty="0">
                <a:solidFill>
                  <a:srgbClr val="7F0055"/>
                </a:solidFill>
                <a:effectLst/>
                <a:latin typeface="Courier New" panose="02070309020205020404" pitchFamily="49" charset="0"/>
              </a:rPr>
              <a:t>else</a:t>
            </a:r>
            <a:endParaRPr lang="en-IN" sz="2200" b="1" dirty="0">
              <a:solidFill>
                <a:srgbClr val="000000"/>
              </a:solidFill>
              <a:effectLst/>
              <a:latin typeface="Courier New" panose="02070309020205020404" pitchFamily="49" charset="0"/>
            </a:endParaRPr>
          </a:p>
          <a:p>
            <a:pPr marL="114300" marR="0" indent="-342900">
              <a:buFont typeface="+mj-lt"/>
              <a:buAutoNum type="arabicParenR" startAt="37"/>
            </a:pPr>
            <a:r>
              <a:rPr lang="en-IN" sz="2200" b="1" dirty="0" err="1">
                <a:solidFill>
                  <a:srgbClr val="6A3E3E"/>
                </a:solidFill>
                <a:effectLst/>
                <a:latin typeface="Courier New" panose="02070309020205020404" pitchFamily="49" charset="0"/>
              </a:rPr>
              <a:t>min_value</a:t>
            </a:r>
            <a:r>
              <a:rPr lang="en-IN" sz="2200" b="1" dirty="0">
                <a:solidFill>
                  <a:srgbClr val="000000"/>
                </a:solidFill>
                <a:effectLst/>
                <a:latin typeface="Courier New" panose="02070309020205020404" pitchFamily="49" charset="0"/>
              </a:rPr>
              <a:t> = </a:t>
            </a:r>
            <a:r>
              <a:rPr lang="en-IN" sz="2200" b="1" dirty="0">
                <a:solidFill>
                  <a:srgbClr val="6A3E3E"/>
                </a:solidFill>
                <a:effectLst/>
                <a:latin typeface="Courier New" panose="02070309020205020404" pitchFamily="49" charset="0"/>
              </a:rPr>
              <a:t>current</a:t>
            </a:r>
            <a:r>
              <a:rPr lang="en-IN" sz="2200" b="1" dirty="0">
                <a:solidFill>
                  <a:srgbClr val="000000"/>
                </a:solidFill>
                <a:effectLst/>
                <a:latin typeface="Courier New" panose="02070309020205020404" pitchFamily="49" charset="0"/>
              </a:rPr>
              <a:t>; </a:t>
            </a:r>
          </a:p>
          <a:p>
            <a:pPr marL="114300" marR="0" indent="-342900">
              <a:buFont typeface="+mj-lt"/>
              <a:buAutoNum type="arabicParenR" startAt="37"/>
            </a:pPr>
            <a:r>
              <a:rPr lang="en-IN" sz="2200" b="1" dirty="0">
                <a:solidFill>
                  <a:srgbClr val="000000"/>
                </a:solidFill>
                <a:effectLst/>
                <a:latin typeface="Courier New" panose="02070309020205020404" pitchFamily="49" charset="0"/>
              </a:rPr>
              <a:t>} </a:t>
            </a:r>
          </a:p>
          <a:p>
            <a:pPr marL="114300" marR="0" indent="-342900">
              <a:buFont typeface="+mj-lt"/>
              <a:buAutoNum type="arabicParenR" startAt="37"/>
            </a:pPr>
            <a:r>
              <a:rPr lang="en-IN" sz="2200" b="1" dirty="0" err="1">
                <a:solidFill>
                  <a:srgbClr val="6A3E3E"/>
                </a:solidFill>
                <a:latin typeface="Courier New" panose="02070309020205020404" pitchFamily="49" charset="0"/>
              </a:rPr>
              <a:t>q</a:t>
            </a:r>
            <a:r>
              <a:rPr lang="en-IN" sz="2200" b="1" dirty="0" err="1">
                <a:solidFill>
                  <a:srgbClr val="000000"/>
                </a:solidFill>
                <a:effectLst/>
                <a:latin typeface="Courier New" panose="02070309020205020404" pitchFamily="49" charset="0"/>
              </a:rPr>
              <a:t>.add</a:t>
            </a:r>
            <a:r>
              <a:rPr lang="en-IN" sz="2200" b="1" dirty="0">
                <a:solidFill>
                  <a:srgbClr val="000000"/>
                </a:solidFill>
                <a:effectLst/>
                <a:latin typeface="Courier New" panose="02070309020205020404" pitchFamily="49" charset="0"/>
              </a:rPr>
              <a:t>(</a:t>
            </a:r>
            <a:r>
              <a:rPr lang="en-IN" sz="2200" b="1" dirty="0" err="1">
                <a:solidFill>
                  <a:srgbClr val="6A3E3E"/>
                </a:solidFill>
                <a:effectLst/>
                <a:latin typeface="Courier New" panose="02070309020205020404" pitchFamily="49" charset="0"/>
              </a:rPr>
              <a:t>min_value</a:t>
            </a:r>
            <a:r>
              <a:rPr lang="en-IN" sz="2200" b="1" dirty="0">
                <a:solidFill>
                  <a:srgbClr val="000000"/>
                </a:solidFill>
                <a:effectLst/>
                <a:latin typeface="Courier New" panose="02070309020205020404" pitchFamily="49" charset="0"/>
              </a:rPr>
              <a:t>); </a:t>
            </a:r>
          </a:p>
          <a:p>
            <a:pPr marL="114300" marR="0" indent="-342900">
              <a:buFont typeface="+mj-lt"/>
              <a:buAutoNum type="arabicParenR" startAt="37"/>
            </a:pPr>
            <a:r>
              <a:rPr lang="en-IN" sz="2200" b="1" dirty="0">
                <a:solidFill>
                  <a:srgbClr val="000000"/>
                </a:solidFill>
                <a:effectLst/>
                <a:latin typeface="Courier New" panose="02070309020205020404" pitchFamily="49" charset="0"/>
              </a:rPr>
              <a:t>} </a:t>
            </a:r>
          </a:p>
          <a:p>
            <a:pPr marL="114300" marR="0" indent="-342900">
              <a:buFont typeface="+mj-lt"/>
              <a:buAutoNum type="arabicParenR" startAt="37"/>
            </a:pPr>
            <a:r>
              <a:rPr lang="en-IN" sz="2200" b="1" dirty="0">
                <a:solidFill>
                  <a:srgbClr val="000000"/>
                </a:solidFill>
                <a:latin typeface="Courier New" panose="02070309020205020404" pitchFamily="49" charset="0"/>
              </a:rPr>
              <a:t>}</a:t>
            </a:r>
            <a:endParaRPr lang="en-IN" sz="2200" b="1" dirty="0">
              <a:solidFill>
                <a:srgbClr val="000000"/>
              </a:solidFill>
              <a:effectLst/>
              <a:latin typeface="Courier New" panose="02070309020205020404" pitchFamily="49" charset="0"/>
            </a:endParaRPr>
          </a:p>
          <a:p>
            <a:pPr marL="514350" indent="-514350">
              <a:buFont typeface="+mj-lt"/>
              <a:buAutoNum type="arabicParenR" startAt="37"/>
            </a:pPr>
            <a:endParaRPr lang="en-IN" sz="2200" b="1" dirty="0"/>
          </a:p>
        </p:txBody>
      </p:sp>
    </p:spTree>
    <p:extLst>
      <p:ext uri="{BB962C8B-B14F-4D97-AF65-F5344CB8AC3E}">
        <p14:creationId xmlns:p14="http://schemas.microsoft.com/office/powerpoint/2010/main" val="4190147878"/>
      </p:ext>
    </p:extLst>
  </p:cSld>
  <p:clrMapOvr>
    <a:masterClrMapping/>
  </p:clrMapOvr>
  <p:transition spd="slow">
    <p:push dir="u"/>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3693</TotalTime>
  <Words>6749</Words>
  <Application>Microsoft Office PowerPoint</Application>
  <PresentationFormat>Widescreen</PresentationFormat>
  <Paragraphs>1157</Paragraphs>
  <Slides>99</Slides>
  <Notes>8</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99</vt:i4>
      </vt:variant>
    </vt:vector>
  </HeadingPairs>
  <TitlesOfParts>
    <vt:vector size="109" baseType="lpstr">
      <vt:lpstr>Arial</vt:lpstr>
      <vt:lpstr>Calibri</vt:lpstr>
      <vt:lpstr>Calibri Light</vt:lpstr>
      <vt:lpstr>Courier New</vt:lpstr>
      <vt:lpstr>Montserrat</vt:lpstr>
      <vt:lpstr>Nunito</vt:lpstr>
      <vt:lpstr>Nunito Sans</vt:lpstr>
      <vt:lpstr>Times New Roman</vt:lpstr>
      <vt:lpstr>Wingdings</vt:lpstr>
      <vt:lpstr>Office Theme</vt:lpstr>
      <vt:lpstr>Module-01</vt:lpstr>
      <vt:lpstr>Data Structures</vt:lpstr>
      <vt:lpstr>PowerPoint Presentation</vt:lpstr>
      <vt:lpstr>Arrays</vt:lpstr>
      <vt:lpstr>PowerPoint Presentation</vt:lpstr>
      <vt:lpstr>PowerPoint Presentation</vt:lpstr>
      <vt:lpstr>Linked Lists</vt:lpstr>
      <vt:lpstr>PowerPoint Presentation</vt:lpstr>
      <vt:lpstr>Components of a Linked List</vt:lpstr>
      <vt:lpstr>Node Creation</vt:lpstr>
      <vt:lpstr>Insertion in linked list</vt:lpstr>
      <vt:lpstr>Insertion in the beginning of the LL</vt:lpstr>
      <vt:lpstr>Insertion at the end of the linkedlist</vt:lpstr>
      <vt:lpstr>Insertion at some position in a linkedlist</vt:lpstr>
      <vt:lpstr>Displaying Linked List</vt:lpstr>
      <vt:lpstr>Loop Detection</vt:lpstr>
      <vt:lpstr>Form Cycle</vt:lpstr>
      <vt:lpstr>Doubly Linked List</vt:lpstr>
      <vt:lpstr>PowerPoint Presentation</vt:lpstr>
      <vt:lpstr>Sort the bitonic DLL</vt:lpstr>
      <vt:lpstr>PowerPoint Presentation</vt:lpstr>
      <vt:lpstr>PowerPoint Presentation</vt:lpstr>
      <vt:lpstr>Segregate even and odd nodes in a LL</vt:lpstr>
      <vt:lpstr>PowerPoint Presentation</vt:lpstr>
      <vt:lpstr>PowerPoint Presentation</vt:lpstr>
      <vt:lpstr>PowerPoint Presentation</vt:lpstr>
      <vt:lpstr>Merge Sort Principle</vt:lpstr>
      <vt:lpstr>PowerPoint Presentation</vt:lpstr>
      <vt:lpstr>Merge Sort for Doubly Linked List</vt:lpstr>
      <vt:lpstr>PowerPoint Presentation</vt:lpstr>
      <vt:lpstr>Dividing</vt:lpstr>
      <vt:lpstr>Merging</vt:lpstr>
      <vt:lpstr>Stack</vt:lpstr>
      <vt:lpstr>PowerPoint Presentation</vt:lpstr>
      <vt:lpstr>Types of Stack</vt:lpstr>
      <vt:lpstr>Stack using arrays</vt:lpstr>
      <vt:lpstr>PowerPoint Presentation</vt:lpstr>
      <vt:lpstr>PowerPoint Presentation</vt:lpstr>
      <vt:lpstr>PowerPoint Presentation</vt:lpstr>
      <vt:lpstr>PowerPoint Presentation</vt:lpstr>
      <vt:lpstr>Stack using LinkedList</vt:lpstr>
      <vt:lpstr>PowerPoint Presentation</vt:lpstr>
      <vt:lpstr>PowerPoint Presentation</vt:lpstr>
      <vt:lpstr>PowerPoint Presentation</vt:lpstr>
      <vt:lpstr>PowerPoint Presentation</vt:lpstr>
      <vt:lpstr>Stack Implementation using Collections</vt:lpstr>
      <vt:lpstr>Minimum Stack</vt:lpstr>
      <vt:lpstr>PowerPoint Presentation</vt:lpstr>
      <vt:lpstr>PowerPoint Presentation</vt:lpstr>
      <vt:lpstr>PowerPoint Presentation</vt:lpstr>
      <vt:lpstr>PowerPoint Presentation</vt:lpstr>
      <vt:lpstr>PowerPoint Presentation</vt:lpstr>
      <vt:lpstr>The Celebrity Problem</vt:lpstr>
      <vt:lpstr>Code</vt:lpstr>
      <vt:lpstr>PowerPoint Presentation</vt:lpstr>
      <vt:lpstr>PowerPoint Presentation</vt:lpstr>
      <vt:lpstr>Tower of Hanoi</vt:lpstr>
      <vt:lpstr>PowerPoint Presentation</vt:lpstr>
      <vt:lpstr>Examples</vt:lpstr>
      <vt:lpstr>Algorithm</vt:lpstr>
      <vt:lpstr>PowerPoint Presentation</vt:lpstr>
      <vt:lpstr>PowerPoint Presentation</vt:lpstr>
      <vt:lpstr>PowerPoint Presentation</vt:lpstr>
      <vt:lpstr>PowerPoint Presentation</vt:lpstr>
      <vt:lpstr>PowerPoint Presentation</vt:lpstr>
      <vt:lpstr>Stock Span Problem</vt:lpstr>
      <vt:lpstr>Example</vt:lpstr>
      <vt:lpstr>Stock Span Problem Code</vt:lpstr>
      <vt:lpstr>PowerPoint Presentation</vt:lpstr>
      <vt:lpstr>PowerPoint Presentation</vt:lpstr>
      <vt:lpstr>Stack Permutations</vt:lpstr>
      <vt:lpstr>PowerPoint Presentation</vt:lpstr>
      <vt:lpstr>Code</vt:lpstr>
      <vt:lpstr>PowerPoint Presentation</vt:lpstr>
      <vt:lpstr>Queue</vt:lpstr>
      <vt:lpstr>PowerPoint Presentation</vt:lpstr>
      <vt:lpstr>Queue using Arrays</vt:lpstr>
      <vt:lpstr>PowerPoint Presentation</vt:lpstr>
      <vt:lpstr>PowerPoint Presentation</vt:lpstr>
      <vt:lpstr>PowerPoint Presentation</vt:lpstr>
      <vt:lpstr>PowerPoint Presentation</vt:lpstr>
      <vt:lpstr>Queue using LinkedList</vt:lpstr>
      <vt:lpstr>PowerPoint Presentation</vt:lpstr>
      <vt:lpstr>PowerPoint Presentation</vt:lpstr>
      <vt:lpstr>PowerPoint Presentation</vt:lpstr>
      <vt:lpstr>Priority Queue</vt:lpstr>
      <vt:lpstr>Characteristics of a Priority queue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Code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Sravani Sarisa</dc:creator>
  <cp:lastModifiedBy>Sravani Sarisa</cp:lastModifiedBy>
  <cp:revision>19</cp:revision>
  <dcterms:created xsi:type="dcterms:W3CDTF">2024-12-12T06:54:25Z</dcterms:created>
  <dcterms:modified xsi:type="dcterms:W3CDTF">2025-01-23T09:20:30Z</dcterms:modified>
</cp:coreProperties>
</file>